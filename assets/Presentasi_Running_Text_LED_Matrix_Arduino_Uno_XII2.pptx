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0" autoAdjust="0"/>
    <p:restoredTop sz="94610"/>
  </p:normalViewPr>
  <p:slideViewPr>
    <p:cSldViewPr snapToGrid="0" snapToObjects="1">
      <p:cViewPr>
        <p:scale>
          <a:sx n="78" d="100"/>
          <a:sy n="78" d="100"/>
        </p:scale>
        <p:origin x="64"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4299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Mulai dengan mengaitkan pengalaman peserta didik melihat papan running text di tempat umum. Tegaskan bahwa rangkaian dan program akan dibuat serta diuji di Wokwi.
Saran visual: Panel LED matrix, ilustrasi Arduino Uno, dan panah alur menuju perangkat output.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Jelaskan alur besar tiga pertemuan dan bahwa hasilnya bukan sekadar kode berjalan, tetapi solusi informasi yang dirancang, diuji, dan dipresentasikan.
Saran visual: Timeline tiga kartu bernomor dengan warna berbeda dan garis penghubung.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Bacakan capaian dalam bahasa yang mudah dipahami, lalu kaitkan tiap tujuan dengan produk akhir peserta didik. Jangan mengubah rumusan capaian yang ada di modul ketika dicatat dalam dokumen formal.
Saran visual: Dua kolom: ringkasan CP di kiri dan tiga kartu target pertemuan di kanan.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Minta peserta didik menjawab berdasarkan pengamatan atau pengalaman mereka, lalu hubungkan kembali ke konsep input–proses–output dari Modul 1.
Saran visual: Tiga papan contoh untuk masjid, toko, dan sekolah, dilanjutkan tiga pertanyaan pemantik.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Ajak peserta didik menunjuk bagian input, proses, dan output pada rancangan mereka. Jelaskan bahwa input dapat berupa teks yang ditulis dalam program; tombol merupakan masukan tambahan jika proyek menggunakannya.
Saran visual: Diagram tiga blok I–P–O dengan panah alur yang jelas.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Tekankan hubungan pola LED dan karakter. MAX7219 membantu mengendalikan LED tanpa memerlukan 64 pin Arduino; pada latihan, empat modul disusun berantai agar teks lebih panjang.
Saran visual: Ilustrasi 8×8, chip MAX7219, dan empat modul LED yang disambung berantai.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Gunakan tabel sebagai acuan saat merangkai virtual. Minta peserta didik mengecek pin yang ditulis pada kode terutama CS_PIN 10 dan konfigurasi perangkat keras.
Saran visual: Ilustrasi papan Arduino di kiri dan tabel koneksi pin–fungsi di kanan.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Jelaskan library sebagai kode siap pakai, bukan pengganti logika. Peserta didik tetap perlu memahami teks, parameter animasi, serta alur displayAnimate dan displayReset.
Saran visual: Panel library di kiri dan daftar fungsi utama beserta kegunaannya di kanan.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Tampilkan kode sebagai contoh utuh, kemudian bacakan alur besarnya. Pada demonstrasi, fokus pada hubungan setup(), loop(), parameter displayText(), displayAnimate(), dan displayReset().
Saran visual: Kode dalam panel gelap dengan tiga kartu penjelas: inisialisasi, setup, dan loop.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Biarkan peserta didik mencoba sendiri. Peserta didik yang lebih mahir dapat membantu sebagai tutor sebaya; peserta didik yang membutuhkan dukungan dibimbing melalui contoh bertahap.
Saran visual: Empat kartu langkah bernomor dan satu baris catatan LKPD.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Arahkan peserta didik mengisi LKPD Bagian B dan konsultasi singkat. Ingatkan bahwa proyek dikerjakan individu, dan rancangan harus dimulai dari kebutuhan atau masalah yang jelas.
Saran visual: Satu mockup papan informasi di kiri dan enam kartu pertanyaan perancangan di kanan.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Gunakan contoh untuk memantik ide, bukan membatasi pilihan. Minta setiap peserta didik menjelaskan mengapa informasi yang dipilih bermanfaat.
Saran visual: Galeri enam kartu ide dengan label dan warna aksen berbeda.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Tunjukkan bahwa aktivitas pada ketiga pertemuan berkaitan dengan enam sintaks PjBL. Presentasi dan refleksi bukan tambahan terpisah, tetapi bagian dari sintaks menguji hasil dan mengevaluasi pengalaman.
Saran visual: Enam kartu bernomor dalam susunan 3×2.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Minta peserta didik mengubah satu parameter, melihat hasil, lalu menuliskan pengamatan di LKPD Bagian C. Gunakan nilai 100 ke 200 sebagai contoh perubahan kecepatan yang ada pada modul.
Saran visual: Empat kartu parameter beserta nilai contoh dan ruang ringkas untuk hasil pengamatan.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Nama efek dipakai sebagai pilihan parameter dalam displayText(). Minta peserta didik membandingkan tampilan dan memilih efek berdasarkan keterbacaan pesan, bukan sekadar variasi.
Saran visual: Daftar efek dengan keterangan singkat dan panel LED ilustratif.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Jelaskan array sebagai variabel yang menyimpan beberapa nilai sekaligus. Jangan meminta peserta didik menyalin kode tanpa memahami bahwa indeks berganti setelah animasi selesai.
Saran visual: Cuplikan kode di kiri dan urutan tiga pesan di kanan yang dihubungkan panah.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Dorong peserta didik tidak menebak secara acak. Gunakan tabel debugging pada LKPD dan ingatkan bahwa error adalah bagian dari proses eksperimen. Untuk teks acak/terbalik, cek konfigurasi jenis hardware dan sambungan pin.
Saran visual: Tabel debugging empat kolom dengan tiga contoh gejala dan alur pemecahan masalah di bawah.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Lakukan monitoring seperti dalam modul: target proyek, observasi kemajuan, pencatatan error, perbaikan dan pengujian ulang. Tutor sebaya membantu pemahaman, bukan mengambil alih pengerjaan proyek individu.
Saran visual: Alur lima langkah proyek dan dua panel strategi regulasi diri serta tutor sebaya.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Tunjukkan bahwa pembelajaran mendalam hadir di aktivitas nyata: mengamati dan mencoba (experiencing), menganalisis hasil (thinking), merefleksikan error (reflecting), lalu memperbaiki dan menguji ulang (acting). PSE termasuk self-awareness, self-management, social awareness, relationship skills, dan responsible decision-making.
Saran visual: Tiga panel mindful, meaningful, joyful dan satu alur Experiential Learning di bagian bawah.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Jangan langsung presentasi jika ada bagian penting yang belum diuji. Peserta didik melakukan finalisasi menggunakan daftar periksa modul; bantu memprioritaskan perbaikan yang memengaruhi fungsi dan keterbacaan.
Saran visual: Checklist lima butir dengan kotak centang besar dan pengingat untuk uji ulang.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Atur giliran presentasi sesuai rencana kelas. Rubrik menilai kejelasan dan keruntutan menjelaskan rangkaian, logika program, serta kendala. Teman memberikan umpan balik dengan menghargai karya dan pendapat.
Saran visual: Empat panduan presentasi di kiri dan panel etika memberi umpan balik di kanan.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Jelaskan bahwa rubrik pada modul memuat lima aspek. Gunakan kriteria untuk umpan balik, bukan hanya angka akhir; pastikan peserta didik memahami apa yang diharapkan pada tiap aspek.
Saran visual: Tabel rubrik lima aspek dan empat tingkat capaian, dengan warna aksen pada judul kolom.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Kunci untuk guru: (1) LED disusun 8 baris × 8 kolom; program menyalakan LED tertentu untuk membentuk pola huruf. (2) MD_Parola menyediakan fungsi siap pakai untuk teks dan animasi. (3) Input: teks dalam program/tombol; proses: Arduino menjalankan program dan library; output: tulisan bergerak pada LED Matrix.
Saran visual: Tiga kartu soal bernomor dengan ruang visual luas agar peserta didik fokus membaca pertanyaan.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Kunci untuk guru: (4) perbesar nilai speed pada displayText(), misalnya 100 menjadi 200. (5) hardware type bisa tidak sesuai atau kabel DIN/CLK/CS tertukar; ganti jenis perangkat FC16_HW/PAROLA_HW dan periksa sambungan. Lampiran bahan bacaan juga menyebut GENERIC_HW sebagai opsi bila tampilan bermasalah.
Saran visual: Dua kartu soal dengan penekanan angka besar dan pengingat menggunakan bukti pengujian.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Akhiri dengan refleksi peserta didik dan penilaian diri. Pertanyaan berasal dari lembar refleksi peserta didik pada modul. Minta satu atau dua peserta didik berbagi temuan atau hal yang ingin dikembangkan.
Saran visual: Daftar simpulan di kiri dan empat pertanyaan refleksi dalam panel di kanan.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guru / fasilitasi: Gunakan tindak lanjut berdasarkan kriteria ketercapaian pada modul. Pengayaan untuk nilai ≥ KKTP dan remedial untuk nilai &lt; KKTP; sesuaikan intensitas pendampingan dengan kebutuhan individu.
Saran visual: Dua panel seimbang: pengayaan hijau dan remedial oranye, masing-masing berisi empat opsi tindak lanjut.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DARK">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42E0CB"/>
          </a:solidFill>
          <a:ln w="12700">
            <a:solidFill>
              <a:srgbClr val="42E0CB">
                <a:alpha val="0"/>
              </a:srgbClr>
            </a:solidFill>
            <a:prstDash val="solid"/>
          </a:ln>
        </p:spPr>
      </p:sp>
      <p:sp>
        <p:nvSpPr>
          <p:cNvPr id="3" name="Shape 1"/>
          <p:cNvSpPr/>
          <p:nvPr/>
        </p:nvSpPr>
        <p:spPr>
          <a:xfrm>
            <a:off x="566928" y="6473952"/>
            <a:ext cx="11018520" cy="0"/>
          </a:xfrm>
          <a:prstGeom prst="line">
            <a:avLst/>
          </a:prstGeom>
          <a:noFill/>
          <a:ln w="10160">
            <a:solidFill>
              <a:srgbClr val="26354D"/>
            </a:solidFill>
            <a:prstDash val="solid"/>
          </a:ln>
        </p:spPr>
      </p:sp>
      <p:sp>
        <p:nvSpPr>
          <p:cNvPr id="4" name="Text 2"/>
          <p:cNvSpPr/>
          <p:nvPr/>
        </p:nvSpPr>
        <p:spPr>
          <a:xfrm>
            <a:off x="594360" y="6537960"/>
            <a:ext cx="3840480" cy="146304"/>
          </a:xfrm>
          <a:prstGeom prst="rect">
            <a:avLst/>
          </a:prstGeom>
          <a:noFill/>
          <a:ln/>
        </p:spPr>
        <p:txBody>
          <a:bodyPr wrap="square" lIns="0" tIns="0" rIns="0" bIns="0" rtlCol="0" anchor="ctr"/>
          <a:lstStyle/>
          <a:p>
            <a:pPr marL="0" indent="0">
              <a:buNone/>
            </a:pPr>
            <a:r>
              <a:rPr lang="en-US" sz="800" dirty="0">
                <a:solidFill>
                  <a:srgbClr val="8292A9"/>
                </a:solidFill>
                <a:latin typeface="Noto Sans" pitchFamily="34" charset="0"/>
                <a:ea typeface="Noto Sans" pitchFamily="34" charset="-122"/>
                <a:cs typeface="Noto Sans" pitchFamily="34" charset="-120"/>
              </a:rPr>
              <a:t>INFORMATIKA XII  •  MODUL 2</a:t>
            </a:r>
            <a:endParaRPr lang="en-US" sz="800" dirty="0"/>
          </a:p>
        </p:txBody>
      </p:sp>
      <p:sp>
        <p:nvSpPr>
          <p:cNvPr id="25"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Shape 6"/>
          <p:cNvSpPr/>
          <p:nvPr/>
        </p:nvSpPr>
        <p:spPr>
          <a:xfrm>
            <a:off x="658368" y="512064"/>
            <a:ext cx="2514600" cy="292608"/>
          </a:xfrm>
          <a:prstGeom prst="roundRect">
            <a:avLst>
              <a:gd name="adj" fmla="val 37500"/>
            </a:avLst>
          </a:prstGeom>
          <a:solidFill>
            <a:srgbClr val="42E0CB">
              <a:alpha val="16000"/>
            </a:srgbClr>
          </a:solidFill>
          <a:ln w="10160">
            <a:solidFill>
              <a:srgbClr val="42E0CB">
                <a:alpha val="80000"/>
              </a:srgbClr>
            </a:solidFill>
            <a:prstDash val="solid"/>
          </a:ln>
        </p:spPr>
      </p:sp>
      <p:sp>
        <p:nvSpPr>
          <p:cNvPr id="9" name="Text 7"/>
          <p:cNvSpPr txBox="1"/>
          <p:nvPr/>
        </p:nvSpPr>
        <p:spPr>
          <a:xfrm>
            <a:off x="740664" y="525780"/>
            <a:ext cx="2350008" cy="256032"/>
          </a:xfrm>
          <a:prstGeom prst="rect">
            <a:avLst/>
          </a:prstGeom>
          <a:noFill/>
          <a:ln/>
        </p:spPr>
        <p:txBody>
          <a:bodyPr wrap="square" lIns="381" tIns="381" rIns="381" bIns="381" rtlCol="0" anchor="ctr">
            <a:normAutofit/>
          </a:bodyPr>
          <a:lstStyle/>
          <a:p>
            <a:pPr marL="0" indent="0" algn="ctr">
              <a:buNone/>
            </a:pPr>
            <a:r>
              <a:rPr lang="en-US" sz="900" b="1" dirty="0">
                <a:solidFill>
                  <a:srgbClr val="42E0CB"/>
                </a:solidFill>
                <a:latin typeface="Noto Sans" pitchFamily="34" charset="0"/>
                <a:ea typeface="Noto Sans" pitchFamily="34" charset="-122"/>
                <a:cs typeface="Noto Sans" pitchFamily="34" charset="-120"/>
              </a:rPr>
              <a:t>MODUL 2  •  FASE F / KELAS XII</a:t>
            </a:r>
            <a:endParaRPr lang="en-US" sz="900" dirty="0"/>
          </a:p>
        </p:txBody>
      </p:sp>
      <p:sp>
        <p:nvSpPr>
          <p:cNvPr id="10" name="Text 8"/>
          <p:cNvSpPr txBox="1"/>
          <p:nvPr/>
        </p:nvSpPr>
        <p:spPr>
          <a:xfrm>
            <a:off x="658368" y="1234440"/>
            <a:ext cx="5852160" cy="676656"/>
          </a:xfrm>
          <a:prstGeom prst="rect">
            <a:avLst/>
          </a:prstGeom>
          <a:noFill/>
          <a:ln/>
        </p:spPr>
        <p:txBody>
          <a:bodyPr wrap="square" lIns="381" tIns="381" rIns="381" bIns="381" rtlCol="0" anchor="ctr">
            <a:normAutofit/>
          </a:bodyPr>
          <a:lstStyle/>
          <a:p>
            <a:pPr marL="0" indent="0" algn="l">
              <a:buNone/>
            </a:pPr>
            <a:r>
              <a:rPr lang="en-US" sz="3800" b="1" dirty="0">
                <a:solidFill>
                  <a:srgbClr val="F3F7FC"/>
                </a:solidFill>
                <a:latin typeface="Noto Sans" pitchFamily="34" charset="0"/>
                <a:ea typeface="Noto Sans" pitchFamily="34" charset="-122"/>
                <a:cs typeface="Noto Sans" pitchFamily="34" charset="-120"/>
              </a:rPr>
              <a:t>RUNNING TEXT</a:t>
            </a:r>
            <a:endParaRPr lang="en-US" sz="3800" dirty="0"/>
          </a:p>
        </p:txBody>
      </p:sp>
      <p:sp>
        <p:nvSpPr>
          <p:cNvPr id="11" name="Text 9"/>
          <p:cNvSpPr txBox="1"/>
          <p:nvPr/>
        </p:nvSpPr>
        <p:spPr>
          <a:xfrm>
            <a:off x="658368" y="1920240"/>
            <a:ext cx="5852160" cy="676656"/>
          </a:xfrm>
          <a:prstGeom prst="rect">
            <a:avLst/>
          </a:prstGeom>
          <a:noFill/>
          <a:ln/>
        </p:spPr>
        <p:txBody>
          <a:bodyPr wrap="square" lIns="381" tIns="381" rIns="381" bIns="381" rtlCol="0" anchor="ctr">
            <a:normAutofit/>
          </a:bodyPr>
          <a:lstStyle/>
          <a:p>
            <a:pPr marL="0" indent="0" algn="l">
              <a:buNone/>
            </a:pPr>
            <a:r>
              <a:rPr lang="en-US" sz="3800" b="1" dirty="0">
                <a:solidFill>
                  <a:srgbClr val="42E0CB"/>
                </a:solidFill>
                <a:latin typeface="Noto Sans" pitchFamily="34" charset="0"/>
                <a:ea typeface="Noto Sans" pitchFamily="34" charset="-122"/>
                <a:cs typeface="Noto Sans" pitchFamily="34" charset="-120"/>
              </a:rPr>
              <a:t>LED MATRIX</a:t>
            </a:r>
            <a:endParaRPr lang="en-US" sz="3800" dirty="0"/>
          </a:p>
        </p:txBody>
      </p:sp>
      <p:sp>
        <p:nvSpPr>
          <p:cNvPr id="12" name="Text 10"/>
          <p:cNvSpPr txBox="1"/>
          <p:nvPr/>
        </p:nvSpPr>
        <p:spPr>
          <a:xfrm>
            <a:off x="694944" y="2761488"/>
            <a:ext cx="5303520" cy="502920"/>
          </a:xfrm>
          <a:prstGeom prst="rect">
            <a:avLst/>
          </a:prstGeom>
          <a:noFill/>
          <a:ln/>
        </p:spPr>
        <p:txBody>
          <a:bodyPr wrap="square" lIns="381" tIns="381" rIns="381" bIns="381" rtlCol="0" anchor="ctr">
            <a:normAutofit/>
          </a:bodyPr>
          <a:lstStyle/>
          <a:p>
            <a:pPr marL="0" indent="0" algn="l">
              <a:buNone/>
            </a:pPr>
            <a:r>
              <a:rPr lang="en-US" sz="1800" dirty="0">
                <a:solidFill>
                  <a:srgbClr val="B7C4D8"/>
                </a:solidFill>
                <a:latin typeface="Noto Sans" pitchFamily="34" charset="0"/>
                <a:ea typeface="Noto Sans" pitchFamily="34" charset="-122"/>
                <a:cs typeface="Noto Sans" pitchFamily="34" charset="-120"/>
              </a:rPr>
              <a:t>dan Proyek Individu Berbasis Arduino Uno</a:t>
            </a:r>
            <a:endParaRPr lang="en-US" sz="1800" dirty="0"/>
          </a:p>
        </p:txBody>
      </p:sp>
      <p:sp>
        <p:nvSpPr>
          <p:cNvPr id="13" name="Shape 11"/>
          <p:cNvSpPr/>
          <p:nvPr/>
        </p:nvSpPr>
        <p:spPr>
          <a:xfrm>
            <a:off x="704088" y="3474720"/>
            <a:ext cx="4645152" cy="0"/>
          </a:xfrm>
          <a:prstGeom prst="line">
            <a:avLst/>
          </a:prstGeom>
          <a:noFill/>
          <a:ln w="16510">
            <a:solidFill>
              <a:srgbClr val="2A3A54"/>
            </a:solidFill>
            <a:prstDash val="solid"/>
            <a:headEnd type="none"/>
            <a:tailEnd type="none"/>
          </a:ln>
        </p:spPr>
      </p:sp>
      <p:sp>
        <p:nvSpPr>
          <p:cNvPr id="14" name="Text 12"/>
          <p:cNvSpPr txBox="1"/>
          <p:nvPr/>
        </p:nvSpPr>
        <p:spPr>
          <a:xfrm>
            <a:off x="704088" y="3730752"/>
            <a:ext cx="5120640" cy="320040"/>
          </a:xfrm>
          <a:prstGeom prst="rect">
            <a:avLst/>
          </a:prstGeom>
          <a:noFill/>
          <a:ln/>
        </p:spPr>
        <p:txBody>
          <a:bodyPr wrap="square" lIns="381" tIns="381" rIns="381" bIns="381" rtlCol="0" anchor="ctr">
            <a:normAutofit/>
          </a:bodyPr>
          <a:lstStyle/>
          <a:p>
            <a:pPr marL="0" indent="0" algn="l">
              <a:buNone/>
            </a:pPr>
            <a:r>
              <a:rPr lang="en-US" sz="1400" b="1" dirty="0">
                <a:solidFill>
                  <a:srgbClr val="F3F7FC"/>
                </a:solidFill>
                <a:latin typeface="Noto Sans" pitchFamily="34" charset="0"/>
                <a:ea typeface="Noto Sans" pitchFamily="34" charset="-122"/>
                <a:cs typeface="Noto Sans" pitchFamily="34" charset="-120"/>
              </a:rPr>
              <a:t>Informatika • SMA Negeri Colomadu</a:t>
            </a:r>
            <a:endParaRPr lang="en-US" sz="1400" dirty="0"/>
          </a:p>
        </p:txBody>
      </p:sp>
      <p:sp>
        <p:nvSpPr>
          <p:cNvPr id="15" name="Text 13"/>
          <p:cNvSpPr txBox="1"/>
          <p:nvPr/>
        </p:nvSpPr>
        <p:spPr>
          <a:xfrm>
            <a:off x="704088" y="4114800"/>
            <a:ext cx="5120640" cy="256032"/>
          </a:xfrm>
          <a:prstGeom prst="rect">
            <a:avLst/>
          </a:prstGeom>
          <a:noFill/>
          <a:ln/>
        </p:spPr>
        <p:txBody>
          <a:bodyPr wrap="square" lIns="381" tIns="381" rIns="381" bIns="381" rtlCol="0" anchor="ctr">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Penyusun: Erwin Fajariansyah</a:t>
            </a:r>
            <a:endParaRPr lang="en-US" sz="1200" dirty="0"/>
          </a:p>
        </p:txBody>
      </p:sp>
      <p:sp>
        <p:nvSpPr>
          <p:cNvPr id="16" name="Text 14"/>
          <p:cNvSpPr txBox="1"/>
          <p:nvPr/>
        </p:nvSpPr>
        <p:spPr>
          <a:xfrm>
            <a:off x="704088" y="5120640"/>
            <a:ext cx="5212080" cy="320040"/>
          </a:xfrm>
          <a:prstGeom prst="rect">
            <a:avLst/>
          </a:prstGeom>
          <a:noFill/>
          <a:ln/>
        </p:spPr>
        <p:txBody>
          <a:bodyPr wrap="square" lIns="381" tIns="381" rIns="381" bIns="381" rtlCol="0" anchor="ctr">
            <a:normAutofit/>
          </a:bodyPr>
          <a:lstStyle/>
          <a:p>
            <a:pPr marL="0" indent="0" algn="l">
              <a:buNone/>
            </a:pPr>
            <a:r>
              <a:rPr lang="en-US" sz="1300" b="1" dirty="0">
                <a:solidFill>
                  <a:srgbClr val="FFB45E"/>
                </a:solidFill>
                <a:latin typeface="Noto Sans" pitchFamily="34" charset="0"/>
                <a:ea typeface="Noto Sans" pitchFamily="34" charset="-122"/>
                <a:cs typeface="Noto Sans" pitchFamily="34" charset="-120"/>
              </a:rPr>
              <a:t>Amati • Rancang • Uji • Presentasikan</a:t>
            </a:r>
            <a:endParaRPr lang="en-US" sz="1300" dirty="0"/>
          </a:p>
        </p:txBody>
      </p:sp>
      <p:sp>
        <p:nvSpPr>
          <p:cNvPr id="17" name="Shape 15"/>
          <p:cNvSpPr/>
          <p:nvPr/>
        </p:nvSpPr>
        <p:spPr>
          <a:xfrm>
            <a:off x="6510528" y="987552"/>
            <a:ext cx="4919472" cy="4526280"/>
          </a:xfrm>
          <a:prstGeom prst="roundRect">
            <a:avLst>
              <a:gd name="adj" fmla="val 2424"/>
            </a:avLst>
          </a:prstGeom>
          <a:solidFill>
            <a:srgbClr val="101B2E"/>
          </a:solidFill>
          <a:ln w="15240">
            <a:solidFill>
              <a:srgbClr val="29445B"/>
            </a:solidFill>
            <a:prstDash val="solid"/>
          </a:ln>
        </p:spPr>
      </p:sp>
      <p:sp>
        <p:nvSpPr>
          <p:cNvPr id="18" name="Text 16"/>
          <p:cNvSpPr txBox="1"/>
          <p:nvPr/>
        </p:nvSpPr>
        <p:spPr>
          <a:xfrm>
            <a:off x="6903720" y="1298448"/>
            <a:ext cx="4114800" cy="228600"/>
          </a:xfrm>
          <a:prstGeom prst="rect">
            <a:avLst/>
          </a:prstGeom>
          <a:noFill/>
          <a:ln/>
        </p:spPr>
        <p:txBody>
          <a:bodyPr wrap="square" lIns="381" tIns="381" rIns="381" bIns="381" rtlCol="0" anchor="ctr">
            <a:normAutofit/>
          </a:bodyPr>
          <a:lstStyle/>
          <a:p>
            <a:pPr marL="0" indent="0" algn="ctr">
              <a:buNone/>
            </a:pPr>
            <a:r>
              <a:rPr lang="en-US" sz="1000" b="1" kern="0" spc="150" dirty="0">
                <a:solidFill>
                  <a:srgbClr val="8292A9"/>
                </a:solidFill>
                <a:latin typeface="Noto Sans" pitchFamily="34" charset="0"/>
                <a:ea typeface="Noto Sans" pitchFamily="34" charset="-122"/>
                <a:cs typeface="Noto Sans" pitchFamily="34" charset="-120"/>
              </a:rPr>
              <a:t>PAPAN INFORMASI DIGITAL</a:t>
            </a:r>
            <a:endParaRPr lang="en-US" sz="1000" dirty="0"/>
          </a:p>
        </p:txBody>
      </p:sp>
      <p:sp>
        <p:nvSpPr>
          <p:cNvPr id="19" name="Shape 17"/>
          <p:cNvSpPr/>
          <p:nvPr/>
        </p:nvSpPr>
        <p:spPr>
          <a:xfrm>
            <a:off x="6976872" y="1828800"/>
            <a:ext cx="4005072" cy="1207008"/>
          </a:xfrm>
          <a:prstGeom prst="roundRect">
            <a:avLst>
              <a:gd name="adj" fmla="val 9091"/>
            </a:avLst>
          </a:prstGeom>
          <a:solidFill>
            <a:srgbClr val="08131D"/>
          </a:solidFill>
          <a:ln w="15240">
            <a:solidFill>
              <a:srgbClr val="3A5967"/>
            </a:solidFill>
            <a:prstDash val="solid"/>
          </a:ln>
        </p:spPr>
      </p:sp>
      <p:sp>
        <p:nvSpPr>
          <p:cNvPr id="20" name="Shape 18"/>
          <p:cNvSpPr/>
          <p:nvPr/>
        </p:nvSpPr>
        <p:spPr>
          <a:xfrm>
            <a:off x="7538588" y="1938528"/>
            <a:ext cx="64008" cy="64008"/>
          </a:xfrm>
          <a:prstGeom prst="ellipse">
            <a:avLst/>
          </a:prstGeom>
          <a:solidFill>
            <a:srgbClr val="26364E">
              <a:alpha val="84000"/>
            </a:srgbClr>
          </a:solidFill>
          <a:ln w="3810">
            <a:solidFill>
              <a:srgbClr val="26364E">
                <a:alpha val="0"/>
              </a:srgbClr>
            </a:solidFill>
            <a:prstDash val="solid"/>
          </a:ln>
        </p:spPr>
      </p:sp>
      <p:sp>
        <p:nvSpPr>
          <p:cNvPr id="21" name="Shape 19"/>
          <p:cNvSpPr/>
          <p:nvPr/>
        </p:nvSpPr>
        <p:spPr>
          <a:xfrm>
            <a:off x="7629479" y="1938528"/>
            <a:ext cx="64008" cy="64008"/>
          </a:xfrm>
          <a:prstGeom prst="ellipse">
            <a:avLst/>
          </a:prstGeom>
          <a:solidFill>
            <a:srgbClr val="26364E">
              <a:alpha val="84000"/>
            </a:srgbClr>
          </a:solidFill>
          <a:ln w="3810">
            <a:solidFill>
              <a:srgbClr val="26364E">
                <a:alpha val="0"/>
              </a:srgbClr>
            </a:solidFill>
            <a:prstDash val="solid"/>
          </a:ln>
        </p:spPr>
      </p:sp>
      <p:sp>
        <p:nvSpPr>
          <p:cNvPr id="22" name="Shape 20"/>
          <p:cNvSpPr/>
          <p:nvPr/>
        </p:nvSpPr>
        <p:spPr>
          <a:xfrm>
            <a:off x="7720371" y="1938528"/>
            <a:ext cx="64008" cy="64008"/>
          </a:xfrm>
          <a:prstGeom prst="ellipse">
            <a:avLst/>
          </a:prstGeom>
          <a:solidFill>
            <a:srgbClr val="42E0CB"/>
          </a:solidFill>
          <a:ln w="3810">
            <a:solidFill>
              <a:srgbClr val="42E0CB">
                <a:alpha val="0"/>
              </a:srgbClr>
            </a:solidFill>
            <a:prstDash val="solid"/>
          </a:ln>
        </p:spPr>
      </p:sp>
      <p:sp>
        <p:nvSpPr>
          <p:cNvPr id="23" name="Shape 21"/>
          <p:cNvSpPr/>
          <p:nvPr/>
        </p:nvSpPr>
        <p:spPr>
          <a:xfrm>
            <a:off x="7811262" y="1938528"/>
            <a:ext cx="64008" cy="64008"/>
          </a:xfrm>
          <a:prstGeom prst="ellipse">
            <a:avLst/>
          </a:prstGeom>
          <a:solidFill>
            <a:srgbClr val="26364E">
              <a:alpha val="84000"/>
            </a:srgbClr>
          </a:solidFill>
          <a:ln w="3810">
            <a:solidFill>
              <a:srgbClr val="26364E">
                <a:alpha val="0"/>
              </a:srgbClr>
            </a:solidFill>
            <a:prstDash val="solid"/>
          </a:ln>
        </p:spPr>
      </p:sp>
      <p:sp>
        <p:nvSpPr>
          <p:cNvPr id="24" name="Shape 22"/>
          <p:cNvSpPr/>
          <p:nvPr/>
        </p:nvSpPr>
        <p:spPr>
          <a:xfrm>
            <a:off x="7902153" y="1938528"/>
            <a:ext cx="64008" cy="64008"/>
          </a:xfrm>
          <a:prstGeom prst="ellipse">
            <a:avLst/>
          </a:prstGeom>
          <a:solidFill>
            <a:srgbClr val="26364E">
              <a:alpha val="84000"/>
            </a:srgbClr>
          </a:solidFill>
          <a:ln w="3810">
            <a:solidFill>
              <a:srgbClr val="26364E">
                <a:alpha val="0"/>
              </a:srgbClr>
            </a:solidFill>
            <a:prstDash val="solid"/>
          </a:ln>
        </p:spPr>
      </p:sp>
      <p:sp>
        <p:nvSpPr>
          <p:cNvPr id="25" name="Shape 23"/>
          <p:cNvSpPr/>
          <p:nvPr/>
        </p:nvSpPr>
        <p:spPr>
          <a:xfrm>
            <a:off x="7993045" y="1938528"/>
            <a:ext cx="64008" cy="64008"/>
          </a:xfrm>
          <a:prstGeom prst="ellipse">
            <a:avLst/>
          </a:prstGeom>
          <a:solidFill>
            <a:srgbClr val="26364E">
              <a:alpha val="84000"/>
            </a:srgbClr>
          </a:solidFill>
          <a:ln w="3810">
            <a:solidFill>
              <a:srgbClr val="26364E">
                <a:alpha val="0"/>
              </a:srgbClr>
            </a:solidFill>
            <a:prstDash val="solid"/>
          </a:ln>
        </p:spPr>
      </p:sp>
      <p:sp>
        <p:nvSpPr>
          <p:cNvPr id="26" name="Shape 24"/>
          <p:cNvSpPr/>
          <p:nvPr/>
        </p:nvSpPr>
        <p:spPr>
          <a:xfrm>
            <a:off x="8083936" y="1938528"/>
            <a:ext cx="64008" cy="64008"/>
          </a:xfrm>
          <a:prstGeom prst="ellipse">
            <a:avLst/>
          </a:prstGeom>
          <a:solidFill>
            <a:srgbClr val="26364E">
              <a:alpha val="84000"/>
            </a:srgbClr>
          </a:solidFill>
          <a:ln w="3810">
            <a:solidFill>
              <a:srgbClr val="26364E">
                <a:alpha val="0"/>
              </a:srgbClr>
            </a:solidFill>
            <a:prstDash val="solid"/>
          </a:ln>
        </p:spPr>
      </p:sp>
      <p:sp>
        <p:nvSpPr>
          <p:cNvPr id="27" name="Shape 25"/>
          <p:cNvSpPr/>
          <p:nvPr/>
        </p:nvSpPr>
        <p:spPr>
          <a:xfrm>
            <a:off x="8174827" y="1938528"/>
            <a:ext cx="64008" cy="64008"/>
          </a:xfrm>
          <a:prstGeom prst="ellipse">
            <a:avLst/>
          </a:prstGeom>
          <a:solidFill>
            <a:srgbClr val="26364E">
              <a:alpha val="84000"/>
            </a:srgbClr>
          </a:solidFill>
          <a:ln w="3810">
            <a:solidFill>
              <a:srgbClr val="26364E">
                <a:alpha val="0"/>
              </a:srgbClr>
            </a:solidFill>
            <a:prstDash val="solid"/>
          </a:ln>
        </p:spPr>
      </p:sp>
      <p:sp>
        <p:nvSpPr>
          <p:cNvPr id="28" name="Shape 26"/>
          <p:cNvSpPr/>
          <p:nvPr/>
        </p:nvSpPr>
        <p:spPr>
          <a:xfrm>
            <a:off x="8265719" y="1938528"/>
            <a:ext cx="64008" cy="64008"/>
          </a:xfrm>
          <a:prstGeom prst="ellipse">
            <a:avLst/>
          </a:prstGeom>
          <a:solidFill>
            <a:srgbClr val="26364E">
              <a:alpha val="84000"/>
            </a:srgbClr>
          </a:solidFill>
          <a:ln w="3810">
            <a:solidFill>
              <a:srgbClr val="26364E">
                <a:alpha val="0"/>
              </a:srgbClr>
            </a:solidFill>
            <a:prstDash val="solid"/>
          </a:ln>
        </p:spPr>
      </p:sp>
      <p:sp>
        <p:nvSpPr>
          <p:cNvPr id="29" name="Shape 27"/>
          <p:cNvSpPr/>
          <p:nvPr/>
        </p:nvSpPr>
        <p:spPr>
          <a:xfrm>
            <a:off x="8356610" y="1938528"/>
            <a:ext cx="64008" cy="64008"/>
          </a:xfrm>
          <a:prstGeom prst="ellipse">
            <a:avLst/>
          </a:prstGeom>
          <a:solidFill>
            <a:srgbClr val="26364E">
              <a:alpha val="84000"/>
            </a:srgbClr>
          </a:solidFill>
          <a:ln w="3810">
            <a:solidFill>
              <a:srgbClr val="26364E">
                <a:alpha val="0"/>
              </a:srgbClr>
            </a:solidFill>
            <a:prstDash val="solid"/>
          </a:ln>
        </p:spPr>
      </p:sp>
      <p:sp>
        <p:nvSpPr>
          <p:cNvPr id="30" name="Shape 28"/>
          <p:cNvSpPr/>
          <p:nvPr/>
        </p:nvSpPr>
        <p:spPr>
          <a:xfrm>
            <a:off x="8447502" y="1938528"/>
            <a:ext cx="64008" cy="64008"/>
          </a:xfrm>
          <a:prstGeom prst="ellipse">
            <a:avLst/>
          </a:prstGeom>
          <a:solidFill>
            <a:srgbClr val="26364E">
              <a:alpha val="84000"/>
            </a:srgbClr>
          </a:solidFill>
          <a:ln w="3810">
            <a:solidFill>
              <a:srgbClr val="26364E">
                <a:alpha val="0"/>
              </a:srgbClr>
            </a:solidFill>
            <a:prstDash val="solid"/>
          </a:ln>
        </p:spPr>
      </p:sp>
      <p:sp>
        <p:nvSpPr>
          <p:cNvPr id="31" name="Shape 29"/>
          <p:cNvSpPr/>
          <p:nvPr/>
        </p:nvSpPr>
        <p:spPr>
          <a:xfrm>
            <a:off x="8538393" y="1938528"/>
            <a:ext cx="64008" cy="64008"/>
          </a:xfrm>
          <a:prstGeom prst="ellipse">
            <a:avLst/>
          </a:prstGeom>
          <a:solidFill>
            <a:srgbClr val="26364E">
              <a:alpha val="84000"/>
            </a:srgbClr>
          </a:solidFill>
          <a:ln w="3810">
            <a:solidFill>
              <a:srgbClr val="26364E">
                <a:alpha val="0"/>
              </a:srgbClr>
            </a:solidFill>
            <a:prstDash val="solid"/>
          </a:ln>
        </p:spPr>
      </p:sp>
      <p:sp>
        <p:nvSpPr>
          <p:cNvPr id="32" name="Shape 30"/>
          <p:cNvSpPr/>
          <p:nvPr/>
        </p:nvSpPr>
        <p:spPr>
          <a:xfrm>
            <a:off x="8629284" y="1938528"/>
            <a:ext cx="64008" cy="64008"/>
          </a:xfrm>
          <a:prstGeom prst="ellipse">
            <a:avLst/>
          </a:prstGeom>
          <a:solidFill>
            <a:srgbClr val="26364E">
              <a:alpha val="84000"/>
            </a:srgbClr>
          </a:solidFill>
          <a:ln w="3810">
            <a:solidFill>
              <a:srgbClr val="26364E">
                <a:alpha val="0"/>
              </a:srgbClr>
            </a:solidFill>
            <a:prstDash val="solid"/>
          </a:ln>
        </p:spPr>
      </p:sp>
      <p:sp>
        <p:nvSpPr>
          <p:cNvPr id="33" name="Shape 31"/>
          <p:cNvSpPr/>
          <p:nvPr/>
        </p:nvSpPr>
        <p:spPr>
          <a:xfrm>
            <a:off x="8720176" y="1938528"/>
            <a:ext cx="64008" cy="64008"/>
          </a:xfrm>
          <a:prstGeom prst="ellipse">
            <a:avLst/>
          </a:prstGeom>
          <a:solidFill>
            <a:srgbClr val="26364E">
              <a:alpha val="84000"/>
            </a:srgbClr>
          </a:solidFill>
          <a:ln w="3810">
            <a:solidFill>
              <a:srgbClr val="26364E">
                <a:alpha val="0"/>
              </a:srgbClr>
            </a:solidFill>
            <a:prstDash val="solid"/>
          </a:ln>
        </p:spPr>
      </p:sp>
      <p:sp>
        <p:nvSpPr>
          <p:cNvPr id="34" name="Shape 32"/>
          <p:cNvSpPr/>
          <p:nvPr/>
        </p:nvSpPr>
        <p:spPr>
          <a:xfrm>
            <a:off x="8811067" y="1938528"/>
            <a:ext cx="64008" cy="64008"/>
          </a:xfrm>
          <a:prstGeom prst="ellipse">
            <a:avLst/>
          </a:prstGeom>
          <a:solidFill>
            <a:srgbClr val="26364E">
              <a:alpha val="84000"/>
            </a:srgbClr>
          </a:solidFill>
          <a:ln w="3810">
            <a:solidFill>
              <a:srgbClr val="26364E">
                <a:alpha val="0"/>
              </a:srgbClr>
            </a:solidFill>
            <a:prstDash val="solid"/>
          </a:ln>
        </p:spPr>
      </p:sp>
      <p:sp>
        <p:nvSpPr>
          <p:cNvPr id="35" name="Shape 33"/>
          <p:cNvSpPr/>
          <p:nvPr/>
        </p:nvSpPr>
        <p:spPr>
          <a:xfrm>
            <a:off x="8901958" y="1938528"/>
            <a:ext cx="64008" cy="64008"/>
          </a:xfrm>
          <a:prstGeom prst="ellipse">
            <a:avLst/>
          </a:prstGeom>
          <a:solidFill>
            <a:srgbClr val="26364E">
              <a:alpha val="84000"/>
            </a:srgbClr>
          </a:solidFill>
          <a:ln w="3810">
            <a:solidFill>
              <a:srgbClr val="26364E">
                <a:alpha val="0"/>
              </a:srgbClr>
            </a:solidFill>
            <a:prstDash val="solid"/>
          </a:ln>
        </p:spPr>
      </p:sp>
      <p:sp>
        <p:nvSpPr>
          <p:cNvPr id="36" name="Shape 34"/>
          <p:cNvSpPr/>
          <p:nvPr/>
        </p:nvSpPr>
        <p:spPr>
          <a:xfrm>
            <a:off x="8992850" y="1938528"/>
            <a:ext cx="64008" cy="64008"/>
          </a:xfrm>
          <a:prstGeom prst="ellipse">
            <a:avLst/>
          </a:prstGeom>
          <a:solidFill>
            <a:srgbClr val="26364E">
              <a:alpha val="84000"/>
            </a:srgbClr>
          </a:solidFill>
          <a:ln w="3810">
            <a:solidFill>
              <a:srgbClr val="26364E">
                <a:alpha val="0"/>
              </a:srgbClr>
            </a:solidFill>
            <a:prstDash val="solid"/>
          </a:ln>
        </p:spPr>
      </p:sp>
      <p:sp>
        <p:nvSpPr>
          <p:cNvPr id="37" name="Shape 35"/>
          <p:cNvSpPr/>
          <p:nvPr/>
        </p:nvSpPr>
        <p:spPr>
          <a:xfrm>
            <a:off x="9083741" y="1938528"/>
            <a:ext cx="64008" cy="64008"/>
          </a:xfrm>
          <a:prstGeom prst="ellipse">
            <a:avLst/>
          </a:prstGeom>
          <a:solidFill>
            <a:srgbClr val="26364E">
              <a:alpha val="84000"/>
            </a:srgbClr>
          </a:solidFill>
          <a:ln w="3810">
            <a:solidFill>
              <a:srgbClr val="26364E">
                <a:alpha val="0"/>
              </a:srgbClr>
            </a:solidFill>
            <a:prstDash val="solid"/>
          </a:ln>
        </p:spPr>
      </p:sp>
      <p:sp>
        <p:nvSpPr>
          <p:cNvPr id="38" name="Shape 36"/>
          <p:cNvSpPr/>
          <p:nvPr/>
        </p:nvSpPr>
        <p:spPr>
          <a:xfrm>
            <a:off x="9174632" y="1938528"/>
            <a:ext cx="64008" cy="64008"/>
          </a:xfrm>
          <a:prstGeom prst="ellipse">
            <a:avLst/>
          </a:prstGeom>
          <a:solidFill>
            <a:srgbClr val="26364E">
              <a:alpha val="84000"/>
            </a:srgbClr>
          </a:solidFill>
          <a:ln w="3810">
            <a:solidFill>
              <a:srgbClr val="26364E">
                <a:alpha val="0"/>
              </a:srgbClr>
            </a:solidFill>
            <a:prstDash val="solid"/>
          </a:ln>
        </p:spPr>
      </p:sp>
      <p:sp>
        <p:nvSpPr>
          <p:cNvPr id="39" name="Shape 37"/>
          <p:cNvSpPr/>
          <p:nvPr/>
        </p:nvSpPr>
        <p:spPr>
          <a:xfrm>
            <a:off x="9265524" y="1938528"/>
            <a:ext cx="64008" cy="64008"/>
          </a:xfrm>
          <a:prstGeom prst="ellipse">
            <a:avLst/>
          </a:prstGeom>
          <a:solidFill>
            <a:srgbClr val="26364E">
              <a:alpha val="84000"/>
            </a:srgbClr>
          </a:solidFill>
          <a:ln w="3810">
            <a:solidFill>
              <a:srgbClr val="26364E">
                <a:alpha val="0"/>
              </a:srgbClr>
            </a:solidFill>
            <a:prstDash val="solid"/>
          </a:ln>
        </p:spPr>
      </p:sp>
      <p:sp>
        <p:nvSpPr>
          <p:cNvPr id="40" name="Shape 38"/>
          <p:cNvSpPr/>
          <p:nvPr/>
        </p:nvSpPr>
        <p:spPr>
          <a:xfrm>
            <a:off x="9356415" y="1938528"/>
            <a:ext cx="64008" cy="64008"/>
          </a:xfrm>
          <a:prstGeom prst="ellipse">
            <a:avLst/>
          </a:prstGeom>
          <a:solidFill>
            <a:srgbClr val="26364E">
              <a:alpha val="84000"/>
            </a:srgbClr>
          </a:solidFill>
          <a:ln w="3810">
            <a:solidFill>
              <a:srgbClr val="26364E">
                <a:alpha val="0"/>
              </a:srgbClr>
            </a:solidFill>
            <a:prstDash val="solid"/>
          </a:ln>
        </p:spPr>
      </p:sp>
      <p:sp>
        <p:nvSpPr>
          <p:cNvPr id="41" name="Shape 39"/>
          <p:cNvSpPr/>
          <p:nvPr/>
        </p:nvSpPr>
        <p:spPr>
          <a:xfrm>
            <a:off x="9447306" y="1938528"/>
            <a:ext cx="64008" cy="64008"/>
          </a:xfrm>
          <a:prstGeom prst="ellipse">
            <a:avLst/>
          </a:prstGeom>
          <a:solidFill>
            <a:srgbClr val="26364E">
              <a:alpha val="84000"/>
            </a:srgbClr>
          </a:solidFill>
          <a:ln w="3810">
            <a:solidFill>
              <a:srgbClr val="26364E">
                <a:alpha val="0"/>
              </a:srgbClr>
            </a:solidFill>
            <a:prstDash val="solid"/>
          </a:ln>
        </p:spPr>
      </p:sp>
      <p:sp>
        <p:nvSpPr>
          <p:cNvPr id="42" name="Shape 40"/>
          <p:cNvSpPr/>
          <p:nvPr/>
        </p:nvSpPr>
        <p:spPr>
          <a:xfrm>
            <a:off x="9538198" y="1938528"/>
            <a:ext cx="64008" cy="64008"/>
          </a:xfrm>
          <a:prstGeom prst="ellipse">
            <a:avLst/>
          </a:prstGeom>
          <a:solidFill>
            <a:srgbClr val="26364E">
              <a:alpha val="84000"/>
            </a:srgbClr>
          </a:solidFill>
          <a:ln w="3810">
            <a:solidFill>
              <a:srgbClr val="26364E">
                <a:alpha val="0"/>
              </a:srgbClr>
            </a:solidFill>
            <a:prstDash val="solid"/>
          </a:ln>
        </p:spPr>
      </p:sp>
      <p:sp>
        <p:nvSpPr>
          <p:cNvPr id="43" name="Shape 41"/>
          <p:cNvSpPr/>
          <p:nvPr/>
        </p:nvSpPr>
        <p:spPr>
          <a:xfrm>
            <a:off x="9629089" y="1938528"/>
            <a:ext cx="64008" cy="64008"/>
          </a:xfrm>
          <a:prstGeom prst="ellipse">
            <a:avLst/>
          </a:prstGeom>
          <a:solidFill>
            <a:srgbClr val="26364E">
              <a:alpha val="84000"/>
            </a:srgbClr>
          </a:solidFill>
          <a:ln w="3810">
            <a:solidFill>
              <a:srgbClr val="26364E">
                <a:alpha val="0"/>
              </a:srgbClr>
            </a:solidFill>
            <a:prstDash val="solid"/>
          </a:ln>
        </p:spPr>
      </p:sp>
      <p:sp>
        <p:nvSpPr>
          <p:cNvPr id="44" name="Shape 42"/>
          <p:cNvSpPr/>
          <p:nvPr/>
        </p:nvSpPr>
        <p:spPr>
          <a:xfrm>
            <a:off x="9719981" y="1938528"/>
            <a:ext cx="64008" cy="64008"/>
          </a:xfrm>
          <a:prstGeom prst="ellipse">
            <a:avLst/>
          </a:prstGeom>
          <a:solidFill>
            <a:srgbClr val="26364E">
              <a:alpha val="84000"/>
            </a:srgbClr>
          </a:solidFill>
          <a:ln w="3810">
            <a:solidFill>
              <a:srgbClr val="26364E">
                <a:alpha val="0"/>
              </a:srgbClr>
            </a:solidFill>
            <a:prstDash val="solid"/>
          </a:ln>
        </p:spPr>
      </p:sp>
      <p:sp>
        <p:nvSpPr>
          <p:cNvPr id="45" name="Shape 43"/>
          <p:cNvSpPr/>
          <p:nvPr/>
        </p:nvSpPr>
        <p:spPr>
          <a:xfrm>
            <a:off x="9810872" y="1938528"/>
            <a:ext cx="64008" cy="64008"/>
          </a:xfrm>
          <a:prstGeom prst="ellipse">
            <a:avLst/>
          </a:prstGeom>
          <a:solidFill>
            <a:srgbClr val="26364E">
              <a:alpha val="84000"/>
            </a:srgbClr>
          </a:solidFill>
          <a:ln w="3810">
            <a:solidFill>
              <a:srgbClr val="26364E">
                <a:alpha val="0"/>
              </a:srgbClr>
            </a:solidFill>
            <a:prstDash val="solid"/>
          </a:ln>
        </p:spPr>
      </p:sp>
      <p:sp>
        <p:nvSpPr>
          <p:cNvPr id="46" name="Shape 44"/>
          <p:cNvSpPr/>
          <p:nvPr/>
        </p:nvSpPr>
        <p:spPr>
          <a:xfrm>
            <a:off x="9901763" y="1938528"/>
            <a:ext cx="64008" cy="64008"/>
          </a:xfrm>
          <a:prstGeom prst="ellipse">
            <a:avLst/>
          </a:prstGeom>
          <a:solidFill>
            <a:srgbClr val="26364E">
              <a:alpha val="84000"/>
            </a:srgbClr>
          </a:solidFill>
          <a:ln w="3810">
            <a:solidFill>
              <a:srgbClr val="26364E">
                <a:alpha val="0"/>
              </a:srgbClr>
            </a:solidFill>
            <a:prstDash val="solid"/>
          </a:ln>
        </p:spPr>
      </p:sp>
      <p:sp>
        <p:nvSpPr>
          <p:cNvPr id="47" name="Shape 45"/>
          <p:cNvSpPr/>
          <p:nvPr/>
        </p:nvSpPr>
        <p:spPr>
          <a:xfrm>
            <a:off x="9992655" y="1938528"/>
            <a:ext cx="64008" cy="64008"/>
          </a:xfrm>
          <a:prstGeom prst="ellipse">
            <a:avLst/>
          </a:prstGeom>
          <a:solidFill>
            <a:srgbClr val="26364E">
              <a:alpha val="84000"/>
            </a:srgbClr>
          </a:solidFill>
          <a:ln w="3810">
            <a:solidFill>
              <a:srgbClr val="26364E">
                <a:alpha val="0"/>
              </a:srgbClr>
            </a:solidFill>
            <a:prstDash val="solid"/>
          </a:ln>
        </p:spPr>
      </p:sp>
      <p:sp>
        <p:nvSpPr>
          <p:cNvPr id="48" name="Shape 46"/>
          <p:cNvSpPr/>
          <p:nvPr/>
        </p:nvSpPr>
        <p:spPr>
          <a:xfrm>
            <a:off x="10083546" y="1938528"/>
            <a:ext cx="64008" cy="64008"/>
          </a:xfrm>
          <a:prstGeom prst="ellipse">
            <a:avLst/>
          </a:prstGeom>
          <a:solidFill>
            <a:srgbClr val="26364E">
              <a:alpha val="84000"/>
            </a:srgbClr>
          </a:solidFill>
          <a:ln w="3810">
            <a:solidFill>
              <a:srgbClr val="26364E">
                <a:alpha val="0"/>
              </a:srgbClr>
            </a:solidFill>
            <a:prstDash val="solid"/>
          </a:ln>
        </p:spPr>
      </p:sp>
      <p:sp>
        <p:nvSpPr>
          <p:cNvPr id="49" name="Shape 47"/>
          <p:cNvSpPr/>
          <p:nvPr/>
        </p:nvSpPr>
        <p:spPr>
          <a:xfrm>
            <a:off x="10174437" y="1938528"/>
            <a:ext cx="64008" cy="64008"/>
          </a:xfrm>
          <a:prstGeom prst="ellipse">
            <a:avLst/>
          </a:prstGeom>
          <a:solidFill>
            <a:srgbClr val="26364E">
              <a:alpha val="84000"/>
            </a:srgbClr>
          </a:solidFill>
          <a:ln w="3810">
            <a:solidFill>
              <a:srgbClr val="26364E">
                <a:alpha val="0"/>
              </a:srgbClr>
            </a:solidFill>
            <a:prstDash val="solid"/>
          </a:ln>
        </p:spPr>
      </p:sp>
      <p:sp>
        <p:nvSpPr>
          <p:cNvPr id="50" name="Shape 48"/>
          <p:cNvSpPr/>
          <p:nvPr/>
        </p:nvSpPr>
        <p:spPr>
          <a:xfrm>
            <a:off x="10265329" y="1938528"/>
            <a:ext cx="64008" cy="64008"/>
          </a:xfrm>
          <a:prstGeom prst="ellipse">
            <a:avLst/>
          </a:prstGeom>
          <a:solidFill>
            <a:srgbClr val="42E0CB"/>
          </a:solidFill>
          <a:ln w="3810">
            <a:solidFill>
              <a:srgbClr val="42E0CB">
                <a:alpha val="0"/>
              </a:srgbClr>
            </a:solidFill>
            <a:prstDash val="solid"/>
          </a:ln>
        </p:spPr>
      </p:sp>
      <p:sp>
        <p:nvSpPr>
          <p:cNvPr id="51" name="Shape 49"/>
          <p:cNvSpPr/>
          <p:nvPr/>
        </p:nvSpPr>
        <p:spPr>
          <a:xfrm>
            <a:off x="10356220" y="1938528"/>
            <a:ext cx="64008" cy="64008"/>
          </a:xfrm>
          <a:prstGeom prst="ellipse">
            <a:avLst/>
          </a:prstGeom>
          <a:solidFill>
            <a:srgbClr val="26364E">
              <a:alpha val="84000"/>
            </a:srgbClr>
          </a:solidFill>
          <a:ln w="3810">
            <a:solidFill>
              <a:srgbClr val="26364E">
                <a:alpha val="0"/>
              </a:srgbClr>
            </a:solidFill>
            <a:prstDash val="solid"/>
          </a:ln>
        </p:spPr>
      </p:sp>
      <p:sp>
        <p:nvSpPr>
          <p:cNvPr id="52" name="Shape 50"/>
          <p:cNvSpPr/>
          <p:nvPr/>
        </p:nvSpPr>
        <p:spPr>
          <a:xfrm>
            <a:off x="7538588" y="2029419"/>
            <a:ext cx="64008" cy="64008"/>
          </a:xfrm>
          <a:prstGeom prst="ellipse">
            <a:avLst/>
          </a:prstGeom>
          <a:solidFill>
            <a:srgbClr val="42E0CB"/>
          </a:solidFill>
          <a:ln w="3810">
            <a:solidFill>
              <a:srgbClr val="42E0CB">
                <a:alpha val="0"/>
              </a:srgbClr>
            </a:solidFill>
            <a:prstDash val="solid"/>
          </a:ln>
        </p:spPr>
      </p:sp>
      <p:sp>
        <p:nvSpPr>
          <p:cNvPr id="53" name="Shape 51"/>
          <p:cNvSpPr/>
          <p:nvPr/>
        </p:nvSpPr>
        <p:spPr>
          <a:xfrm>
            <a:off x="7629479" y="2029419"/>
            <a:ext cx="64008" cy="64008"/>
          </a:xfrm>
          <a:prstGeom prst="ellipse">
            <a:avLst/>
          </a:prstGeom>
          <a:solidFill>
            <a:srgbClr val="26364E">
              <a:alpha val="84000"/>
            </a:srgbClr>
          </a:solidFill>
          <a:ln w="3810">
            <a:solidFill>
              <a:srgbClr val="26364E">
                <a:alpha val="0"/>
              </a:srgbClr>
            </a:solidFill>
            <a:prstDash val="solid"/>
          </a:ln>
        </p:spPr>
      </p:sp>
      <p:sp>
        <p:nvSpPr>
          <p:cNvPr id="54" name="Shape 52"/>
          <p:cNvSpPr/>
          <p:nvPr/>
        </p:nvSpPr>
        <p:spPr>
          <a:xfrm>
            <a:off x="7720371" y="2029419"/>
            <a:ext cx="64008" cy="64008"/>
          </a:xfrm>
          <a:prstGeom prst="ellipse">
            <a:avLst/>
          </a:prstGeom>
          <a:solidFill>
            <a:srgbClr val="42E0CB"/>
          </a:solidFill>
          <a:ln w="3810">
            <a:solidFill>
              <a:srgbClr val="42E0CB">
                <a:alpha val="0"/>
              </a:srgbClr>
            </a:solidFill>
            <a:prstDash val="solid"/>
          </a:ln>
        </p:spPr>
      </p:sp>
      <p:sp>
        <p:nvSpPr>
          <p:cNvPr id="55" name="Shape 53"/>
          <p:cNvSpPr/>
          <p:nvPr/>
        </p:nvSpPr>
        <p:spPr>
          <a:xfrm>
            <a:off x="7811262" y="2029419"/>
            <a:ext cx="64008" cy="64008"/>
          </a:xfrm>
          <a:prstGeom prst="ellipse">
            <a:avLst/>
          </a:prstGeom>
          <a:solidFill>
            <a:srgbClr val="26364E">
              <a:alpha val="84000"/>
            </a:srgbClr>
          </a:solidFill>
          <a:ln w="3810">
            <a:solidFill>
              <a:srgbClr val="26364E">
                <a:alpha val="0"/>
              </a:srgbClr>
            </a:solidFill>
            <a:prstDash val="solid"/>
          </a:ln>
        </p:spPr>
      </p:sp>
      <p:sp>
        <p:nvSpPr>
          <p:cNvPr id="56" name="Shape 54"/>
          <p:cNvSpPr/>
          <p:nvPr/>
        </p:nvSpPr>
        <p:spPr>
          <a:xfrm>
            <a:off x="7902153" y="2029419"/>
            <a:ext cx="64008" cy="64008"/>
          </a:xfrm>
          <a:prstGeom prst="ellipse">
            <a:avLst/>
          </a:prstGeom>
          <a:solidFill>
            <a:srgbClr val="42E0CB"/>
          </a:solidFill>
          <a:ln w="3810">
            <a:solidFill>
              <a:srgbClr val="42E0CB">
                <a:alpha val="0"/>
              </a:srgbClr>
            </a:solidFill>
            <a:prstDash val="solid"/>
          </a:ln>
        </p:spPr>
      </p:sp>
      <p:sp>
        <p:nvSpPr>
          <p:cNvPr id="57" name="Shape 55"/>
          <p:cNvSpPr/>
          <p:nvPr/>
        </p:nvSpPr>
        <p:spPr>
          <a:xfrm>
            <a:off x="7993045" y="2029419"/>
            <a:ext cx="64008" cy="64008"/>
          </a:xfrm>
          <a:prstGeom prst="ellipse">
            <a:avLst/>
          </a:prstGeom>
          <a:solidFill>
            <a:srgbClr val="26364E">
              <a:alpha val="84000"/>
            </a:srgbClr>
          </a:solidFill>
          <a:ln w="3810">
            <a:solidFill>
              <a:srgbClr val="26364E">
                <a:alpha val="0"/>
              </a:srgbClr>
            </a:solidFill>
            <a:prstDash val="solid"/>
          </a:ln>
        </p:spPr>
      </p:sp>
      <p:sp>
        <p:nvSpPr>
          <p:cNvPr id="58" name="Shape 56"/>
          <p:cNvSpPr/>
          <p:nvPr/>
        </p:nvSpPr>
        <p:spPr>
          <a:xfrm>
            <a:off x="8083936" y="2029419"/>
            <a:ext cx="64008" cy="64008"/>
          </a:xfrm>
          <a:prstGeom prst="ellipse">
            <a:avLst/>
          </a:prstGeom>
          <a:solidFill>
            <a:srgbClr val="26364E">
              <a:alpha val="84000"/>
            </a:srgbClr>
          </a:solidFill>
          <a:ln w="3810">
            <a:solidFill>
              <a:srgbClr val="26364E">
                <a:alpha val="0"/>
              </a:srgbClr>
            </a:solidFill>
            <a:prstDash val="solid"/>
          </a:ln>
        </p:spPr>
      </p:sp>
      <p:sp>
        <p:nvSpPr>
          <p:cNvPr id="59" name="Shape 57"/>
          <p:cNvSpPr/>
          <p:nvPr/>
        </p:nvSpPr>
        <p:spPr>
          <a:xfrm>
            <a:off x="8174827" y="2029419"/>
            <a:ext cx="64008" cy="64008"/>
          </a:xfrm>
          <a:prstGeom prst="ellipse">
            <a:avLst/>
          </a:prstGeom>
          <a:solidFill>
            <a:srgbClr val="42E0CB"/>
          </a:solidFill>
          <a:ln w="3810">
            <a:solidFill>
              <a:srgbClr val="42E0CB">
                <a:alpha val="0"/>
              </a:srgbClr>
            </a:solidFill>
            <a:prstDash val="solid"/>
          </a:ln>
        </p:spPr>
      </p:sp>
      <p:sp>
        <p:nvSpPr>
          <p:cNvPr id="60" name="Shape 58"/>
          <p:cNvSpPr/>
          <p:nvPr/>
        </p:nvSpPr>
        <p:spPr>
          <a:xfrm>
            <a:off x="8265719" y="2029419"/>
            <a:ext cx="64008" cy="64008"/>
          </a:xfrm>
          <a:prstGeom prst="ellipse">
            <a:avLst/>
          </a:prstGeom>
          <a:solidFill>
            <a:srgbClr val="26364E">
              <a:alpha val="84000"/>
            </a:srgbClr>
          </a:solidFill>
          <a:ln w="3810">
            <a:solidFill>
              <a:srgbClr val="26364E">
                <a:alpha val="0"/>
              </a:srgbClr>
            </a:solidFill>
            <a:prstDash val="solid"/>
          </a:ln>
        </p:spPr>
      </p:sp>
      <p:sp>
        <p:nvSpPr>
          <p:cNvPr id="61" name="Shape 59"/>
          <p:cNvSpPr/>
          <p:nvPr/>
        </p:nvSpPr>
        <p:spPr>
          <a:xfrm>
            <a:off x="8356610" y="2029419"/>
            <a:ext cx="64008" cy="64008"/>
          </a:xfrm>
          <a:prstGeom prst="ellipse">
            <a:avLst/>
          </a:prstGeom>
          <a:solidFill>
            <a:srgbClr val="26364E">
              <a:alpha val="84000"/>
            </a:srgbClr>
          </a:solidFill>
          <a:ln w="3810">
            <a:solidFill>
              <a:srgbClr val="26364E">
                <a:alpha val="0"/>
              </a:srgbClr>
            </a:solidFill>
            <a:prstDash val="solid"/>
          </a:ln>
        </p:spPr>
      </p:sp>
      <p:sp>
        <p:nvSpPr>
          <p:cNvPr id="62" name="Shape 60"/>
          <p:cNvSpPr/>
          <p:nvPr/>
        </p:nvSpPr>
        <p:spPr>
          <a:xfrm>
            <a:off x="8447502" y="2029419"/>
            <a:ext cx="64008" cy="64008"/>
          </a:xfrm>
          <a:prstGeom prst="ellipse">
            <a:avLst/>
          </a:prstGeom>
          <a:solidFill>
            <a:srgbClr val="26364E">
              <a:alpha val="84000"/>
            </a:srgbClr>
          </a:solidFill>
          <a:ln w="3810">
            <a:solidFill>
              <a:srgbClr val="26364E">
                <a:alpha val="0"/>
              </a:srgbClr>
            </a:solidFill>
            <a:prstDash val="solid"/>
          </a:ln>
        </p:spPr>
      </p:sp>
      <p:sp>
        <p:nvSpPr>
          <p:cNvPr id="63" name="Shape 61"/>
          <p:cNvSpPr/>
          <p:nvPr/>
        </p:nvSpPr>
        <p:spPr>
          <a:xfrm>
            <a:off x="8538393" y="2029419"/>
            <a:ext cx="64008" cy="64008"/>
          </a:xfrm>
          <a:prstGeom prst="ellipse">
            <a:avLst/>
          </a:prstGeom>
          <a:solidFill>
            <a:srgbClr val="26364E">
              <a:alpha val="84000"/>
            </a:srgbClr>
          </a:solidFill>
          <a:ln w="3810">
            <a:solidFill>
              <a:srgbClr val="26364E">
                <a:alpha val="0"/>
              </a:srgbClr>
            </a:solidFill>
            <a:prstDash val="solid"/>
          </a:ln>
        </p:spPr>
      </p:sp>
      <p:sp>
        <p:nvSpPr>
          <p:cNvPr id="64" name="Shape 62"/>
          <p:cNvSpPr/>
          <p:nvPr/>
        </p:nvSpPr>
        <p:spPr>
          <a:xfrm>
            <a:off x="8629284" y="2029419"/>
            <a:ext cx="64008" cy="64008"/>
          </a:xfrm>
          <a:prstGeom prst="ellipse">
            <a:avLst/>
          </a:prstGeom>
          <a:solidFill>
            <a:srgbClr val="26364E">
              <a:alpha val="84000"/>
            </a:srgbClr>
          </a:solidFill>
          <a:ln w="3810">
            <a:solidFill>
              <a:srgbClr val="26364E">
                <a:alpha val="0"/>
              </a:srgbClr>
            </a:solidFill>
            <a:prstDash val="solid"/>
          </a:ln>
        </p:spPr>
      </p:sp>
      <p:sp>
        <p:nvSpPr>
          <p:cNvPr id="65" name="Shape 63"/>
          <p:cNvSpPr/>
          <p:nvPr/>
        </p:nvSpPr>
        <p:spPr>
          <a:xfrm>
            <a:off x="8720176" y="2029419"/>
            <a:ext cx="64008" cy="64008"/>
          </a:xfrm>
          <a:prstGeom prst="ellipse">
            <a:avLst/>
          </a:prstGeom>
          <a:solidFill>
            <a:srgbClr val="42E0CB"/>
          </a:solidFill>
          <a:ln w="3810">
            <a:solidFill>
              <a:srgbClr val="42E0CB">
                <a:alpha val="0"/>
              </a:srgbClr>
            </a:solidFill>
            <a:prstDash val="solid"/>
          </a:ln>
        </p:spPr>
      </p:sp>
      <p:sp>
        <p:nvSpPr>
          <p:cNvPr id="66" name="Shape 64"/>
          <p:cNvSpPr/>
          <p:nvPr/>
        </p:nvSpPr>
        <p:spPr>
          <a:xfrm>
            <a:off x="8811067" y="2029419"/>
            <a:ext cx="64008" cy="64008"/>
          </a:xfrm>
          <a:prstGeom prst="ellipse">
            <a:avLst/>
          </a:prstGeom>
          <a:solidFill>
            <a:srgbClr val="26364E">
              <a:alpha val="84000"/>
            </a:srgbClr>
          </a:solidFill>
          <a:ln w="3810">
            <a:solidFill>
              <a:srgbClr val="26364E">
                <a:alpha val="0"/>
              </a:srgbClr>
            </a:solidFill>
            <a:prstDash val="solid"/>
          </a:ln>
        </p:spPr>
      </p:sp>
      <p:sp>
        <p:nvSpPr>
          <p:cNvPr id="67" name="Shape 65"/>
          <p:cNvSpPr/>
          <p:nvPr/>
        </p:nvSpPr>
        <p:spPr>
          <a:xfrm>
            <a:off x="8901958" y="2029419"/>
            <a:ext cx="64008" cy="64008"/>
          </a:xfrm>
          <a:prstGeom prst="ellipse">
            <a:avLst/>
          </a:prstGeom>
          <a:solidFill>
            <a:srgbClr val="26364E">
              <a:alpha val="84000"/>
            </a:srgbClr>
          </a:solidFill>
          <a:ln w="3810">
            <a:solidFill>
              <a:srgbClr val="26364E">
                <a:alpha val="0"/>
              </a:srgbClr>
            </a:solidFill>
            <a:prstDash val="solid"/>
          </a:ln>
        </p:spPr>
      </p:sp>
      <p:sp>
        <p:nvSpPr>
          <p:cNvPr id="68" name="Shape 66"/>
          <p:cNvSpPr/>
          <p:nvPr/>
        </p:nvSpPr>
        <p:spPr>
          <a:xfrm>
            <a:off x="8992850" y="2029419"/>
            <a:ext cx="64008" cy="64008"/>
          </a:xfrm>
          <a:prstGeom prst="ellipse">
            <a:avLst/>
          </a:prstGeom>
          <a:solidFill>
            <a:srgbClr val="26364E">
              <a:alpha val="84000"/>
            </a:srgbClr>
          </a:solidFill>
          <a:ln w="3810">
            <a:solidFill>
              <a:srgbClr val="26364E">
                <a:alpha val="0"/>
              </a:srgbClr>
            </a:solidFill>
            <a:prstDash val="solid"/>
          </a:ln>
        </p:spPr>
      </p:sp>
      <p:sp>
        <p:nvSpPr>
          <p:cNvPr id="69" name="Shape 67"/>
          <p:cNvSpPr/>
          <p:nvPr/>
        </p:nvSpPr>
        <p:spPr>
          <a:xfrm>
            <a:off x="9083741" y="2029419"/>
            <a:ext cx="64008" cy="64008"/>
          </a:xfrm>
          <a:prstGeom prst="ellipse">
            <a:avLst/>
          </a:prstGeom>
          <a:solidFill>
            <a:srgbClr val="26364E">
              <a:alpha val="84000"/>
            </a:srgbClr>
          </a:solidFill>
          <a:ln w="3810">
            <a:solidFill>
              <a:srgbClr val="26364E">
                <a:alpha val="0"/>
              </a:srgbClr>
            </a:solidFill>
            <a:prstDash val="solid"/>
          </a:ln>
        </p:spPr>
      </p:sp>
      <p:sp>
        <p:nvSpPr>
          <p:cNvPr id="70" name="Shape 68"/>
          <p:cNvSpPr/>
          <p:nvPr/>
        </p:nvSpPr>
        <p:spPr>
          <a:xfrm>
            <a:off x="9174632" y="2029419"/>
            <a:ext cx="64008" cy="64008"/>
          </a:xfrm>
          <a:prstGeom prst="ellipse">
            <a:avLst/>
          </a:prstGeom>
          <a:solidFill>
            <a:srgbClr val="26364E">
              <a:alpha val="84000"/>
            </a:srgbClr>
          </a:solidFill>
          <a:ln w="3810">
            <a:solidFill>
              <a:srgbClr val="26364E">
                <a:alpha val="0"/>
              </a:srgbClr>
            </a:solidFill>
            <a:prstDash val="solid"/>
          </a:ln>
        </p:spPr>
      </p:sp>
      <p:sp>
        <p:nvSpPr>
          <p:cNvPr id="71" name="Shape 69"/>
          <p:cNvSpPr/>
          <p:nvPr/>
        </p:nvSpPr>
        <p:spPr>
          <a:xfrm>
            <a:off x="9265524" y="2029419"/>
            <a:ext cx="64008" cy="64008"/>
          </a:xfrm>
          <a:prstGeom prst="ellipse">
            <a:avLst/>
          </a:prstGeom>
          <a:solidFill>
            <a:srgbClr val="42E0CB"/>
          </a:solidFill>
          <a:ln w="3810">
            <a:solidFill>
              <a:srgbClr val="42E0CB">
                <a:alpha val="0"/>
              </a:srgbClr>
            </a:solidFill>
            <a:prstDash val="solid"/>
          </a:ln>
        </p:spPr>
      </p:sp>
      <p:sp>
        <p:nvSpPr>
          <p:cNvPr id="72" name="Shape 70"/>
          <p:cNvSpPr/>
          <p:nvPr/>
        </p:nvSpPr>
        <p:spPr>
          <a:xfrm>
            <a:off x="9356415" y="2029419"/>
            <a:ext cx="64008" cy="64008"/>
          </a:xfrm>
          <a:prstGeom prst="ellipse">
            <a:avLst/>
          </a:prstGeom>
          <a:solidFill>
            <a:srgbClr val="26364E">
              <a:alpha val="84000"/>
            </a:srgbClr>
          </a:solidFill>
          <a:ln w="3810">
            <a:solidFill>
              <a:srgbClr val="26364E">
                <a:alpha val="0"/>
              </a:srgbClr>
            </a:solidFill>
            <a:prstDash val="solid"/>
          </a:ln>
        </p:spPr>
      </p:sp>
      <p:sp>
        <p:nvSpPr>
          <p:cNvPr id="73" name="Shape 71"/>
          <p:cNvSpPr/>
          <p:nvPr/>
        </p:nvSpPr>
        <p:spPr>
          <a:xfrm>
            <a:off x="9447306" y="2029419"/>
            <a:ext cx="64008" cy="64008"/>
          </a:xfrm>
          <a:prstGeom prst="ellipse">
            <a:avLst/>
          </a:prstGeom>
          <a:solidFill>
            <a:srgbClr val="26364E">
              <a:alpha val="84000"/>
            </a:srgbClr>
          </a:solidFill>
          <a:ln w="3810">
            <a:solidFill>
              <a:srgbClr val="26364E">
                <a:alpha val="0"/>
              </a:srgbClr>
            </a:solidFill>
            <a:prstDash val="solid"/>
          </a:ln>
        </p:spPr>
      </p:sp>
      <p:sp>
        <p:nvSpPr>
          <p:cNvPr id="74" name="Shape 72"/>
          <p:cNvSpPr/>
          <p:nvPr/>
        </p:nvSpPr>
        <p:spPr>
          <a:xfrm>
            <a:off x="9538198" y="2029419"/>
            <a:ext cx="64008" cy="64008"/>
          </a:xfrm>
          <a:prstGeom prst="ellipse">
            <a:avLst/>
          </a:prstGeom>
          <a:solidFill>
            <a:srgbClr val="26364E">
              <a:alpha val="84000"/>
            </a:srgbClr>
          </a:solidFill>
          <a:ln w="3810">
            <a:solidFill>
              <a:srgbClr val="26364E">
                <a:alpha val="0"/>
              </a:srgbClr>
            </a:solidFill>
            <a:prstDash val="solid"/>
          </a:ln>
        </p:spPr>
      </p:sp>
      <p:sp>
        <p:nvSpPr>
          <p:cNvPr id="75" name="Shape 73"/>
          <p:cNvSpPr/>
          <p:nvPr/>
        </p:nvSpPr>
        <p:spPr>
          <a:xfrm>
            <a:off x="9629089" y="2029419"/>
            <a:ext cx="64008" cy="64008"/>
          </a:xfrm>
          <a:prstGeom prst="ellipse">
            <a:avLst/>
          </a:prstGeom>
          <a:solidFill>
            <a:srgbClr val="26364E">
              <a:alpha val="84000"/>
            </a:srgbClr>
          </a:solidFill>
          <a:ln w="3810">
            <a:solidFill>
              <a:srgbClr val="26364E">
                <a:alpha val="0"/>
              </a:srgbClr>
            </a:solidFill>
            <a:prstDash val="solid"/>
          </a:ln>
        </p:spPr>
      </p:sp>
      <p:sp>
        <p:nvSpPr>
          <p:cNvPr id="76" name="Shape 74"/>
          <p:cNvSpPr/>
          <p:nvPr/>
        </p:nvSpPr>
        <p:spPr>
          <a:xfrm>
            <a:off x="9719981" y="2029419"/>
            <a:ext cx="64008" cy="64008"/>
          </a:xfrm>
          <a:prstGeom prst="ellipse">
            <a:avLst/>
          </a:prstGeom>
          <a:solidFill>
            <a:srgbClr val="26364E">
              <a:alpha val="84000"/>
            </a:srgbClr>
          </a:solidFill>
          <a:ln w="3810">
            <a:solidFill>
              <a:srgbClr val="26364E">
                <a:alpha val="0"/>
              </a:srgbClr>
            </a:solidFill>
            <a:prstDash val="solid"/>
          </a:ln>
        </p:spPr>
      </p:sp>
      <p:sp>
        <p:nvSpPr>
          <p:cNvPr id="77" name="Shape 75"/>
          <p:cNvSpPr/>
          <p:nvPr/>
        </p:nvSpPr>
        <p:spPr>
          <a:xfrm>
            <a:off x="9810872" y="2029419"/>
            <a:ext cx="64008" cy="64008"/>
          </a:xfrm>
          <a:prstGeom prst="ellipse">
            <a:avLst/>
          </a:prstGeom>
          <a:solidFill>
            <a:srgbClr val="42E0CB"/>
          </a:solidFill>
          <a:ln w="3810">
            <a:solidFill>
              <a:srgbClr val="42E0CB">
                <a:alpha val="0"/>
              </a:srgbClr>
            </a:solidFill>
            <a:prstDash val="solid"/>
          </a:ln>
        </p:spPr>
      </p:sp>
      <p:sp>
        <p:nvSpPr>
          <p:cNvPr id="78" name="Shape 76"/>
          <p:cNvSpPr/>
          <p:nvPr/>
        </p:nvSpPr>
        <p:spPr>
          <a:xfrm>
            <a:off x="9901763" y="2029419"/>
            <a:ext cx="64008" cy="64008"/>
          </a:xfrm>
          <a:prstGeom prst="ellipse">
            <a:avLst/>
          </a:prstGeom>
          <a:solidFill>
            <a:srgbClr val="26364E">
              <a:alpha val="84000"/>
            </a:srgbClr>
          </a:solidFill>
          <a:ln w="3810">
            <a:solidFill>
              <a:srgbClr val="26364E">
                <a:alpha val="0"/>
              </a:srgbClr>
            </a:solidFill>
            <a:prstDash val="solid"/>
          </a:ln>
        </p:spPr>
      </p:sp>
      <p:sp>
        <p:nvSpPr>
          <p:cNvPr id="79" name="Shape 77"/>
          <p:cNvSpPr/>
          <p:nvPr/>
        </p:nvSpPr>
        <p:spPr>
          <a:xfrm>
            <a:off x="9992655" y="2029419"/>
            <a:ext cx="64008" cy="64008"/>
          </a:xfrm>
          <a:prstGeom prst="ellipse">
            <a:avLst/>
          </a:prstGeom>
          <a:solidFill>
            <a:srgbClr val="26364E">
              <a:alpha val="84000"/>
            </a:srgbClr>
          </a:solidFill>
          <a:ln w="3810">
            <a:solidFill>
              <a:srgbClr val="26364E">
                <a:alpha val="0"/>
              </a:srgbClr>
            </a:solidFill>
            <a:prstDash val="solid"/>
          </a:ln>
        </p:spPr>
      </p:sp>
      <p:sp>
        <p:nvSpPr>
          <p:cNvPr id="80" name="Shape 78"/>
          <p:cNvSpPr/>
          <p:nvPr/>
        </p:nvSpPr>
        <p:spPr>
          <a:xfrm>
            <a:off x="10083546" y="2029419"/>
            <a:ext cx="64008" cy="64008"/>
          </a:xfrm>
          <a:prstGeom prst="ellipse">
            <a:avLst/>
          </a:prstGeom>
          <a:solidFill>
            <a:srgbClr val="26364E">
              <a:alpha val="84000"/>
            </a:srgbClr>
          </a:solidFill>
          <a:ln w="3810">
            <a:solidFill>
              <a:srgbClr val="26364E">
                <a:alpha val="0"/>
              </a:srgbClr>
            </a:solidFill>
            <a:prstDash val="solid"/>
          </a:ln>
        </p:spPr>
      </p:sp>
      <p:sp>
        <p:nvSpPr>
          <p:cNvPr id="81" name="Shape 79"/>
          <p:cNvSpPr/>
          <p:nvPr/>
        </p:nvSpPr>
        <p:spPr>
          <a:xfrm>
            <a:off x="10174437" y="2029419"/>
            <a:ext cx="64008" cy="64008"/>
          </a:xfrm>
          <a:prstGeom prst="ellipse">
            <a:avLst/>
          </a:prstGeom>
          <a:solidFill>
            <a:srgbClr val="26364E">
              <a:alpha val="84000"/>
            </a:srgbClr>
          </a:solidFill>
          <a:ln w="3810">
            <a:solidFill>
              <a:srgbClr val="26364E">
                <a:alpha val="0"/>
              </a:srgbClr>
            </a:solidFill>
            <a:prstDash val="solid"/>
          </a:ln>
        </p:spPr>
      </p:sp>
      <p:sp>
        <p:nvSpPr>
          <p:cNvPr id="82" name="Shape 80"/>
          <p:cNvSpPr/>
          <p:nvPr/>
        </p:nvSpPr>
        <p:spPr>
          <a:xfrm>
            <a:off x="10265329" y="2029419"/>
            <a:ext cx="64008" cy="64008"/>
          </a:xfrm>
          <a:prstGeom prst="ellipse">
            <a:avLst/>
          </a:prstGeom>
          <a:solidFill>
            <a:srgbClr val="42E0CB"/>
          </a:solidFill>
          <a:ln w="3810">
            <a:solidFill>
              <a:srgbClr val="42E0CB">
                <a:alpha val="0"/>
              </a:srgbClr>
            </a:solidFill>
            <a:prstDash val="solid"/>
          </a:ln>
        </p:spPr>
      </p:sp>
      <p:sp>
        <p:nvSpPr>
          <p:cNvPr id="83" name="Shape 81"/>
          <p:cNvSpPr/>
          <p:nvPr/>
        </p:nvSpPr>
        <p:spPr>
          <a:xfrm>
            <a:off x="10356220" y="2029419"/>
            <a:ext cx="64008" cy="64008"/>
          </a:xfrm>
          <a:prstGeom prst="ellipse">
            <a:avLst/>
          </a:prstGeom>
          <a:solidFill>
            <a:srgbClr val="26364E">
              <a:alpha val="84000"/>
            </a:srgbClr>
          </a:solidFill>
          <a:ln w="3810">
            <a:solidFill>
              <a:srgbClr val="26364E">
                <a:alpha val="0"/>
              </a:srgbClr>
            </a:solidFill>
            <a:prstDash val="solid"/>
          </a:ln>
        </p:spPr>
      </p:sp>
      <p:sp>
        <p:nvSpPr>
          <p:cNvPr id="84" name="Shape 82"/>
          <p:cNvSpPr/>
          <p:nvPr/>
        </p:nvSpPr>
        <p:spPr>
          <a:xfrm>
            <a:off x="7538588" y="2120311"/>
            <a:ext cx="64008" cy="64008"/>
          </a:xfrm>
          <a:prstGeom prst="ellipse">
            <a:avLst/>
          </a:prstGeom>
          <a:solidFill>
            <a:srgbClr val="26364E">
              <a:alpha val="84000"/>
            </a:srgbClr>
          </a:solidFill>
          <a:ln w="3810">
            <a:solidFill>
              <a:srgbClr val="26364E">
                <a:alpha val="0"/>
              </a:srgbClr>
            </a:solidFill>
            <a:prstDash val="solid"/>
          </a:ln>
        </p:spPr>
      </p:sp>
      <p:sp>
        <p:nvSpPr>
          <p:cNvPr id="85" name="Shape 83"/>
          <p:cNvSpPr/>
          <p:nvPr/>
        </p:nvSpPr>
        <p:spPr>
          <a:xfrm>
            <a:off x="7629479" y="2120311"/>
            <a:ext cx="64008" cy="64008"/>
          </a:xfrm>
          <a:prstGeom prst="ellipse">
            <a:avLst/>
          </a:prstGeom>
          <a:solidFill>
            <a:srgbClr val="26364E">
              <a:alpha val="84000"/>
            </a:srgbClr>
          </a:solidFill>
          <a:ln w="3810">
            <a:solidFill>
              <a:srgbClr val="26364E">
                <a:alpha val="0"/>
              </a:srgbClr>
            </a:solidFill>
            <a:prstDash val="solid"/>
          </a:ln>
        </p:spPr>
      </p:sp>
      <p:sp>
        <p:nvSpPr>
          <p:cNvPr id="86" name="Shape 84"/>
          <p:cNvSpPr/>
          <p:nvPr/>
        </p:nvSpPr>
        <p:spPr>
          <a:xfrm>
            <a:off x="7720371" y="2120311"/>
            <a:ext cx="64008" cy="64008"/>
          </a:xfrm>
          <a:prstGeom prst="ellipse">
            <a:avLst/>
          </a:prstGeom>
          <a:solidFill>
            <a:srgbClr val="26364E">
              <a:alpha val="84000"/>
            </a:srgbClr>
          </a:solidFill>
          <a:ln w="3810">
            <a:solidFill>
              <a:srgbClr val="26364E">
                <a:alpha val="0"/>
              </a:srgbClr>
            </a:solidFill>
            <a:prstDash val="solid"/>
          </a:ln>
        </p:spPr>
      </p:sp>
      <p:sp>
        <p:nvSpPr>
          <p:cNvPr id="87" name="Shape 85"/>
          <p:cNvSpPr/>
          <p:nvPr/>
        </p:nvSpPr>
        <p:spPr>
          <a:xfrm>
            <a:off x="7811262" y="2120311"/>
            <a:ext cx="64008" cy="64008"/>
          </a:xfrm>
          <a:prstGeom prst="ellipse">
            <a:avLst/>
          </a:prstGeom>
          <a:solidFill>
            <a:srgbClr val="26364E">
              <a:alpha val="84000"/>
            </a:srgbClr>
          </a:solidFill>
          <a:ln w="3810">
            <a:solidFill>
              <a:srgbClr val="26364E">
                <a:alpha val="0"/>
              </a:srgbClr>
            </a:solidFill>
            <a:prstDash val="solid"/>
          </a:ln>
        </p:spPr>
      </p:sp>
      <p:sp>
        <p:nvSpPr>
          <p:cNvPr id="88" name="Shape 86"/>
          <p:cNvSpPr/>
          <p:nvPr/>
        </p:nvSpPr>
        <p:spPr>
          <a:xfrm>
            <a:off x="7902153" y="2120311"/>
            <a:ext cx="64008" cy="64008"/>
          </a:xfrm>
          <a:prstGeom prst="ellipse">
            <a:avLst/>
          </a:prstGeom>
          <a:solidFill>
            <a:srgbClr val="26364E">
              <a:alpha val="84000"/>
            </a:srgbClr>
          </a:solidFill>
          <a:ln w="3810">
            <a:solidFill>
              <a:srgbClr val="26364E">
                <a:alpha val="0"/>
              </a:srgbClr>
            </a:solidFill>
            <a:prstDash val="solid"/>
          </a:ln>
        </p:spPr>
      </p:sp>
      <p:sp>
        <p:nvSpPr>
          <p:cNvPr id="89" name="Shape 87"/>
          <p:cNvSpPr/>
          <p:nvPr/>
        </p:nvSpPr>
        <p:spPr>
          <a:xfrm>
            <a:off x="7993045" y="2120311"/>
            <a:ext cx="64008" cy="64008"/>
          </a:xfrm>
          <a:prstGeom prst="ellipse">
            <a:avLst/>
          </a:prstGeom>
          <a:solidFill>
            <a:srgbClr val="26364E">
              <a:alpha val="84000"/>
            </a:srgbClr>
          </a:solidFill>
          <a:ln w="3810">
            <a:solidFill>
              <a:srgbClr val="26364E">
                <a:alpha val="0"/>
              </a:srgbClr>
            </a:solidFill>
            <a:prstDash val="solid"/>
          </a:ln>
        </p:spPr>
      </p:sp>
      <p:sp>
        <p:nvSpPr>
          <p:cNvPr id="90" name="Shape 88"/>
          <p:cNvSpPr/>
          <p:nvPr/>
        </p:nvSpPr>
        <p:spPr>
          <a:xfrm>
            <a:off x="8083936" y="2120311"/>
            <a:ext cx="64008" cy="64008"/>
          </a:xfrm>
          <a:prstGeom prst="ellipse">
            <a:avLst/>
          </a:prstGeom>
          <a:solidFill>
            <a:srgbClr val="26364E">
              <a:alpha val="84000"/>
            </a:srgbClr>
          </a:solidFill>
          <a:ln w="3810">
            <a:solidFill>
              <a:srgbClr val="26364E">
                <a:alpha val="0"/>
              </a:srgbClr>
            </a:solidFill>
            <a:prstDash val="solid"/>
          </a:ln>
        </p:spPr>
      </p:sp>
      <p:sp>
        <p:nvSpPr>
          <p:cNvPr id="91" name="Shape 89"/>
          <p:cNvSpPr/>
          <p:nvPr/>
        </p:nvSpPr>
        <p:spPr>
          <a:xfrm>
            <a:off x="8174827" y="2120311"/>
            <a:ext cx="64008" cy="64008"/>
          </a:xfrm>
          <a:prstGeom prst="ellipse">
            <a:avLst/>
          </a:prstGeom>
          <a:solidFill>
            <a:srgbClr val="42E0CB"/>
          </a:solidFill>
          <a:ln w="3810">
            <a:solidFill>
              <a:srgbClr val="42E0CB">
                <a:alpha val="0"/>
              </a:srgbClr>
            </a:solidFill>
            <a:prstDash val="solid"/>
          </a:ln>
        </p:spPr>
      </p:sp>
      <p:sp>
        <p:nvSpPr>
          <p:cNvPr id="92" name="Shape 90"/>
          <p:cNvSpPr/>
          <p:nvPr/>
        </p:nvSpPr>
        <p:spPr>
          <a:xfrm>
            <a:off x="8265719" y="2120311"/>
            <a:ext cx="64008" cy="64008"/>
          </a:xfrm>
          <a:prstGeom prst="ellipse">
            <a:avLst/>
          </a:prstGeom>
          <a:solidFill>
            <a:srgbClr val="26364E">
              <a:alpha val="84000"/>
            </a:srgbClr>
          </a:solidFill>
          <a:ln w="3810">
            <a:solidFill>
              <a:srgbClr val="26364E">
                <a:alpha val="0"/>
              </a:srgbClr>
            </a:solidFill>
            <a:prstDash val="solid"/>
          </a:ln>
        </p:spPr>
      </p:sp>
      <p:sp>
        <p:nvSpPr>
          <p:cNvPr id="93" name="Shape 91"/>
          <p:cNvSpPr/>
          <p:nvPr/>
        </p:nvSpPr>
        <p:spPr>
          <a:xfrm>
            <a:off x="8356610" y="2120311"/>
            <a:ext cx="64008" cy="64008"/>
          </a:xfrm>
          <a:prstGeom prst="ellipse">
            <a:avLst/>
          </a:prstGeom>
          <a:solidFill>
            <a:srgbClr val="26364E">
              <a:alpha val="84000"/>
            </a:srgbClr>
          </a:solidFill>
          <a:ln w="3810">
            <a:solidFill>
              <a:srgbClr val="26364E">
                <a:alpha val="0"/>
              </a:srgbClr>
            </a:solidFill>
            <a:prstDash val="solid"/>
          </a:ln>
        </p:spPr>
      </p:sp>
      <p:sp>
        <p:nvSpPr>
          <p:cNvPr id="94" name="Shape 92"/>
          <p:cNvSpPr/>
          <p:nvPr/>
        </p:nvSpPr>
        <p:spPr>
          <a:xfrm>
            <a:off x="8447502" y="2120311"/>
            <a:ext cx="64008" cy="64008"/>
          </a:xfrm>
          <a:prstGeom prst="ellipse">
            <a:avLst/>
          </a:prstGeom>
          <a:solidFill>
            <a:srgbClr val="42E0CB"/>
          </a:solidFill>
          <a:ln w="3810">
            <a:solidFill>
              <a:srgbClr val="42E0CB">
                <a:alpha val="0"/>
              </a:srgbClr>
            </a:solidFill>
            <a:prstDash val="solid"/>
          </a:ln>
        </p:spPr>
      </p:sp>
      <p:sp>
        <p:nvSpPr>
          <p:cNvPr id="95" name="Shape 93"/>
          <p:cNvSpPr/>
          <p:nvPr/>
        </p:nvSpPr>
        <p:spPr>
          <a:xfrm>
            <a:off x="8538393" y="2120311"/>
            <a:ext cx="64008" cy="64008"/>
          </a:xfrm>
          <a:prstGeom prst="ellipse">
            <a:avLst/>
          </a:prstGeom>
          <a:solidFill>
            <a:srgbClr val="26364E">
              <a:alpha val="84000"/>
            </a:srgbClr>
          </a:solidFill>
          <a:ln w="3810">
            <a:solidFill>
              <a:srgbClr val="26364E">
                <a:alpha val="0"/>
              </a:srgbClr>
            </a:solidFill>
            <a:prstDash val="solid"/>
          </a:ln>
        </p:spPr>
      </p:sp>
      <p:sp>
        <p:nvSpPr>
          <p:cNvPr id="96" name="Shape 94"/>
          <p:cNvSpPr/>
          <p:nvPr/>
        </p:nvSpPr>
        <p:spPr>
          <a:xfrm>
            <a:off x="8629284" y="2120311"/>
            <a:ext cx="64008" cy="64008"/>
          </a:xfrm>
          <a:prstGeom prst="ellipse">
            <a:avLst/>
          </a:prstGeom>
          <a:solidFill>
            <a:srgbClr val="26364E">
              <a:alpha val="84000"/>
            </a:srgbClr>
          </a:solidFill>
          <a:ln w="3810">
            <a:solidFill>
              <a:srgbClr val="26364E">
                <a:alpha val="0"/>
              </a:srgbClr>
            </a:solidFill>
            <a:prstDash val="solid"/>
          </a:ln>
        </p:spPr>
      </p:sp>
      <p:sp>
        <p:nvSpPr>
          <p:cNvPr id="97" name="Shape 95"/>
          <p:cNvSpPr/>
          <p:nvPr/>
        </p:nvSpPr>
        <p:spPr>
          <a:xfrm>
            <a:off x="8720176" y="2120311"/>
            <a:ext cx="64008" cy="64008"/>
          </a:xfrm>
          <a:prstGeom prst="ellipse">
            <a:avLst/>
          </a:prstGeom>
          <a:solidFill>
            <a:srgbClr val="42E0CB"/>
          </a:solidFill>
          <a:ln w="3810">
            <a:solidFill>
              <a:srgbClr val="42E0CB">
                <a:alpha val="0"/>
              </a:srgbClr>
            </a:solidFill>
            <a:prstDash val="solid"/>
          </a:ln>
        </p:spPr>
      </p:sp>
      <p:sp>
        <p:nvSpPr>
          <p:cNvPr id="98" name="Shape 96"/>
          <p:cNvSpPr/>
          <p:nvPr/>
        </p:nvSpPr>
        <p:spPr>
          <a:xfrm>
            <a:off x="8811067" y="2120311"/>
            <a:ext cx="64008" cy="64008"/>
          </a:xfrm>
          <a:prstGeom prst="ellipse">
            <a:avLst/>
          </a:prstGeom>
          <a:solidFill>
            <a:srgbClr val="26364E">
              <a:alpha val="84000"/>
            </a:srgbClr>
          </a:solidFill>
          <a:ln w="3810">
            <a:solidFill>
              <a:srgbClr val="26364E">
                <a:alpha val="0"/>
              </a:srgbClr>
            </a:solidFill>
            <a:prstDash val="solid"/>
          </a:ln>
        </p:spPr>
      </p:sp>
      <p:sp>
        <p:nvSpPr>
          <p:cNvPr id="99" name="Shape 97"/>
          <p:cNvSpPr/>
          <p:nvPr/>
        </p:nvSpPr>
        <p:spPr>
          <a:xfrm>
            <a:off x="8901958" y="2120311"/>
            <a:ext cx="64008" cy="64008"/>
          </a:xfrm>
          <a:prstGeom prst="ellipse">
            <a:avLst/>
          </a:prstGeom>
          <a:solidFill>
            <a:srgbClr val="26364E">
              <a:alpha val="84000"/>
            </a:srgbClr>
          </a:solidFill>
          <a:ln w="3810">
            <a:solidFill>
              <a:srgbClr val="26364E">
                <a:alpha val="0"/>
              </a:srgbClr>
            </a:solidFill>
            <a:prstDash val="solid"/>
          </a:ln>
        </p:spPr>
      </p:sp>
      <p:sp>
        <p:nvSpPr>
          <p:cNvPr id="100" name="Shape 98"/>
          <p:cNvSpPr/>
          <p:nvPr/>
        </p:nvSpPr>
        <p:spPr>
          <a:xfrm>
            <a:off x="8992850" y="2120311"/>
            <a:ext cx="64008" cy="64008"/>
          </a:xfrm>
          <a:prstGeom prst="ellipse">
            <a:avLst/>
          </a:prstGeom>
          <a:solidFill>
            <a:srgbClr val="42E0CB"/>
          </a:solidFill>
          <a:ln w="3810">
            <a:solidFill>
              <a:srgbClr val="42E0CB">
                <a:alpha val="0"/>
              </a:srgbClr>
            </a:solidFill>
            <a:prstDash val="solid"/>
          </a:ln>
        </p:spPr>
      </p:sp>
      <p:sp>
        <p:nvSpPr>
          <p:cNvPr id="101" name="Shape 99"/>
          <p:cNvSpPr/>
          <p:nvPr/>
        </p:nvSpPr>
        <p:spPr>
          <a:xfrm>
            <a:off x="9083741" y="2120311"/>
            <a:ext cx="64008" cy="64008"/>
          </a:xfrm>
          <a:prstGeom prst="ellipse">
            <a:avLst/>
          </a:prstGeom>
          <a:solidFill>
            <a:srgbClr val="26364E">
              <a:alpha val="84000"/>
            </a:srgbClr>
          </a:solidFill>
          <a:ln w="3810">
            <a:solidFill>
              <a:srgbClr val="26364E">
                <a:alpha val="0"/>
              </a:srgbClr>
            </a:solidFill>
            <a:prstDash val="solid"/>
          </a:ln>
        </p:spPr>
      </p:sp>
      <p:sp>
        <p:nvSpPr>
          <p:cNvPr id="102" name="Shape 100"/>
          <p:cNvSpPr/>
          <p:nvPr/>
        </p:nvSpPr>
        <p:spPr>
          <a:xfrm>
            <a:off x="9174632" y="2120311"/>
            <a:ext cx="64008" cy="64008"/>
          </a:xfrm>
          <a:prstGeom prst="ellipse">
            <a:avLst/>
          </a:prstGeom>
          <a:solidFill>
            <a:srgbClr val="26364E">
              <a:alpha val="84000"/>
            </a:srgbClr>
          </a:solidFill>
          <a:ln w="3810">
            <a:solidFill>
              <a:srgbClr val="26364E">
                <a:alpha val="0"/>
              </a:srgbClr>
            </a:solidFill>
            <a:prstDash val="solid"/>
          </a:ln>
        </p:spPr>
      </p:sp>
      <p:sp>
        <p:nvSpPr>
          <p:cNvPr id="103" name="Shape 101"/>
          <p:cNvSpPr/>
          <p:nvPr/>
        </p:nvSpPr>
        <p:spPr>
          <a:xfrm>
            <a:off x="9265524" y="2120311"/>
            <a:ext cx="64008" cy="64008"/>
          </a:xfrm>
          <a:prstGeom prst="ellipse">
            <a:avLst/>
          </a:prstGeom>
          <a:solidFill>
            <a:srgbClr val="42E0CB"/>
          </a:solidFill>
          <a:ln w="3810">
            <a:solidFill>
              <a:srgbClr val="42E0CB">
                <a:alpha val="0"/>
              </a:srgbClr>
            </a:solidFill>
            <a:prstDash val="solid"/>
          </a:ln>
        </p:spPr>
      </p:sp>
      <p:sp>
        <p:nvSpPr>
          <p:cNvPr id="104" name="Shape 102"/>
          <p:cNvSpPr/>
          <p:nvPr/>
        </p:nvSpPr>
        <p:spPr>
          <a:xfrm>
            <a:off x="9356415" y="2120311"/>
            <a:ext cx="64008" cy="64008"/>
          </a:xfrm>
          <a:prstGeom prst="ellipse">
            <a:avLst/>
          </a:prstGeom>
          <a:solidFill>
            <a:srgbClr val="26364E">
              <a:alpha val="84000"/>
            </a:srgbClr>
          </a:solidFill>
          <a:ln w="3810">
            <a:solidFill>
              <a:srgbClr val="26364E">
                <a:alpha val="0"/>
              </a:srgbClr>
            </a:solidFill>
            <a:prstDash val="solid"/>
          </a:ln>
        </p:spPr>
      </p:sp>
      <p:sp>
        <p:nvSpPr>
          <p:cNvPr id="105" name="Shape 103"/>
          <p:cNvSpPr/>
          <p:nvPr/>
        </p:nvSpPr>
        <p:spPr>
          <a:xfrm>
            <a:off x="9447306" y="2120311"/>
            <a:ext cx="64008" cy="64008"/>
          </a:xfrm>
          <a:prstGeom prst="ellipse">
            <a:avLst/>
          </a:prstGeom>
          <a:solidFill>
            <a:srgbClr val="26364E">
              <a:alpha val="84000"/>
            </a:srgbClr>
          </a:solidFill>
          <a:ln w="3810">
            <a:solidFill>
              <a:srgbClr val="26364E">
                <a:alpha val="0"/>
              </a:srgbClr>
            </a:solidFill>
            <a:prstDash val="solid"/>
          </a:ln>
        </p:spPr>
      </p:sp>
      <p:sp>
        <p:nvSpPr>
          <p:cNvPr id="106" name="Shape 104"/>
          <p:cNvSpPr/>
          <p:nvPr/>
        </p:nvSpPr>
        <p:spPr>
          <a:xfrm>
            <a:off x="9538198" y="2120311"/>
            <a:ext cx="64008" cy="64008"/>
          </a:xfrm>
          <a:prstGeom prst="ellipse">
            <a:avLst/>
          </a:prstGeom>
          <a:solidFill>
            <a:srgbClr val="42E0CB"/>
          </a:solidFill>
          <a:ln w="3810">
            <a:solidFill>
              <a:srgbClr val="42E0CB">
                <a:alpha val="0"/>
              </a:srgbClr>
            </a:solidFill>
            <a:prstDash val="solid"/>
          </a:ln>
        </p:spPr>
      </p:sp>
      <p:sp>
        <p:nvSpPr>
          <p:cNvPr id="107" name="Shape 105"/>
          <p:cNvSpPr/>
          <p:nvPr/>
        </p:nvSpPr>
        <p:spPr>
          <a:xfrm>
            <a:off x="9629089" y="2120311"/>
            <a:ext cx="64008" cy="64008"/>
          </a:xfrm>
          <a:prstGeom prst="ellipse">
            <a:avLst/>
          </a:prstGeom>
          <a:solidFill>
            <a:srgbClr val="26364E">
              <a:alpha val="84000"/>
            </a:srgbClr>
          </a:solidFill>
          <a:ln w="3810">
            <a:solidFill>
              <a:srgbClr val="26364E">
                <a:alpha val="0"/>
              </a:srgbClr>
            </a:solidFill>
            <a:prstDash val="solid"/>
          </a:ln>
        </p:spPr>
      </p:sp>
      <p:sp>
        <p:nvSpPr>
          <p:cNvPr id="108" name="Shape 106"/>
          <p:cNvSpPr/>
          <p:nvPr/>
        </p:nvSpPr>
        <p:spPr>
          <a:xfrm>
            <a:off x="9719981" y="2120311"/>
            <a:ext cx="64008" cy="64008"/>
          </a:xfrm>
          <a:prstGeom prst="ellipse">
            <a:avLst/>
          </a:prstGeom>
          <a:solidFill>
            <a:srgbClr val="26364E">
              <a:alpha val="84000"/>
            </a:srgbClr>
          </a:solidFill>
          <a:ln w="3810">
            <a:solidFill>
              <a:srgbClr val="26364E">
                <a:alpha val="0"/>
              </a:srgbClr>
            </a:solidFill>
            <a:prstDash val="solid"/>
          </a:ln>
        </p:spPr>
      </p:sp>
      <p:sp>
        <p:nvSpPr>
          <p:cNvPr id="109" name="Shape 107"/>
          <p:cNvSpPr/>
          <p:nvPr/>
        </p:nvSpPr>
        <p:spPr>
          <a:xfrm>
            <a:off x="9810872" y="2120311"/>
            <a:ext cx="64008" cy="64008"/>
          </a:xfrm>
          <a:prstGeom prst="ellipse">
            <a:avLst/>
          </a:prstGeom>
          <a:solidFill>
            <a:srgbClr val="42E0CB"/>
          </a:solidFill>
          <a:ln w="3810">
            <a:solidFill>
              <a:srgbClr val="42E0CB">
                <a:alpha val="0"/>
              </a:srgbClr>
            </a:solidFill>
            <a:prstDash val="solid"/>
          </a:ln>
        </p:spPr>
      </p:sp>
      <p:sp>
        <p:nvSpPr>
          <p:cNvPr id="110" name="Shape 108"/>
          <p:cNvSpPr/>
          <p:nvPr/>
        </p:nvSpPr>
        <p:spPr>
          <a:xfrm>
            <a:off x="9901763" y="2120311"/>
            <a:ext cx="64008" cy="64008"/>
          </a:xfrm>
          <a:prstGeom prst="ellipse">
            <a:avLst/>
          </a:prstGeom>
          <a:solidFill>
            <a:srgbClr val="26364E">
              <a:alpha val="84000"/>
            </a:srgbClr>
          </a:solidFill>
          <a:ln w="3810">
            <a:solidFill>
              <a:srgbClr val="26364E">
                <a:alpha val="0"/>
              </a:srgbClr>
            </a:solidFill>
            <a:prstDash val="solid"/>
          </a:ln>
        </p:spPr>
      </p:sp>
      <p:sp>
        <p:nvSpPr>
          <p:cNvPr id="111" name="Shape 109"/>
          <p:cNvSpPr/>
          <p:nvPr/>
        </p:nvSpPr>
        <p:spPr>
          <a:xfrm>
            <a:off x="9992655" y="2120311"/>
            <a:ext cx="64008" cy="64008"/>
          </a:xfrm>
          <a:prstGeom prst="ellipse">
            <a:avLst/>
          </a:prstGeom>
          <a:solidFill>
            <a:srgbClr val="26364E">
              <a:alpha val="84000"/>
            </a:srgbClr>
          </a:solidFill>
          <a:ln w="3810">
            <a:solidFill>
              <a:srgbClr val="26364E">
                <a:alpha val="0"/>
              </a:srgbClr>
            </a:solidFill>
            <a:prstDash val="solid"/>
          </a:ln>
        </p:spPr>
      </p:sp>
      <p:sp>
        <p:nvSpPr>
          <p:cNvPr id="112" name="Shape 110"/>
          <p:cNvSpPr/>
          <p:nvPr/>
        </p:nvSpPr>
        <p:spPr>
          <a:xfrm>
            <a:off x="10083546" y="2120311"/>
            <a:ext cx="64008" cy="64008"/>
          </a:xfrm>
          <a:prstGeom prst="ellipse">
            <a:avLst/>
          </a:prstGeom>
          <a:solidFill>
            <a:srgbClr val="42E0CB"/>
          </a:solidFill>
          <a:ln w="3810">
            <a:solidFill>
              <a:srgbClr val="42E0CB">
                <a:alpha val="0"/>
              </a:srgbClr>
            </a:solidFill>
            <a:prstDash val="solid"/>
          </a:ln>
        </p:spPr>
      </p:sp>
      <p:sp>
        <p:nvSpPr>
          <p:cNvPr id="113" name="Shape 111"/>
          <p:cNvSpPr/>
          <p:nvPr/>
        </p:nvSpPr>
        <p:spPr>
          <a:xfrm>
            <a:off x="10174437" y="2120311"/>
            <a:ext cx="64008" cy="64008"/>
          </a:xfrm>
          <a:prstGeom prst="ellipse">
            <a:avLst/>
          </a:prstGeom>
          <a:solidFill>
            <a:srgbClr val="42E0CB"/>
          </a:solidFill>
          <a:ln w="3810">
            <a:solidFill>
              <a:srgbClr val="42E0CB">
                <a:alpha val="0"/>
              </a:srgbClr>
            </a:solidFill>
            <a:prstDash val="solid"/>
          </a:ln>
        </p:spPr>
      </p:sp>
      <p:sp>
        <p:nvSpPr>
          <p:cNvPr id="114" name="Shape 112"/>
          <p:cNvSpPr/>
          <p:nvPr/>
        </p:nvSpPr>
        <p:spPr>
          <a:xfrm>
            <a:off x="10265329" y="2120311"/>
            <a:ext cx="64008" cy="64008"/>
          </a:xfrm>
          <a:prstGeom prst="ellipse">
            <a:avLst/>
          </a:prstGeom>
          <a:solidFill>
            <a:srgbClr val="42E0CB"/>
          </a:solidFill>
          <a:ln w="3810">
            <a:solidFill>
              <a:srgbClr val="42E0CB">
                <a:alpha val="0"/>
              </a:srgbClr>
            </a:solidFill>
            <a:prstDash val="solid"/>
          </a:ln>
        </p:spPr>
      </p:sp>
      <p:sp>
        <p:nvSpPr>
          <p:cNvPr id="115" name="Shape 113"/>
          <p:cNvSpPr/>
          <p:nvPr/>
        </p:nvSpPr>
        <p:spPr>
          <a:xfrm>
            <a:off x="10356220" y="2120311"/>
            <a:ext cx="64008" cy="64008"/>
          </a:xfrm>
          <a:prstGeom prst="ellipse">
            <a:avLst/>
          </a:prstGeom>
          <a:solidFill>
            <a:srgbClr val="26364E">
              <a:alpha val="84000"/>
            </a:srgbClr>
          </a:solidFill>
          <a:ln w="3810">
            <a:solidFill>
              <a:srgbClr val="26364E">
                <a:alpha val="0"/>
              </a:srgbClr>
            </a:solidFill>
            <a:prstDash val="solid"/>
          </a:ln>
        </p:spPr>
      </p:sp>
      <p:sp>
        <p:nvSpPr>
          <p:cNvPr id="116" name="Shape 114"/>
          <p:cNvSpPr/>
          <p:nvPr/>
        </p:nvSpPr>
        <p:spPr>
          <a:xfrm>
            <a:off x="7538588" y="2211202"/>
            <a:ext cx="64008" cy="64008"/>
          </a:xfrm>
          <a:prstGeom prst="ellipse">
            <a:avLst/>
          </a:prstGeom>
          <a:solidFill>
            <a:srgbClr val="42E0CB"/>
          </a:solidFill>
          <a:ln w="3810">
            <a:solidFill>
              <a:srgbClr val="42E0CB">
                <a:alpha val="0"/>
              </a:srgbClr>
            </a:solidFill>
            <a:prstDash val="solid"/>
          </a:ln>
        </p:spPr>
      </p:sp>
      <p:sp>
        <p:nvSpPr>
          <p:cNvPr id="117" name="Shape 115"/>
          <p:cNvSpPr/>
          <p:nvPr/>
        </p:nvSpPr>
        <p:spPr>
          <a:xfrm>
            <a:off x="7629479" y="2211202"/>
            <a:ext cx="64008" cy="64008"/>
          </a:xfrm>
          <a:prstGeom prst="ellipse">
            <a:avLst/>
          </a:prstGeom>
          <a:solidFill>
            <a:srgbClr val="26364E">
              <a:alpha val="84000"/>
            </a:srgbClr>
          </a:solidFill>
          <a:ln w="3810">
            <a:solidFill>
              <a:srgbClr val="26364E">
                <a:alpha val="0"/>
              </a:srgbClr>
            </a:solidFill>
            <a:prstDash val="solid"/>
          </a:ln>
        </p:spPr>
      </p:sp>
      <p:sp>
        <p:nvSpPr>
          <p:cNvPr id="118" name="Shape 116"/>
          <p:cNvSpPr/>
          <p:nvPr/>
        </p:nvSpPr>
        <p:spPr>
          <a:xfrm>
            <a:off x="7720371" y="2211202"/>
            <a:ext cx="64008" cy="64008"/>
          </a:xfrm>
          <a:prstGeom prst="ellipse">
            <a:avLst/>
          </a:prstGeom>
          <a:solidFill>
            <a:srgbClr val="42E0CB"/>
          </a:solidFill>
          <a:ln w="3810">
            <a:solidFill>
              <a:srgbClr val="42E0CB">
                <a:alpha val="0"/>
              </a:srgbClr>
            </a:solidFill>
            <a:prstDash val="solid"/>
          </a:ln>
        </p:spPr>
      </p:sp>
      <p:sp>
        <p:nvSpPr>
          <p:cNvPr id="119" name="Shape 117"/>
          <p:cNvSpPr/>
          <p:nvPr/>
        </p:nvSpPr>
        <p:spPr>
          <a:xfrm>
            <a:off x="7811262" y="2211202"/>
            <a:ext cx="64008" cy="64008"/>
          </a:xfrm>
          <a:prstGeom prst="ellipse">
            <a:avLst/>
          </a:prstGeom>
          <a:solidFill>
            <a:srgbClr val="26364E">
              <a:alpha val="84000"/>
            </a:srgbClr>
          </a:solidFill>
          <a:ln w="3810">
            <a:solidFill>
              <a:srgbClr val="26364E">
                <a:alpha val="0"/>
              </a:srgbClr>
            </a:solidFill>
            <a:prstDash val="solid"/>
          </a:ln>
        </p:spPr>
      </p:sp>
      <p:sp>
        <p:nvSpPr>
          <p:cNvPr id="120" name="Shape 118"/>
          <p:cNvSpPr/>
          <p:nvPr/>
        </p:nvSpPr>
        <p:spPr>
          <a:xfrm>
            <a:off x="7902153" y="2211202"/>
            <a:ext cx="64008" cy="64008"/>
          </a:xfrm>
          <a:prstGeom prst="ellipse">
            <a:avLst/>
          </a:prstGeom>
          <a:solidFill>
            <a:srgbClr val="42E0CB"/>
          </a:solidFill>
          <a:ln w="3810">
            <a:solidFill>
              <a:srgbClr val="42E0CB">
                <a:alpha val="0"/>
              </a:srgbClr>
            </a:solidFill>
            <a:prstDash val="solid"/>
          </a:ln>
        </p:spPr>
      </p:sp>
      <p:sp>
        <p:nvSpPr>
          <p:cNvPr id="121" name="Shape 119"/>
          <p:cNvSpPr/>
          <p:nvPr/>
        </p:nvSpPr>
        <p:spPr>
          <a:xfrm>
            <a:off x="7993045" y="2211202"/>
            <a:ext cx="64008" cy="64008"/>
          </a:xfrm>
          <a:prstGeom prst="ellipse">
            <a:avLst/>
          </a:prstGeom>
          <a:solidFill>
            <a:srgbClr val="26364E">
              <a:alpha val="84000"/>
            </a:srgbClr>
          </a:solidFill>
          <a:ln w="3810">
            <a:solidFill>
              <a:srgbClr val="26364E">
                <a:alpha val="0"/>
              </a:srgbClr>
            </a:solidFill>
            <a:prstDash val="solid"/>
          </a:ln>
        </p:spPr>
      </p:sp>
      <p:sp>
        <p:nvSpPr>
          <p:cNvPr id="122" name="Shape 120"/>
          <p:cNvSpPr/>
          <p:nvPr/>
        </p:nvSpPr>
        <p:spPr>
          <a:xfrm>
            <a:off x="8083936" y="2211202"/>
            <a:ext cx="64008" cy="64008"/>
          </a:xfrm>
          <a:prstGeom prst="ellipse">
            <a:avLst/>
          </a:prstGeom>
          <a:solidFill>
            <a:srgbClr val="26364E">
              <a:alpha val="84000"/>
            </a:srgbClr>
          </a:solidFill>
          <a:ln w="3810">
            <a:solidFill>
              <a:srgbClr val="26364E">
                <a:alpha val="0"/>
              </a:srgbClr>
            </a:solidFill>
            <a:prstDash val="solid"/>
          </a:ln>
        </p:spPr>
      </p:sp>
      <p:sp>
        <p:nvSpPr>
          <p:cNvPr id="123" name="Shape 121"/>
          <p:cNvSpPr/>
          <p:nvPr/>
        </p:nvSpPr>
        <p:spPr>
          <a:xfrm>
            <a:off x="8174827" y="2211202"/>
            <a:ext cx="64008" cy="64008"/>
          </a:xfrm>
          <a:prstGeom prst="ellipse">
            <a:avLst/>
          </a:prstGeom>
          <a:solidFill>
            <a:srgbClr val="26364E">
              <a:alpha val="84000"/>
            </a:srgbClr>
          </a:solidFill>
          <a:ln w="3810">
            <a:solidFill>
              <a:srgbClr val="26364E">
                <a:alpha val="0"/>
              </a:srgbClr>
            </a:solidFill>
            <a:prstDash val="solid"/>
          </a:ln>
        </p:spPr>
      </p:sp>
      <p:sp>
        <p:nvSpPr>
          <p:cNvPr id="124" name="Shape 122"/>
          <p:cNvSpPr/>
          <p:nvPr/>
        </p:nvSpPr>
        <p:spPr>
          <a:xfrm>
            <a:off x="8265719" y="2211202"/>
            <a:ext cx="64008" cy="64008"/>
          </a:xfrm>
          <a:prstGeom prst="ellipse">
            <a:avLst/>
          </a:prstGeom>
          <a:solidFill>
            <a:srgbClr val="26364E">
              <a:alpha val="84000"/>
            </a:srgbClr>
          </a:solidFill>
          <a:ln w="3810">
            <a:solidFill>
              <a:srgbClr val="26364E">
                <a:alpha val="0"/>
              </a:srgbClr>
            </a:solidFill>
            <a:prstDash val="solid"/>
          </a:ln>
        </p:spPr>
      </p:sp>
      <p:sp>
        <p:nvSpPr>
          <p:cNvPr id="125" name="Shape 123"/>
          <p:cNvSpPr/>
          <p:nvPr/>
        </p:nvSpPr>
        <p:spPr>
          <a:xfrm>
            <a:off x="8356610" y="2211202"/>
            <a:ext cx="64008" cy="64008"/>
          </a:xfrm>
          <a:prstGeom prst="ellipse">
            <a:avLst/>
          </a:prstGeom>
          <a:solidFill>
            <a:srgbClr val="26364E">
              <a:alpha val="84000"/>
            </a:srgbClr>
          </a:solidFill>
          <a:ln w="3810">
            <a:solidFill>
              <a:srgbClr val="26364E">
                <a:alpha val="0"/>
              </a:srgbClr>
            </a:solidFill>
            <a:prstDash val="solid"/>
          </a:ln>
        </p:spPr>
      </p:sp>
      <p:sp>
        <p:nvSpPr>
          <p:cNvPr id="126" name="Shape 124"/>
          <p:cNvSpPr/>
          <p:nvPr/>
        </p:nvSpPr>
        <p:spPr>
          <a:xfrm>
            <a:off x="8447502" y="2211202"/>
            <a:ext cx="64008" cy="64008"/>
          </a:xfrm>
          <a:prstGeom prst="ellipse">
            <a:avLst/>
          </a:prstGeom>
          <a:solidFill>
            <a:srgbClr val="26364E">
              <a:alpha val="84000"/>
            </a:srgbClr>
          </a:solidFill>
          <a:ln w="3810">
            <a:solidFill>
              <a:srgbClr val="26364E">
                <a:alpha val="0"/>
              </a:srgbClr>
            </a:solidFill>
            <a:prstDash val="solid"/>
          </a:ln>
        </p:spPr>
      </p:sp>
      <p:sp>
        <p:nvSpPr>
          <p:cNvPr id="127" name="Shape 125"/>
          <p:cNvSpPr/>
          <p:nvPr/>
        </p:nvSpPr>
        <p:spPr>
          <a:xfrm>
            <a:off x="8538393" y="2211202"/>
            <a:ext cx="64008" cy="64008"/>
          </a:xfrm>
          <a:prstGeom prst="ellipse">
            <a:avLst/>
          </a:prstGeom>
          <a:solidFill>
            <a:srgbClr val="26364E">
              <a:alpha val="84000"/>
            </a:srgbClr>
          </a:solidFill>
          <a:ln w="3810">
            <a:solidFill>
              <a:srgbClr val="26364E">
                <a:alpha val="0"/>
              </a:srgbClr>
            </a:solidFill>
            <a:prstDash val="solid"/>
          </a:ln>
        </p:spPr>
      </p:sp>
      <p:sp>
        <p:nvSpPr>
          <p:cNvPr id="128" name="Shape 126"/>
          <p:cNvSpPr/>
          <p:nvPr/>
        </p:nvSpPr>
        <p:spPr>
          <a:xfrm>
            <a:off x="8629284" y="2211202"/>
            <a:ext cx="64008" cy="64008"/>
          </a:xfrm>
          <a:prstGeom prst="ellipse">
            <a:avLst/>
          </a:prstGeom>
          <a:solidFill>
            <a:srgbClr val="26364E">
              <a:alpha val="84000"/>
            </a:srgbClr>
          </a:solidFill>
          <a:ln w="3810">
            <a:solidFill>
              <a:srgbClr val="26364E">
                <a:alpha val="0"/>
              </a:srgbClr>
            </a:solidFill>
            <a:prstDash val="solid"/>
          </a:ln>
        </p:spPr>
      </p:sp>
      <p:sp>
        <p:nvSpPr>
          <p:cNvPr id="129" name="Shape 127"/>
          <p:cNvSpPr/>
          <p:nvPr/>
        </p:nvSpPr>
        <p:spPr>
          <a:xfrm>
            <a:off x="8720176" y="2211202"/>
            <a:ext cx="64008" cy="64008"/>
          </a:xfrm>
          <a:prstGeom prst="ellipse">
            <a:avLst/>
          </a:prstGeom>
          <a:solidFill>
            <a:srgbClr val="26364E">
              <a:alpha val="84000"/>
            </a:srgbClr>
          </a:solidFill>
          <a:ln w="3810">
            <a:solidFill>
              <a:srgbClr val="26364E">
                <a:alpha val="0"/>
              </a:srgbClr>
            </a:solidFill>
            <a:prstDash val="solid"/>
          </a:ln>
        </p:spPr>
      </p:sp>
      <p:sp>
        <p:nvSpPr>
          <p:cNvPr id="130" name="Shape 128"/>
          <p:cNvSpPr/>
          <p:nvPr/>
        </p:nvSpPr>
        <p:spPr>
          <a:xfrm>
            <a:off x="8811067" y="2211202"/>
            <a:ext cx="64008" cy="64008"/>
          </a:xfrm>
          <a:prstGeom prst="ellipse">
            <a:avLst/>
          </a:prstGeom>
          <a:solidFill>
            <a:srgbClr val="26364E">
              <a:alpha val="84000"/>
            </a:srgbClr>
          </a:solidFill>
          <a:ln w="3810">
            <a:solidFill>
              <a:srgbClr val="26364E">
                <a:alpha val="0"/>
              </a:srgbClr>
            </a:solidFill>
            <a:prstDash val="solid"/>
          </a:ln>
        </p:spPr>
      </p:sp>
      <p:sp>
        <p:nvSpPr>
          <p:cNvPr id="131" name="Shape 129"/>
          <p:cNvSpPr/>
          <p:nvPr/>
        </p:nvSpPr>
        <p:spPr>
          <a:xfrm>
            <a:off x="8901958" y="2211202"/>
            <a:ext cx="64008" cy="64008"/>
          </a:xfrm>
          <a:prstGeom prst="ellipse">
            <a:avLst/>
          </a:prstGeom>
          <a:solidFill>
            <a:srgbClr val="26364E">
              <a:alpha val="84000"/>
            </a:srgbClr>
          </a:solidFill>
          <a:ln w="3810">
            <a:solidFill>
              <a:srgbClr val="26364E">
                <a:alpha val="0"/>
              </a:srgbClr>
            </a:solidFill>
            <a:prstDash val="solid"/>
          </a:ln>
        </p:spPr>
      </p:sp>
      <p:sp>
        <p:nvSpPr>
          <p:cNvPr id="132" name="Shape 130"/>
          <p:cNvSpPr/>
          <p:nvPr/>
        </p:nvSpPr>
        <p:spPr>
          <a:xfrm>
            <a:off x="8992850" y="2211202"/>
            <a:ext cx="64008" cy="64008"/>
          </a:xfrm>
          <a:prstGeom prst="ellipse">
            <a:avLst/>
          </a:prstGeom>
          <a:solidFill>
            <a:srgbClr val="26364E">
              <a:alpha val="84000"/>
            </a:srgbClr>
          </a:solidFill>
          <a:ln w="3810">
            <a:solidFill>
              <a:srgbClr val="26364E">
                <a:alpha val="0"/>
              </a:srgbClr>
            </a:solidFill>
            <a:prstDash val="solid"/>
          </a:ln>
        </p:spPr>
      </p:sp>
      <p:sp>
        <p:nvSpPr>
          <p:cNvPr id="133" name="Shape 131"/>
          <p:cNvSpPr/>
          <p:nvPr/>
        </p:nvSpPr>
        <p:spPr>
          <a:xfrm>
            <a:off x="9083741" y="2211202"/>
            <a:ext cx="64008" cy="64008"/>
          </a:xfrm>
          <a:prstGeom prst="ellipse">
            <a:avLst/>
          </a:prstGeom>
          <a:solidFill>
            <a:srgbClr val="26364E">
              <a:alpha val="84000"/>
            </a:srgbClr>
          </a:solidFill>
          <a:ln w="3810">
            <a:solidFill>
              <a:srgbClr val="26364E">
                <a:alpha val="0"/>
              </a:srgbClr>
            </a:solidFill>
            <a:prstDash val="solid"/>
          </a:ln>
        </p:spPr>
      </p:sp>
      <p:sp>
        <p:nvSpPr>
          <p:cNvPr id="134" name="Shape 132"/>
          <p:cNvSpPr/>
          <p:nvPr/>
        </p:nvSpPr>
        <p:spPr>
          <a:xfrm>
            <a:off x="9174632" y="2211202"/>
            <a:ext cx="64008" cy="64008"/>
          </a:xfrm>
          <a:prstGeom prst="ellipse">
            <a:avLst/>
          </a:prstGeom>
          <a:solidFill>
            <a:srgbClr val="26364E">
              <a:alpha val="84000"/>
            </a:srgbClr>
          </a:solidFill>
          <a:ln w="3810">
            <a:solidFill>
              <a:srgbClr val="26364E">
                <a:alpha val="0"/>
              </a:srgbClr>
            </a:solidFill>
            <a:prstDash val="solid"/>
          </a:ln>
        </p:spPr>
      </p:sp>
      <p:sp>
        <p:nvSpPr>
          <p:cNvPr id="135" name="Shape 133"/>
          <p:cNvSpPr/>
          <p:nvPr/>
        </p:nvSpPr>
        <p:spPr>
          <a:xfrm>
            <a:off x="9265524" y="2211202"/>
            <a:ext cx="64008" cy="64008"/>
          </a:xfrm>
          <a:prstGeom prst="ellipse">
            <a:avLst/>
          </a:prstGeom>
          <a:solidFill>
            <a:srgbClr val="26364E">
              <a:alpha val="84000"/>
            </a:srgbClr>
          </a:solidFill>
          <a:ln w="3810">
            <a:solidFill>
              <a:srgbClr val="26364E">
                <a:alpha val="0"/>
              </a:srgbClr>
            </a:solidFill>
            <a:prstDash val="solid"/>
          </a:ln>
        </p:spPr>
      </p:sp>
      <p:sp>
        <p:nvSpPr>
          <p:cNvPr id="136" name="Shape 134"/>
          <p:cNvSpPr/>
          <p:nvPr/>
        </p:nvSpPr>
        <p:spPr>
          <a:xfrm>
            <a:off x="9356415" y="2211202"/>
            <a:ext cx="64008" cy="64008"/>
          </a:xfrm>
          <a:prstGeom prst="ellipse">
            <a:avLst/>
          </a:prstGeom>
          <a:solidFill>
            <a:srgbClr val="26364E">
              <a:alpha val="84000"/>
            </a:srgbClr>
          </a:solidFill>
          <a:ln w="3810">
            <a:solidFill>
              <a:srgbClr val="26364E">
                <a:alpha val="0"/>
              </a:srgbClr>
            </a:solidFill>
            <a:prstDash val="solid"/>
          </a:ln>
        </p:spPr>
      </p:sp>
      <p:sp>
        <p:nvSpPr>
          <p:cNvPr id="137" name="Shape 135"/>
          <p:cNvSpPr/>
          <p:nvPr/>
        </p:nvSpPr>
        <p:spPr>
          <a:xfrm>
            <a:off x="9447306" y="2211202"/>
            <a:ext cx="64008" cy="64008"/>
          </a:xfrm>
          <a:prstGeom prst="ellipse">
            <a:avLst/>
          </a:prstGeom>
          <a:solidFill>
            <a:srgbClr val="26364E">
              <a:alpha val="84000"/>
            </a:srgbClr>
          </a:solidFill>
          <a:ln w="3810">
            <a:solidFill>
              <a:srgbClr val="26364E">
                <a:alpha val="0"/>
              </a:srgbClr>
            </a:solidFill>
            <a:prstDash val="solid"/>
          </a:ln>
        </p:spPr>
      </p:sp>
      <p:sp>
        <p:nvSpPr>
          <p:cNvPr id="138" name="Shape 136"/>
          <p:cNvSpPr/>
          <p:nvPr/>
        </p:nvSpPr>
        <p:spPr>
          <a:xfrm>
            <a:off x="9538198" y="2211202"/>
            <a:ext cx="64008" cy="64008"/>
          </a:xfrm>
          <a:prstGeom prst="ellipse">
            <a:avLst/>
          </a:prstGeom>
          <a:solidFill>
            <a:srgbClr val="26364E">
              <a:alpha val="84000"/>
            </a:srgbClr>
          </a:solidFill>
          <a:ln w="3810">
            <a:solidFill>
              <a:srgbClr val="26364E">
                <a:alpha val="0"/>
              </a:srgbClr>
            </a:solidFill>
            <a:prstDash val="solid"/>
          </a:ln>
        </p:spPr>
      </p:sp>
      <p:sp>
        <p:nvSpPr>
          <p:cNvPr id="139" name="Shape 137"/>
          <p:cNvSpPr/>
          <p:nvPr/>
        </p:nvSpPr>
        <p:spPr>
          <a:xfrm>
            <a:off x="9629089" y="2211202"/>
            <a:ext cx="64008" cy="64008"/>
          </a:xfrm>
          <a:prstGeom prst="ellipse">
            <a:avLst/>
          </a:prstGeom>
          <a:solidFill>
            <a:srgbClr val="26364E">
              <a:alpha val="84000"/>
            </a:srgbClr>
          </a:solidFill>
          <a:ln w="3810">
            <a:solidFill>
              <a:srgbClr val="26364E">
                <a:alpha val="0"/>
              </a:srgbClr>
            </a:solidFill>
            <a:prstDash val="solid"/>
          </a:ln>
        </p:spPr>
      </p:sp>
      <p:sp>
        <p:nvSpPr>
          <p:cNvPr id="140" name="Shape 138"/>
          <p:cNvSpPr/>
          <p:nvPr/>
        </p:nvSpPr>
        <p:spPr>
          <a:xfrm>
            <a:off x="9719981" y="2211202"/>
            <a:ext cx="64008" cy="64008"/>
          </a:xfrm>
          <a:prstGeom prst="ellipse">
            <a:avLst/>
          </a:prstGeom>
          <a:solidFill>
            <a:srgbClr val="26364E">
              <a:alpha val="84000"/>
            </a:srgbClr>
          </a:solidFill>
          <a:ln w="3810">
            <a:solidFill>
              <a:srgbClr val="26364E">
                <a:alpha val="0"/>
              </a:srgbClr>
            </a:solidFill>
            <a:prstDash val="solid"/>
          </a:ln>
        </p:spPr>
      </p:sp>
      <p:sp>
        <p:nvSpPr>
          <p:cNvPr id="141" name="Shape 139"/>
          <p:cNvSpPr/>
          <p:nvPr/>
        </p:nvSpPr>
        <p:spPr>
          <a:xfrm>
            <a:off x="9810872" y="2211202"/>
            <a:ext cx="64008" cy="64008"/>
          </a:xfrm>
          <a:prstGeom prst="ellipse">
            <a:avLst/>
          </a:prstGeom>
          <a:solidFill>
            <a:srgbClr val="26364E">
              <a:alpha val="84000"/>
            </a:srgbClr>
          </a:solidFill>
          <a:ln w="3810">
            <a:solidFill>
              <a:srgbClr val="26364E">
                <a:alpha val="0"/>
              </a:srgbClr>
            </a:solidFill>
            <a:prstDash val="solid"/>
          </a:ln>
        </p:spPr>
      </p:sp>
      <p:sp>
        <p:nvSpPr>
          <p:cNvPr id="142" name="Shape 140"/>
          <p:cNvSpPr/>
          <p:nvPr/>
        </p:nvSpPr>
        <p:spPr>
          <a:xfrm>
            <a:off x="9901763" y="2211202"/>
            <a:ext cx="64008" cy="64008"/>
          </a:xfrm>
          <a:prstGeom prst="ellipse">
            <a:avLst/>
          </a:prstGeom>
          <a:solidFill>
            <a:srgbClr val="26364E">
              <a:alpha val="84000"/>
            </a:srgbClr>
          </a:solidFill>
          <a:ln w="3810">
            <a:solidFill>
              <a:srgbClr val="26364E">
                <a:alpha val="0"/>
              </a:srgbClr>
            </a:solidFill>
            <a:prstDash val="solid"/>
          </a:ln>
        </p:spPr>
      </p:sp>
      <p:sp>
        <p:nvSpPr>
          <p:cNvPr id="143" name="Shape 141"/>
          <p:cNvSpPr/>
          <p:nvPr/>
        </p:nvSpPr>
        <p:spPr>
          <a:xfrm>
            <a:off x="9992655" y="2211202"/>
            <a:ext cx="64008" cy="64008"/>
          </a:xfrm>
          <a:prstGeom prst="ellipse">
            <a:avLst/>
          </a:prstGeom>
          <a:solidFill>
            <a:srgbClr val="26364E">
              <a:alpha val="84000"/>
            </a:srgbClr>
          </a:solidFill>
          <a:ln w="3810">
            <a:solidFill>
              <a:srgbClr val="26364E">
                <a:alpha val="0"/>
              </a:srgbClr>
            </a:solidFill>
            <a:prstDash val="solid"/>
          </a:ln>
        </p:spPr>
      </p:sp>
      <p:sp>
        <p:nvSpPr>
          <p:cNvPr id="144" name="Shape 142"/>
          <p:cNvSpPr/>
          <p:nvPr/>
        </p:nvSpPr>
        <p:spPr>
          <a:xfrm>
            <a:off x="10083546" y="2211202"/>
            <a:ext cx="64008" cy="64008"/>
          </a:xfrm>
          <a:prstGeom prst="ellipse">
            <a:avLst/>
          </a:prstGeom>
          <a:solidFill>
            <a:srgbClr val="42E0CB"/>
          </a:solidFill>
          <a:ln w="3810">
            <a:solidFill>
              <a:srgbClr val="42E0CB">
                <a:alpha val="0"/>
              </a:srgbClr>
            </a:solidFill>
            <a:prstDash val="solid"/>
          </a:ln>
        </p:spPr>
      </p:sp>
      <p:sp>
        <p:nvSpPr>
          <p:cNvPr id="145" name="Shape 143"/>
          <p:cNvSpPr/>
          <p:nvPr/>
        </p:nvSpPr>
        <p:spPr>
          <a:xfrm>
            <a:off x="10174437" y="2211202"/>
            <a:ext cx="64008" cy="64008"/>
          </a:xfrm>
          <a:prstGeom prst="ellipse">
            <a:avLst/>
          </a:prstGeom>
          <a:solidFill>
            <a:srgbClr val="26364E">
              <a:alpha val="84000"/>
            </a:srgbClr>
          </a:solidFill>
          <a:ln w="3810">
            <a:solidFill>
              <a:srgbClr val="26364E">
                <a:alpha val="0"/>
              </a:srgbClr>
            </a:solidFill>
            <a:prstDash val="solid"/>
          </a:ln>
        </p:spPr>
      </p:sp>
      <p:sp>
        <p:nvSpPr>
          <p:cNvPr id="146" name="Shape 144"/>
          <p:cNvSpPr/>
          <p:nvPr/>
        </p:nvSpPr>
        <p:spPr>
          <a:xfrm>
            <a:off x="10265329" y="2211202"/>
            <a:ext cx="64008" cy="64008"/>
          </a:xfrm>
          <a:prstGeom prst="ellipse">
            <a:avLst/>
          </a:prstGeom>
          <a:solidFill>
            <a:srgbClr val="42E0CB"/>
          </a:solidFill>
          <a:ln w="3810">
            <a:solidFill>
              <a:srgbClr val="42E0CB">
                <a:alpha val="0"/>
              </a:srgbClr>
            </a:solidFill>
            <a:prstDash val="solid"/>
          </a:ln>
        </p:spPr>
      </p:sp>
      <p:sp>
        <p:nvSpPr>
          <p:cNvPr id="147" name="Shape 145"/>
          <p:cNvSpPr/>
          <p:nvPr/>
        </p:nvSpPr>
        <p:spPr>
          <a:xfrm>
            <a:off x="10356220" y="2211202"/>
            <a:ext cx="64008" cy="64008"/>
          </a:xfrm>
          <a:prstGeom prst="ellipse">
            <a:avLst/>
          </a:prstGeom>
          <a:solidFill>
            <a:srgbClr val="26364E">
              <a:alpha val="84000"/>
            </a:srgbClr>
          </a:solidFill>
          <a:ln w="3810">
            <a:solidFill>
              <a:srgbClr val="26364E">
                <a:alpha val="0"/>
              </a:srgbClr>
            </a:solidFill>
            <a:prstDash val="solid"/>
          </a:ln>
        </p:spPr>
      </p:sp>
      <p:sp>
        <p:nvSpPr>
          <p:cNvPr id="148" name="Shape 146"/>
          <p:cNvSpPr/>
          <p:nvPr/>
        </p:nvSpPr>
        <p:spPr>
          <a:xfrm>
            <a:off x="7538588" y="2302093"/>
            <a:ext cx="64008" cy="64008"/>
          </a:xfrm>
          <a:prstGeom prst="ellipse">
            <a:avLst/>
          </a:prstGeom>
          <a:solidFill>
            <a:srgbClr val="26364E">
              <a:alpha val="84000"/>
            </a:srgbClr>
          </a:solidFill>
          <a:ln w="3810">
            <a:solidFill>
              <a:srgbClr val="26364E">
                <a:alpha val="0"/>
              </a:srgbClr>
            </a:solidFill>
            <a:prstDash val="solid"/>
          </a:ln>
        </p:spPr>
      </p:sp>
      <p:sp>
        <p:nvSpPr>
          <p:cNvPr id="149" name="Shape 147"/>
          <p:cNvSpPr/>
          <p:nvPr/>
        </p:nvSpPr>
        <p:spPr>
          <a:xfrm>
            <a:off x="7629479" y="2302093"/>
            <a:ext cx="64008" cy="64008"/>
          </a:xfrm>
          <a:prstGeom prst="ellipse">
            <a:avLst/>
          </a:prstGeom>
          <a:solidFill>
            <a:srgbClr val="26364E">
              <a:alpha val="84000"/>
            </a:srgbClr>
          </a:solidFill>
          <a:ln w="3810">
            <a:solidFill>
              <a:srgbClr val="26364E">
                <a:alpha val="0"/>
              </a:srgbClr>
            </a:solidFill>
            <a:prstDash val="solid"/>
          </a:ln>
        </p:spPr>
      </p:sp>
      <p:sp>
        <p:nvSpPr>
          <p:cNvPr id="150" name="Shape 148"/>
          <p:cNvSpPr/>
          <p:nvPr/>
        </p:nvSpPr>
        <p:spPr>
          <a:xfrm>
            <a:off x="7720371" y="2302093"/>
            <a:ext cx="64008" cy="64008"/>
          </a:xfrm>
          <a:prstGeom prst="ellipse">
            <a:avLst/>
          </a:prstGeom>
          <a:solidFill>
            <a:srgbClr val="26364E">
              <a:alpha val="84000"/>
            </a:srgbClr>
          </a:solidFill>
          <a:ln w="3810">
            <a:solidFill>
              <a:srgbClr val="26364E">
                <a:alpha val="0"/>
              </a:srgbClr>
            </a:solidFill>
            <a:prstDash val="solid"/>
          </a:ln>
        </p:spPr>
      </p:sp>
      <p:sp>
        <p:nvSpPr>
          <p:cNvPr id="151" name="Shape 149"/>
          <p:cNvSpPr/>
          <p:nvPr/>
        </p:nvSpPr>
        <p:spPr>
          <a:xfrm>
            <a:off x="7811262" y="2302093"/>
            <a:ext cx="64008" cy="64008"/>
          </a:xfrm>
          <a:prstGeom prst="ellipse">
            <a:avLst/>
          </a:prstGeom>
          <a:solidFill>
            <a:srgbClr val="26364E">
              <a:alpha val="84000"/>
            </a:srgbClr>
          </a:solidFill>
          <a:ln w="3810">
            <a:solidFill>
              <a:srgbClr val="26364E">
                <a:alpha val="0"/>
              </a:srgbClr>
            </a:solidFill>
            <a:prstDash val="solid"/>
          </a:ln>
        </p:spPr>
      </p:sp>
      <p:sp>
        <p:nvSpPr>
          <p:cNvPr id="152" name="Shape 150"/>
          <p:cNvSpPr/>
          <p:nvPr/>
        </p:nvSpPr>
        <p:spPr>
          <a:xfrm>
            <a:off x="7902153" y="2302093"/>
            <a:ext cx="64008" cy="64008"/>
          </a:xfrm>
          <a:prstGeom prst="ellipse">
            <a:avLst/>
          </a:prstGeom>
          <a:solidFill>
            <a:srgbClr val="26364E">
              <a:alpha val="84000"/>
            </a:srgbClr>
          </a:solidFill>
          <a:ln w="3810">
            <a:solidFill>
              <a:srgbClr val="26364E">
                <a:alpha val="0"/>
              </a:srgbClr>
            </a:solidFill>
            <a:prstDash val="solid"/>
          </a:ln>
        </p:spPr>
      </p:sp>
      <p:sp>
        <p:nvSpPr>
          <p:cNvPr id="153" name="Shape 151"/>
          <p:cNvSpPr/>
          <p:nvPr/>
        </p:nvSpPr>
        <p:spPr>
          <a:xfrm>
            <a:off x="7993045" y="2302093"/>
            <a:ext cx="64008" cy="64008"/>
          </a:xfrm>
          <a:prstGeom prst="ellipse">
            <a:avLst/>
          </a:prstGeom>
          <a:solidFill>
            <a:srgbClr val="26364E">
              <a:alpha val="84000"/>
            </a:srgbClr>
          </a:solidFill>
          <a:ln w="3810">
            <a:solidFill>
              <a:srgbClr val="26364E">
                <a:alpha val="0"/>
              </a:srgbClr>
            </a:solidFill>
            <a:prstDash val="solid"/>
          </a:ln>
        </p:spPr>
      </p:sp>
      <p:sp>
        <p:nvSpPr>
          <p:cNvPr id="154" name="Shape 152"/>
          <p:cNvSpPr/>
          <p:nvPr/>
        </p:nvSpPr>
        <p:spPr>
          <a:xfrm>
            <a:off x="8083936" y="2302093"/>
            <a:ext cx="64008" cy="64008"/>
          </a:xfrm>
          <a:prstGeom prst="ellipse">
            <a:avLst/>
          </a:prstGeom>
          <a:solidFill>
            <a:srgbClr val="26364E">
              <a:alpha val="84000"/>
            </a:srgbClr>
          </a:solidFill>
          <a:ln w="3810">
            <a:solidFill>
              <a:srgbClr val="26364E">
                <a:alpha val="0"/>
              </a:srgbClr>
            </a:solidFill>
            <a:prstDash val="solid"/>
          </a:ln>
        </p:spPr>
      </p:sp>
      <p:sp>
        <p:nvSpPr>
          <p:cNvPr id="155" name="Shape 153"/>
          <p:cNvSpPr/>
          <p:nvPr/>
        </p:nvSpPr>
        <p:spPr>
          <a:xfrm>
            <a:off x="8174827" y="2302093"/>
            <a:ext cx="64008" cy="64008"/>
          </a:xfrm>
          <a:prstGeom prst="ellipse">
            <a:avLst/>
          </a:prstGeom>
          <a:solidFill>
            <a:srgbClr val="26364E">
              <a:alpha val="84000"/>
            </a:srgbClr>
          </a:solidFill>
          <a:ln w="3810">
            <a:solidFill>
              <a:srgbClr val="26364E">
                <a:alpha val="0"/>
              </a:srgbClr>
            </a:solidFill>
            <a:prstDash val="solid"/>
          </a:ln>
        </p:spPr>
      </p:sp>
      <p:sp>
        <p:nvSpPr>
          <p:cNvPr id="156" name="Shape 154"/>
          <p:cNvSpPr/>
          <p:nvPr/>
        </p:nvSpPr>
        <p:spPr>
          <a:xfrm>
            <a:off x="8265719" y="2302093"/>
            <a:ext cx="64008" cy="64008"/>
          </a:xfrm>
          <a:prstGeom prst="ellipse">
            <a:avLst/>
          </a:prstGeom>
          <a:solidFill>
            <a:srgbClr val="26364E">
              <a:alpha val="84000"/>
            </a:srgbClr>
          </a:solidFill>
          <a:ln w="3810">
            <a:solidFill>
              <a:srgbClr val="26364E">
                <a:alpha val="0"/>
              </a:srgbClr>
            </a:solidFill>
            <a:prstDash val="solid"/>
          </a:ln>
        </p:spPr>
      </p:sp>
      <p:sp>
        <p:nvSpPr>
          <p:cNvPr id="157" name="Shape 155"/>
          <p:cNvSpPr/>
          <p:nvPr/>
        </p:nvSpPr>
        <p:spPr>
          <a:xfrm>
            <a:off x="8356610" y="2302093"/>
            <a:ext cx="64008" cy="64008"/>
          </a:xfrm>
          <a:prstGeom prst="ellipse">
            <a:avLst/>
          </a:prstGeom>
          <a:solidFill>
            <a:srgbClr val="26364E">
              <a:alpha val="84000"/>
            </a:srgbClr>
          </a:solidFill>
          <a:ln w="3810">
            <a:solidFill>
              <a:srgbClr val="26364E">
                <a:alpha val="0"/>
              </a:srgbClr>
            </a:solidFill>
            <a:prstDash val="solid"/>
          </a:ln>
        </p:spPr>
      </p:sp>
      <p:sp>
        <p:nvSpPr>
          <p:cNvPr id="158" name="Shape 156"/>
          <p:cNvSpPr/>
          <p:nvPr/>
        </p:nvSpPr>
        <p:spPr>
          <a:xfrm>
            <a:off x="8447502" y="2302093"/>
            <a:ext cx="64008" cy="64008"/>
          </a:xfrm>
          <a:prstGeom prst="ellipse">
            <a:avLst/>
          </a:prstGeom>
          <a:solidFill>
            <a:srgbClr val="26364E">
              <a:alpha val="84000"/>
            </a:srgbClr>
          </a:solidFill>
          <a:ln w="3810">
            <a:solidFill>
              <a:srgbClr val="26364E">
                <a:alpha val="0"/>
              </a:srgbClr>
            </a:solidFill>
            <a:prstDash val="solid"/>
          </a:ln>
        </p:spPr>
      </p:sp>
      <p:sp>
        <p:nvSpPr>
          <p:cNvPr id="159" name="Shape 157"/>
          <p:cNvSpPr/>
          <p:nvPr/>
        </p:nvSpPr>
        <p:spPr>
          <a:xfrm>
            <a:off x="8538393" y="2302093"/>
            <a:ext cx="64008" cy="64008"/>
          </a:xfrm>
          <a:prstGeom prst="ellipse">
            <a:avLst/>
          </a:prstGeom>
          <a:solidFill>
            <a:srgbClr val="26364E">
              <a:alpha val="84000"/>
            </a:srgbClr>
          </a:solidFill>
          <a:ln w="3810">
            <a:solidFill>
              <a:srgbClr val="26364E">
                <a:alpha val="0"/>
              </a:srgbClr>
            </a:solidFill>
            <a:prstDash val="solid"/>
          </a:ln>
        </p:spPr>
      </p:sp>
      <p:sp>
        <p:nvSpPr>
          <p:cNvPr id="160" name="Shape 158"/>
          <p:cNvSpPr/>
          <p:nvPr/>
        </p:nvSpPr>
        <p:spPr>
          <a:xfrm>
            <a:off x="8629284" y="2302093"/>
            <a:ext cx="64008" cy="64008"/>
          </a:xfrm>
          <a:prstGeom prst="ellipse">
            <a:avLst/>
          </a:prstGeom>
          <a:solidFill>
            <a:srgbClr val="26364E">
              <a:alpha val="84000"/>
            </a:srgbClr>
          </a:solidFill>
          <a:ln w="3810">
            <a:solidFill>
              <a:srgbClr val="26364E">
                <a:alpha val="0"/>
              </a:srgbClr>
            </a:solidFill>
            <a:prstDash val="solid"/>
          </a:ln>
        </p:spPr>
      </p:sp>
      <p:sp>
        <p:nvSpPr>
          <p:cNvPr id="161" name="Shape 159"/>
          <p:cNvSpPr/>
          <p:nvPr/>
        </p:nvSpPr>
        <p:spPr>
          <a:xfrm>
            <a:off x="8720176" y="2302093"/>
            <a:ext cx="64008" cy="64008"/>
          </a:xfrm>
          <a:prstGeom prst="ellipse">
            <a:avLst/>
          </a:prstGeom>
          <a:solidFill>
            <a:srgbClr val="26364E">
              <a:alpha val="84000"/>
            </a:srgbClr>
          </a:solidFill>
          <a:ln w="3810">
            <a:solidFill>
              <a:srgbClr val="26364E">
                <a:alpha val="0"/>
              </a:srgbClr>
            </a:solidFill>
            <a:prstDash val="solid"/>
          </a:ln>
        </p:spPr>
      </p:sp>
      <p:sp>
        <p:nvSpPr>
          <p:cNvPr id="162" name="Shape 160"/>
          <p:cNvSpPr/>
          <p:nvPr/>
        </p:nvSpPr>
        <p:spPr>
          <a:xfrm>
            <a:off x="8811067" y="2302093"/>
            <a:ext cx="64008" cy="64008"/>
          </a:xfrm>
          <a:prstGeom prst="ellipse">
            <a:avLst/>
          </a:prstGeom>
          <a:solidFill>
            <a:srgbClr val="26364E">
              <a:alpha val="84000"/>
            </a:srgbClr>
          </a:solidFill>
          <a:ln w="3810">
            <a:solidFill>
              <a:srgbClr val="26364E">
                <a:alpha val="0"/>
              </a:srgbClr>
            </a:solidFill>
            <a:prstDash val="solid"/>
          </a:ln>
        </p:spPr>
      </p:sp>
      <p:sp>
        <p:nvSpPr>
          <p:cNvPr id="163" name="Shape 161"/>
          <p:cNvSpPr/>
          <p:nvPr/>
        </p:nvSpPr>
        <p:spPr>
          <a:xfrm>
            <a:off x="8901958" y="2302093"/>
            <a:ext cx="64008" cy="64008"/>
          </a:xfrm>
          <a:prstGeom prst="ellipse">
            <a:avLst/>
          </a:prstGeom>
          <a:solidFill>
            <a:srgbClr val="26364E">
              <a:alpha val="84000"/>
            </a:srgbClr>
          </a:solidFill>
          <a:ln w="3810">
            <a:solidFill>
              <a:srgbClr val="26364E">
                <a:alpha val="0"/>
              </a:srgbClr>
            </a:solidFill>
            <a:prstDash val="solid"/>
          </a:ln>
        </p:spPr>
      </p:sp>
      <p:sp>
        <p:nvSpPr>
          <p:cNvPr id="164" name="Shape 162"/>
          <p:cNvSpPr/>
          <p:nvPr/>
        </p:nvSpPr>
        <p:spPr>
          <a:xfrm>
            <a:off x="8992850" y="2302093"/>
            <a:ext cx="64008" cy="64008"/>
          </a:xfrm>
          <a:prstGeom prst="ellipse">
            <a:avLst/>
          </a:prstGeom>
          <a:solidFill>
            <a:srgbClr val="26364E">
              <a:alpha val="84000"/>
            </a:srgbClr>
          </a:solidFill>
          <a:ln w="3810">
            <a:solidFill>
              <a:srgbClr val="26364E">
                <a:alpha val="0"/>
              </a:srgbClr>
            </a:solidFill>
            <a:prstDash val="solid"/>
          </a:ln>
        </p:spPr>
      </p:sp>
      <p:sp>
        <p:nvSpPr>
          <p:cNvPr id="165" name="Shape 163"/>
          <p:cNvSpPr/>
          <p:nvPr/>
        </p:nvSpPr>
        <p:spPr>
          <a:xfrm>
            <a:off x="9083741" y="2302093"/>
            <a:ext cx="64008" cy="64008"/>
          </a:xfrm>
          <a:prstGeom prst="ellipse">
            <a:avLst/>
          </a:prstGeom>
          <a:solidFill>
            <a:srgbClr val="26364E">
              <a:alpha val="84000"/>
            </a:srgbClr>
          </a:solidFill>
          <a:ln w="3810">
            <a:solidFill>
              <a:srgbClr val="26364E">
                <a:alpha val="0"/>
              </a:srgbClr>
            </a:solidFill>
            <a:prstDash val="solid"/>
          </a:ln>
        </p:spPr>
      </p:sp>
      <p:sp>
        <p:nvSpPr>
          <p:cNvPr id="166" name="Shape 164"/>
          <p:cNvSpPr/>
          <p:nvPr/>
        </p:nvSpPr>
        <p:spPr>
          <a:xfrm>
            <a:off x="9174632" y="2302093"/>
            <a:ext cx="64008" cy="64008"/>
          </a:xfrm>
          <a:prstGeom prst="ellipse">
            <a:avLst/>
          </a:prstGeom>
          <a:solidFill>
            <a:srgbClr val="26364E">
              <a:alpha val="84000"/>
            </a:srgbClr>
          </a:solidFill>
          <a:ln w="3810">
            <a:solidFill>
              <a:srgbClr val="26364E">
                <a:alpha val="0"/>
              </a:srgbClr>
            </a:solidFill>
            <a:prstDash val="solid"/>
          </a:ln>
        </p:spPr>
      </p:sp>
      <p:sp>
        <p:nvSpPr>
          <p:cNvPr id="167" name="Shape 165"/>
          <p:cNvSpPr/>
          <p:nvPr/>
        </p:nvSpPr>
        <p:spPr>
          <a:xfrm>
            <a:off x="9265524" y="2302093"/>
            <a:ext cx="64008" cy="64008"/>
          </a:xfrm>
          <a:prstGeom prst="ellipse">
            <a:avLst/>
          </a:prstGeom>
          <a:solidFill>
            <a:srgbClr val="26364E">
              <a:alpha val="84000"/>
            </a:srgbClr>
          </a:solidFill>
          <a:ln w="3810">
            <a:solidFill>
              <a:srgbClr val="26364E">
                <a:alpha val="0"/>
              </a:srgbClr>
            </a:solidFill>
            <a:prstDash val="solid"/>
          </a:ln>
        </p:spPr>
      </p:sp>
      <p:sp>
        <p:nvSpPr>
          <p:cNvPr id="168" name="Shape 166"/>
          <p:cNvSpPr/>
          <p:nvPr/>
        </p:nvSpPr>
        <p:spPr>
          <a:xfrm>
            <a:off x="9356415" y="2302093"/>
            <a:ext cx="64008" cy="64008"/>
          </a:xfrm>
          <a:prstGeom prst="ellipse">
            <a:avLst/>
          </a:prstGeom>
          <a:solidFill>
            <a:srgbClr val="26364E">
              <a:alpha val="84000"/>
            </a:srgbClr>
          </a:solidFill>
          <a:ln w="3810">
            <a:solidFill>
              <a:srgbClr val="26364E">
                <a:alpha val="0"/>
              </a:srgbClr>
            </a:solidFill>
            <a:prstDash val="solid"/>
          </a:ln>
        </p:spPr>
      </p:sp>
      <p:sp>
        <p:nvSpPr>
          <p:cNvPr id="169" name="Shape 167"/>
          <p:cNvSpPr/>
          <p:nvPr/>
        </p:nvSpPr>
        <p:spPr>
          <a:xfrm>
            <a:off x="9447306" y="2302093"/>
            <a:ext cx="64008" cy="64008"/>
          </a:xfrm>
          <a:prstGeom prst="ellipse">
            <a:avLst/>
          </a:prstGeom>
          <a:solidFill>
            <a:srgbClr val="26364E">
              <a:alpha val="84000"/>
            </a:srgbClr>
          </a:solidFill>
          <a:ln w="3810">
            <a:solidFill>
              <a:srgbClr val="26364E">
                <a:alpha val="0"/>
              </a:srgbClr>
            </a:solidFill>
            <a:prstDash val="solid"/>
          </a:ln>
        </p:spPr>
      </p:sp>
      <p:sp>
        <p:nvSpPr>
          <p:cNvPr id="170" name="Shape 168"/>
          <p:cNvSpPr/>
          <p:nvPr/>
        </p:nvSpPr>
        <p:spPr>
          <a:xfrm>
            <a:off x="9538198" y="2302093"/>
            <a:ext cx="64008" cy="64008"/>
          </a:xfrm>
          <a:prstGeom prst="ellipse">
            <a:avLst/>
          </a:prstGeom>
          <a:solidFill>
            <a:srgbClr val="26364E">
              <a:alpha val="84000"/>
            </a:srgbClr>
          </a:solidFill>
          <a:ln w="3810">
            <a:solidFill>
              <a:srgbClr val="26364E">
                <a:alpha val="0"/>
              </a:srgbClr>
            </a:solidFill>
            <a:prstDash val="solid"/>
          </a:ln>
        </p:spPr>
      </p:sp>
      <p:sp>
        <p:nvSpPr>
          <p:cNvPr id="171" name="Shape 169"/>
          <p:cNvSpPr/>
          <p:nvPr/>
        </p:nvSpPr>
        <p:spPr>
          <a:xfrm>
            <a:off x="9629089" y="2302093"/>
            <a:ext cx="64008" cy="64008"/>
          </a:xfrm>
          <a:prstGeom prst="ellipse">
            <a:avLst/>
          </a:prstGeom>
          <a:solidFill>
            <a:srgbClr val="26364E">
              <a:alpha val="84000"/>
            </a:srgbClr>
          </a:solidFill>
          <a:ln w="3810">
            <a:solidFill>
              <a:srgbClr val="26364E">
                <a:alpha val="0"/>
              </a:srgbClr>
            </a:solidFill>
            <a:prstDash val="solid"/>
          </a:ln>
        </p:spPr>
      </p:sp>
      <p:sp>
        <p:nvSpPr>
          <p:cNvPr id="172" name="Shape 170"/>
          <p:cNvSpPr/>
          <p:nvPr/>
        </p:nvSpPr>
        <p:spPr>
          <a:xfrm>
            <a:off x="9719981" y="2302093"/>
            <a:ext cx="64008" cy="64008"/>
          </a:xfrm>
          <a:prstGeom prst="ellipse">
            <a:avLst/>
          </a:prstGeom>
          <a:solidFill>
            <a:srgbClr val="26364E">
              <a:alpha val="84000"/>
            </a:srgbClr>
          </a:solidFill>
          <a:ln w="3810">
            <a:solidFill>
              <a:srgbClr val="26364E">
                <a:alpha val="0"/>
              </a:srgbClr>
            </a:solidFill>
            <a:prstDash val="solid"/>
          </a:ln>
        </p:spPr>
      </p:sp>
      <p:sp>
        <p:nvSpPr>
          <p:cNvPr id="173" name="Shape 171"/>
          <p:cNvSpPr/>
          <p:nvPr/>
        </p:nvSpPr>
        <p:spPr>
          <a:xfrm>
            <a:off x="9810872" y="2302093"/>
            <a:ext cx="64008" cy="64008"/>
          </a:xfrm>
          <a:prstGeom prst="ellipse">
            <a:avLst/>
          </a:prstGeom>
          <a:solidFill>
            <a:srgbClr val="26364E">
              <a:alpha val="84000"/>
            </a:srgbClr>
          </a:solidFill>
          <a:ln w="3810">
            <a:solidFill>
              <a:srgbClr val="26364E">
                <a:alpha val="0"/>
              </a:srgbClr>
            </a:solidFill>
            <a:prstDash val="solid"/>
          </a:ln>
        </p:spPr>
      </p:sp>
      <p:sp>
        <p:nvSpPr>
          <p:cNvPr id="174" name="Shape 172"/>
          <p:cNvSpPr/>
          <p:nvPr/>
        </p:nvSpPr>
        <p:spPr>
          <a:xfrm>
            <a:off x="9901763" y="2302093"/>
            <a:ext cx="64008" cy="64008"/>
          </a:xfrm>
          <a:prstGeom prst="ellipse">
            <a:avLst/>
          </a:prstGeom>
          <a:solidFill>
            <a:srgbClr val="26364E">
              <a:alpha val="84000"/>
            </a:srgbClr>
          </a:solidFill>
          <a:ln w="3810">
            <a:solidFill>
              <a:srgbClr val="26364E">
                <a:alpha val="0"/>
              </a:srgbClr>
            </a:solidFill>
            <a:prstDash val="solid"/>
          </a:ln>
        </p:spPr>
      </p:sp>
      <p:sp>
        <p:nvSpPr>
          <p:cNvPr id="175" name="Shape 173"/>
          <p:cNvSpPr/>
          <p:nvPr/>
        </p:nvSpPr>
        <p:spPr>
          <a:xfrm>
            <a:off x="9992655" y="2302093"/>
            <a:ext cx="64008" cy="64008"/>
          </a:xfrm>
          <a:prstGeom prst="ellipse">
            <a:avLst/>
          </a:prstGeom>
          <a:solidFill>
            <a:srgbClr val="26364E">
              <a:alpha val="84000"/>
            </a:srgbClr>
          </a:solidFill>
          <a:ln w="3810">
            <a:solidFill>
              <a:srgbClr val="26364E">
                <a:alpha val="0"/>
              </a:srgbClr>
            </a:solidFill>
            <a:prstDash val="solid"/>
          </a:ln>
        </p:spPr>
      </p:sp>
      <p:sp>
        <p:nvSpPr>
          <p:cNvPr id="176" name="Shape 174"/>
          <p:cNvSpPr/>
          <p:nvPr/>
        </p:nvSpPr>
        <p:spPr>
          <a:xfrm>
            <a:off x="10083546" y="2302093"/>
            <a:ext cx="64008" cy="64008"/>
          </a:xfrm>
          <a:prstGeom prst="ellipse">
            <a:avLst/>
          </a:prstGeom>
          <a:solidFill>
            <a:srgbClr val="42E0CB"/>
          </a:solidFill>
          <a:ln w="3810">
            <a:solidFill>
              <a:srgbClr val="42E0CB">
                <a:alpha val="0"/>
              </a:srgbClr>
            </a:solidFill>
            <a:prstDash val="solid"/>
          </a:ln>
        </p:spPr>
      </p:sp>
      <p:sp>
        <p:nvSpPr>
          <p:cNvPr id="177" name="Shape 175"/>
          <p:cNvSpPr/>
          <p:nvPr/>
        </p:nvSpPr>
        <p:spPr>
          <a:xfrm>
            <a:off x="10174437" y="2302093"/>
            <a:ext cx="64008" cy="64008"/>
          </a:xfrm>
          <a:prstGeom prst="ellipse">
            <a:avLst/>
          </a:prstGeom>
          <a:solidFill>
            <a:srgbClr val="26364E">
              <a:alpha val="84000"/>
            </a:srgbClr>
          </a:solidFill>
          <a:ln w="3810">
            <a:solidFill>
              <a:srgbClr val="26364E">
                <a:alpha val="0"/>
              </a:srgbClr>
            </a:solidFill>
            <a:prstDash val="solid"/>
          </a:ln>
        </p:spPr>
      </p:sp>
      <p:sp>
        <p:nvSpPr>
          <p:cNvPr id="178" name="Shape 176"/>
          <p:cNvSpPr/>
          <p:nvPr/>
        </p:nvSpPr>
        <p:spPr>
          <a:xfrm>
            <a:off x="10265329" y="2302093"/>
            <a:ext cx="64008" cy="64008"/>
          </a:xfrm>
          <a:prstGeom prst="ellipse">
            <a:avLst/>
          </a:prstGeom>
          <a:solidFill>
            <a:srgbClr val="42E0CB"/>
          </a:solidFill>
          <a:ln w="3810">
            <a:solidFill>
              <a:srgbClr val="42E0CB">
                <a:alpha val="0"/>
              </a:srgbClr>
            </a:solidFill>
            <a:prstDash val="solid"/>
          </a:ln>
        </p:spPr>
      </p:sp>
      <p:sp>
        <p:nvSpPr>
          <p:cNvPr id="179" name="Shape 177"/>
          <p:cNvSpPr/>
          <p:nvPr/>
        </p:nvSpPr>
        <p:spPr>
          <a:xfrm>
            <a:off x="10356220" y="2302093"/>
            <a:ext cx="64008" cy="64008"/>
          </a:xfrm>
          <a:prstGeom prst="ellipse">
            <a:avLst/>
          </a:prstGeom>
          <a:solidFill>
            <a:srgbClr val="26364E">
              <a:alpha val="84000"/>
            </a:srgbClr>
          </a:solidFill>
          <a:ln w="3810">
            <a:solidFill>
              <a:srgbClr val="26364E">
                <a:alpha val="0"/>
              </a:srgbClr>
            </a:solidFill>
            <a:prstDash val="solid"/>
          </a:ln>
        </p:spPr>
      </p:sp>
      <p:sp>
        <p:nvSpPr>
          <p:cNvPr id="180" name="Shape 178"/>
          <p:cNvSpPr/>
          <p:nvPr/>
        </p:nvSpPr>
        <p:spPr>
          <a:xfrm>
            <a:off x="7538588" y="2392985"/>
            <a:ext cx="64008" cy="64008"/>
          </a:xfrm>
          <a:prstGeom prst="ellipse">
            <a:avLst/>
          </a:prstGeom>
          <a:solidFill>
            <a:srgbClr val="42E0CB"/>
          </a:solidFill>
          <a:ln w="3810">
            <a:solidFill>
              <a:srgbClr val="42E0CB">
                <a:alpha val="0"/>
              </a:srgbClr>
            </a:solidFill>
            <a:prstDash val="solid"/>
          </a:ln>
        </p:spPr>
      </p:sp>
      <p:sp>
        <p:nvSpPr>
          <p:cNvPr id="181" name="Shape 179"/>
          <p:cNvSpPr/>
          <p:nvPr/>
        </p:nvSpPr>
        <p:spPr>
          <a:xfrm>
            <a:off x="7629479" y="2392985"/>
            <a:ext cx="64008" cy="64008"/>
          </a:xfrm>
          <a:prstGeom prst="ellipse">
            <a:avLst/>
          </a:prstGeom>
          <a:solidFill>
            <a:srgbClr val="26364E">
              <a:alpha val="84000"/>
            </a:srgbClr>
          </a:solidFill>
          <a:ln w="3810">
            <a:solidFill>
              <a:srgbClr val="26364E">
                <a:alpha val="0"/>
              </a:srgbClr>
            </a:solidFill>
            <a:prstDash val="solid"/>
          </a:ln>
        </p:spPr>
      </p:sp>
      <p:sp>
        <p:nvSpPr>
          <p:cNvPr id="182" name="Shape 180"/>
          <p:cNvSpPr/>
          <p:nvPr/>
        </p:nvSpPr>
        <p:spPr>
          <a:xfrm>
            <a:off x="7720371" y="2392985"/>
            <a:ext cx="64008" cy="64008"/>
          </a:xfrm>
          <a:prstGeom prst="ellipse">
            <a:avLst/>
          </a:prstGeom>
          <a:solidFill>
            <a:srgbClr val="42E0CB"/>
          </a:solidFill>
          <a:ln w="3810">
            <a:solidFill>
              <a:srgbClr val="42E0CB">
                <a:alpha val="0"/>
              </a:srgbClr>
            </a:solidFill>
            <a:prstDash val="solid"/>
          </a:ln>
        </p:spPr>
      </p:sp>
      <p:sp>
        <p:nvSpPr>
          <p:cNvPr id="183" name="Shape 181"/>
          <p:cNvSpPr/>
          <p:nvPr/>
        </p:nvSpPr>
        <p:spPr>
          <a:xfrm>
            <a:off x="7811262" y="2392985"/>
            <a:ext cx="64008" cy="64008"/>
          </a:xfrm>
          <a:prstGeom prst="ellipse">
            <a:avLst/>
          </a:prstGeom>
          <a:solidFill>
            <a:srgbClr val="26364E">
              <a:alpha val="84000"/>
            </a:srgbClr>
          </a:solidFill>
          <a:ln w="3810">
            <a:solidFill>
              <a:srgbClr val="26364E">
                <a:alpha val="0"/>
              </a:srgbClr>
            </a:solidFill>
            <a:prstDash val="solid"/>
          </a:ln>
        </p:spPr>
      </p:sp>
      <p:sp>
        <p:nvSpPr>
          <p:cNvPr id="184" name="Shape 182"/>
          <p:cNvSpPr/>
          <p:nvPr/>
        </p:nvSpPr>
        <p:spPr>
          <a:xfrm>
            <a:off x="7902153" y="2392985"/>
            <a:ext cx="64008" cy="64008"/>
          </a:xfrm>
          <a:prstGeom prst="ellipse">
            <a:avLst/>
          </a:prstGeom>
          <a:solidFill>
            <a:srgbClr val="42E0CB"/>
          </a:solidFill>
          <a:ln w="3810">
            <a:solidFill>
              <a:srgbClr val="42E0CB">
                <a:alpha val="0"/>
              </a:srgbClr>
            </a:solidFill>
            <a:prstDash val="solid"/>
          </a:ln>
        </p:spPr>
      </p:sp>
      <p:sp>
        <p:nvSpPr>
          <p:cNvPr id="185" name="Shape 183"/>
          <p:cNvSpPr/>
          <p:nvPr/>
        </p:nvSpPr>
        <p:spPr>
          <a:xfrm>
            <a:off x="7993045" y="2392985"/>
            <a:ext cx="64008" cy="64008"/>
          </a:xfrm>
          <a:prstGeom prst="ellipse">
            <a:avLst/>
          </a:prstGeom>
          <a:solidFill>
            <a:srgbClr val="26364E">
              <a:alpha val="84000"/>
            </a:srgbClr>
          </a:solidFill>
          <a:ln w="3810">
            <a:solidFill>
              <a:srgbClr val="26364E">
                <a:alpha val="0"/>
              </a:srgbClr>
            </a:solidFill>
            <a:prstDash val="solid"/>
          </a:ln>
        </p:spPr>
      </p:sp>
      <p:sp>
        <p:nvSpPr>
          <p:cNvPr id="186" name="Shape 184"/>
          <p:cNvSpPr/>
          <p:nvPr/>
        </p:nvSpPr>
        <p:spPr>
          <a:xfrm>
            <a:off x="8083936" y="2392985"/>
            <a:ext cx="64008" cy="64008"/>
          </a:xfrm>
          <a:prstGeom prst="ellipse">
            <a:avLst/>
          </a:prstGeom>
          <a:solidFill>
            <a:srgbClr val="26364E">
              <a:alpha val="84000"/>
            </a:srgbClr>
          </a:solidFill>
          <a:ln w="3810">
            <a:solidFill>
              <a:srgbClr val="26364E">
                <a:alpha val="0"/>
              </a:srgbClr>
            </a:solidFill>
            <a:prstDash val="solid"/>
          </a:ln>
        </p:spPr>
      </p:sp>
      <p:sp>
        <p:nvSpPr>
          <p:cNvPr id="187" name="Shape 185"/>
          <p:cNvSpPr/>
          <p:nvPr/>
        </p:nvSpPr>
        <p:spPr>
          <a:xfrm>
            <a:off x="8174827" y="2392985"/>
            <a:ext cx="64008" cy="64008"/>
          </a:xfrm>
          <a:prstGeom prst="ellipse">
            <a:avLst/>
          </a:prstGeom>
          <a:solidFill>
            <a:srgbClr val="42E0CB"/>
          </a:solidFill>
          <a:ln w="3810">
            <a:solidFill>
              <a:srgbClr val="42E0CB">
                <a:alpha val="0"/>
              </a:srgbClr>
            </a:solidFill>
            <a:prstDash val="solid"/>
          </a:ln>
        </p:spPr>
      </p:sp>
      <p:sp>
        <p:nvSpPr>
          <p:cNvPr id="188" name="Shape 186"/>
          <p:cNvSpPr/>
          <p:nvPr/>
        </p:nvSpPr>
        <p:spPr>
          <a:xfrm>
            <a:off x="8265719" y="2392985"/>
            <a:ext cx="64008" cy="64008"/>
          </a:xfrm>
          <a:prstGeom prst="ellipse">
            <a:avLst/>
          </a:prstGeom>
          <a:solidFill>
            <a:srgbClr val="26364E">
              <a:alpha val="84000"/>
            </a:srgbClr>
          </a:solidFill>
          <a:ln w="3810">
            <a:solidFill>
              <a:srgbClr val="26364E">
                <a:alpha val="0"/>
              </a:srgbClr>
            </a:solidFill>
            <a:prstDash val="solid"/>
          </a:ln>
        </p:spPr>
      </p:sp>
      <p:sp>
        <p:nvSpPr>
          <p:cNvPr id="189" name="Shape 187"/>
          <p:cNvSpPr/>
          <p:nvPr/>
        </p:nvSpPr>
        <p:spPr>
          <a:xfrm>
            <a:off x="8356610" y="2392985"/>
            <a:ext cx="64008" cy="64008"/>
          </a:xfrm>
          <a:prstGeom prst="ellipse">
            <a:avLst/>
          </a:prstGeom>
          <a:solidFill>
            <a:srgbClr val="26364E">
              <a:alpha val="84000"/>
            </a:srgbClr>
          </a:solidFill>
          <a:ln w="3810">
            <a:solidFill>
              <a:srgbClr val="26364E">
                <a:alpha val="0"/>
              </a:srgbClr>
            </a:solidFill>
            <a:prstDash val="solid"/>
          </a:ln>
        </p:spPr>
      </p:sp>
      <p:sp>
        <p:nvSpPr>
          <p:cNvPr id="190" name="Shape 188"/>
          <p:cNvSpPr/>
          <p:nvPr/>
        </p:nvSpPr>
        <p:spPr>
          <a:xfrm>
            <a:off x="8447502" y="2392985"/>
            <a:ext cx="64008" cy="64008"/>
          </a:xfrm>
          <a:prstGeom prst="ellipse">
            <a:avLst/>
          </a:prstGeom>
          <a:solidFill>
            <a:srgbClr val="42E0CB"/>
          </a:solidFill>
          <a:ln w="3810">
            <a:solidFill>
              <a:srgbClr val="42E0CB">
                <a:alpha val="0"/>
              </a:srgbClr>
            </a:solidFill>
            <a:prstDash val="solid"/>
          </a:ln>
        </p:spPr>
      </p:sp>
      <p:sp>
        <p:nvSpPr>
          <p:cNvPr id="191" name="Shape 189"/>
          <p:cNvSpPr/>
          <p:nvPr/>
        </p:nvSpPr>
        <p:spPr>
          <a:xfrm>
            <a:off x="8538393" y="2392985"/>
            <a:ext cx="64008" cy="64008"/>
          </a:xfrm>
          <a:prstGeom prst="ellipse">
            <a:avLst/>
          </a:prstGeom>
          <a:solidFill>
            <a:srgbClr val="26364E">
              <a:alpha val="84000"/>
            </a:srgbClr>
          </a:solidFill>
          <a:ln w="3810">
            <a:solidFill>
              <a:srgbClr val="26364E">
                <a:alpha val="0"/>
              </a:srgbClr>
            </a:solidFill>
            <a:prstDash val="solid"/>
          </a:ln>
        </p:spPr>
      </p:sp>
      <p:sp>
        <p:nvSpPr>
          <p:cNvPr id="192" name="Shape 190"/>
          <p:cNvSpPr/>
          <p:nvPr/>
        </p:nvSpPr>
        <p:spPr>
          <a:xfrm>
            <a:off x="8629284" y="2392985"/>
            <a:ext cx="64008" cy="64008"/>
          </a:xfrm>
          <a:prstGeom prst="ellipse">
            <a:avLst/>
          </a:prstGeom>
          <a:solidFill>
            <a:srgbClr val="26364E">
              <a:alpha val="84000"/>
            </a:srgbClr>
          </a:solidFill>
          <a:ln w="3810">
            <a:solidFill>
              <a:srgbClr val="26364E">
                <a:alpha val="0"/>
              </a:srgbClr>
            </a:solidFill>
            <a:prstDash val="solid"/>
          </a:ln>
        </p:spPr>
      </p:sp>
      <p:sp>
        <p:nvSpPr>
          <p:cNvPr id="193" name="Shape 191"/>
          <p:cNvSpPr/>
          <p:nvPr/>
        </p:nvSpPr>
        <p:spPr>
          <a:xfrm>
            <a:off x="8720176" y="2392985"/>
            <a:ext cx="64008" cy="64008"/>
          </a:xfrm>
          <a:prstGeom prst="ellipse">
            <a:avLst/>
          </a:prstGeom>
          <a:solidFill>
            <a:srgbClr val="42E0CB"/>
          </a:solidFill>
          <a:ln w="3810">
            <a:solidFill>
              <a:srgbClr val="42E0CB">
                <a:alpha val="0"/>
              </a:srgbClr>
            </a:solidFill>
            <a:prstDash val="solid"/>
          </a:ln>
        </p:spPr>
      </p:sp>
      <p:sp>
        <p:nvSpPr>
          <p:cNvPr id="194" name="Shape 192"/>
          <p:cNvSpPr/>
          <p:nvPr/>
        </p:nvSpPr>
        <p:spPr>
          <a:xfrm>
            <a:off x="8811067" y="2392985"/>
            <a:ext cx="64008" cy="64008"/>
          </a:xfrm>
          <a:prstGeom prst="ellipse">
            <a:avLst/>
          </a:prstGeom>
          <a:solidFill>
            <a:srgbClr val="26364E">
              <a:alpha val="84000"/>
            </a:srgbClr>
          </a:solidFill>
          <a:ln w="3810">
            <a:solidFill>
              <a:srgbClr val="26364E">
                <a:alpha val="0"/>
              </a:srgbClr>
            </a:solidFill>
            <a:prstDash val="solid"/>
          </a:ln>
        </p:spPr>
      </p:sp>
      <p:sp>
        <p:nvSpPr>
          <p:cNvPr id="195" name="Shape 193"/>
          <p:cNvSpPr/>
          <p:nvPr/>
        </p:nvSpPr>
        <p:spPr>
          <a:xfrm>
            <a:off x="8901958" y="2392985"/>
            <a:ext cx="64008" cy="64008"/>
          </a:xfrm>
          <a:prstGeom prst="ellipse">
            <a:avLst/>
          </a:prstGeom>
          <a:solidFill>
            <a:srgbClr val="26364E">
              <a:alpha val="84000"/>
            </a:srgbClr>
          </a:solidFill>
          <a:ln w="3810">
            <a:solidFill>
              <a:srgbClr val="26364E">
                <a:alpha val="0"/>
              </a:srgbClr>
            </a:solidFill>
            <a:prstDash val="solid"/>
          </a:ln>
        </p:spPr>
      </p:sp>
      <p:sp>
        <p:nvSpPr>
          <p:cNvPr id="196" name="Shape 194"/>
          <p:cNvSpPr/>
          <p:nvPr/>
        </p:nvSpPr>
        <p:spPr>
          <a:xfrm>
            <a:off x="8992850" y="2392985"/>
            <a:ext cx="64008" cy="64008"/>
          </a:xfrm>
          <a:prstGeom prst="ellipse">
            <a:avLst/>
          </a:prstGeom>
          <a:solidFill>
            <a:srgbClr val="42E0CB"/>
          </a:solidFill>
          <a:ln w="3810">
            <a:solidFill>
              <a:srgbClr val="42E0CB">
                <a:alpha val="0"/>
              </a:srgbClr>
            </a:solidFill>
            <a:prstDash val="solid"/>
          </a:ln>
        </p:spPr>
      </p:sp>
      <p:sp>
        <p:nvSpPr>
          <p:cNvPr id="197" name="Shape 195"/>
          <p:cNvSpPr/>
          <p:nvPr/>
        </p:nvSpPr>
        <p:spPr>
          <a:xfrm>
            <a:off x="9083741" y="2392985"/>
            <a:ext cx="64008" cy="64008"/>
          </a:xfrm>
          <a:prstGeom prst="ellipse">
            <a:avLst/>
          </a:prstGeom>
          <a:solidFill>
            <a:srgbClr val="26364E">
              <a:alpha val="84000"/>
            </a:srgbClr>
          </a:solidFill>
          <a:ln w="3810">
            <a:solidFill>
              <a:srgbClr val="26364E">
                <a:alpha val="0"/>
              </a:srgbClr>
            </a:solidFill>
            <a:prstDash val="solid"/>
          </a:ln>
        </p:spPr>
      </p:sp>
      <p:sp>
        <p:nvSpPr>
          <p:cNvPr id="198" name="Shape 196"/>
          <p:cNvSpPr/>
          <p:nvPr/>
        </p:nvSpPr>
        <p:spPr>
          <a:xfrm>
            <a:off x="9174632" y="2392985"/>
            <a:ext cx="64008" cy="64008"/>
          </a:xfrm>
          <a:prstGeom prst="ellipse">
            <a:avLst/>
          </a:prstGeom>
          <a:solidFill>
            <a:srgbClr val="26364E">
              <a:alpha val="84000"/>
            </a:srgbClr>
          </a:solidFill>
          <a:ln w="3810">
            <a:solidFill>
              <a:srgbClr val="26364E">
                <a:alpha val="0"/>
              </a:srgbClr>
            </a:solidFill>
            <a:prstDash val="solid"/>
          </a:ln>
        </p:spPr>
      </p:sp>
      <p:sp>
        <p:nvSpPr>
          <p:cNvPr id="199" name="Shape 197"/>
          <p:cNvSpPr/>
          <p:nvPr/>
        </p:nvSpPr>
        <p:spPr>
          <a:xfrm>
            <a:off x="9265524" y="2392985"/>
            <a:ext cx="64008" cy="64008"/>
          </a:xfrm>
          <a:prstGeom prst="ellipse">
            <a:avLst/>
          </a:prstGeom>
          <a:solidFill>
            <a:srgbClr val="42E0CB"/>
          </a:solidFill>
          <a:ln w="3810">
            <a:solidFill>
              <a:srgbClr val="42E0CB">
                <a:alpha val="0"/>
              </a:srgbClr>
            </a:solidFill>
            <a:prstDash val="solid"/>
          </a:ln>
        </p:spPr>
      </p:sp>
      <p:sp>
        <p:nvSpPr>
          <p:cNvPr id="200" name="Shape 198"/>
          <p:cNvSpPr/>
          <p:nvPr/>
        </p:nvSpPr>
        <p:spPr>
          <a:xfrm>
            <a:off x="9356415" y="2392985"/>
            <a:ext cx="64008" cy="64008"/>
          </a:xfrm>
          <a:prstGeom prst="ellipse">
            <a:avLst/>
          </a:prstGeom>
          <a:solidFill>
            <a:srgbClr val="26364E">
              <a:alpha val="84000"/>
            </a:srgbClr>
          </a:solidFill>
          <a:ln w="3810">
            <a:solidFill>
              <a:srgbClr val="26364E">
                <a:alpha val="0"/>
              </a:srgbClr>
            </a:solidFill>
            <a:prstDash val="solid"/>
          </a:ln>
        </p:spPr>
      </p:sp>
      <p:sp>
        <p:nvSpPr>
          <p:cNvPr id="201" name="Shape 199"/>
          <p:cNvSpPr/>
          <p:nvPr/>
        </p:nvSpPr>
        <p:spPr>
          <a:xfrm>
            <a:off x="9447306" y="2392985"/>
            <a:ext cx="64008" cy="64008"/>
          </a:xfrm>
          <a:prstGeom prst="ellipse">
            <a:avLst/>
          </a:prstGeom>
          <a:solidFill>
            <a:srgbClr val="26364E">
              <a:alpha val="84000"/>
            </a:srgbClr>
          </a:solidFill>
          <a:ln w="3810">
            <a:solidFill>
              <a:srgbClr val="26364E">
                <a:alpha val="0"/>
              </a:srgbClr>
            </a:solidFill>
            <a:prstDash val="solid"/>
          </a:ln>
        </p:spPr>
      </p:sp>
      <p:sp>
        <p:nvSpPr>
          <p:cNvPr id="202" name="Shape 200"/>
          <p:cNvSpPr/>
          <p:nvPr/>
        </p:nvSpPr>
        <p:spPr>
          <a:xfrm>
            <a:off x="9538198" y="2392985"/>
            <a:ext cx="64008" cy="64008"/>
          </a:xfrm>
          <a:prstGeom prst="ellipse">
            <a:avLst/>
          </a:prstGeom>
          <a:solidFill>
            <a:srgbClr val="42E0CB"/>
          </a:solidFill>
          <a:ln w="3810">
            <a:solidFill>
              <a:srgbClr val="42E0CB">
                <a:alpha val="0"/>
              </a:srgbClr>
            </a:solidFill>
            <a:prstDash val="solid"/>
          </a:ln>
        </p:spPr>
      </p:sp>
      <p:sp>
        <p:nvSpPr>
          <p:cNvPr id="203" name="Shape 201"/>
          <p:cNvSpPr/>
          <p:nvPr/>
        </p:nvSpPr>
        <p:spPr>
          <a:xfrm>
            <a:off x="9629089" y="2392985"/>
            <a:ext cx="64008" cy="64008"/>
          </a:xfrm>
          <a:prstGeom prst="ellipse">
            <a:avLst/>
          </a:prstGeom>
          <a:solidFill>
            <a:srgbClr val="26364E">
              <a:alpha val="84000"/>
            </a:srgbClr>
          </a:solidFill>
          <a:ln w="3810">
            <a:solidFill>
              <a:srgbClr val="26364E">
                <a:alpha val="0"/>
              </a:srgbClr>
            </a:solidFill>
            <a:prstDash val="solid"/>
          </a:ln>
        </p:spPr>
      </p:sp>
      <p:sp>
        <p:nvSpPr>
          <p:cNvPr id="204" name="Shape 202"/>
          <p:cNvSpPr/>
          <p:nvPr/>
        </p:nvSpPr>
        <p:spPr>
          <a:xfrm>
            <a:off x="9719981" y="2392985"/>
            <a:ext cx="64008" cy="64008"/>
          </a:xfrm>
          <a:prstGeom prst="ellipse">
            <a:avLst/>
          </a:prstGeom>
          <a:solidFill>
            <a:srgbClr val="26364E">
              <a:alpha val="84000"/>
            </a:srgbClr>
          </a:solidFill>
          <a:ln w="3810">
            <a:solidFill>
              <a:srgbClr val="26364E">
                <a:alpha val="0"/>
              </a:srgbClr>
            </a:solidFill>
            <a:prstDash val="solid"/>
          </a:ln>
        </p:spPr>
      </p:sp>
      <p:sp>
        <p:nvSpPr>
          <p:cNvPr id="205" name="Shape 203"/>
          <p:cNvSpPr/>
          <p:nvPr/>
        </p:nvSpPr>
        <p:spPr>
          <a:xfrm>
            <a:off x="9810872" y="2392985"/>
            <a:ext cx="64008" cy="64008"/>
          </a:xfrm>
          <a:prstGeom prst="ellipse">
            <a:avLst/>
          </a:prstGeom>
          <a:solidFill>
            <a:srgbClr val="42E0CB"/>
          </a:solidFill>
          <a:ln w="3810">
            <a:solidFill>
              <a:srgbClr val="42E0CB">
                <a:alpha val="0"/>
              </a:srgbClr>
            </a:solidFill>
            <a:prstDash val="solid"/>
          </a:ln>
        </p:spPr>
      </p:sp>
      <p:sp>
        <p:nvSpPr>
          <p:cNvPr id="206" name="Shape 204"/>
          <p:cNvSpPr/>
          <p:nvPr/>
        </p:nvSpPr>
        <p:spPr>
          <a:xfrm>
            <a:off x="9901763" y="2392985"/>
            <a:ext cx="64008" cy="64008"/>
          </a:xfrm>
          <a:prstGeom prst="ellipse">
            <a:avLst/>
          </a:prstGeom>
          <a:solidFill>
            <a:srgbClr val="26364E">
              <a:alpha val="84000"/>
            </a:srgbClr>
          </a:solidFill>
          <a:ln w="3810">
            <a:solidFill>
              <a:srgbClr val="26364E">
                <a:alpha val="0"/>
              </a:srgbClr>
            </a:solidFill>
            <a:prstDash val="solid"/>
          </a:ln>
        </p:spPr>
      </p:sp>
      <p:sp>
        <p:nvSpPr>
          <p:cNvPr id="207" name="Shape 205"/>
          <p:cNvSpPr/>
          <p:nvPr/>
        </p:nvSpPr>
        <p:spPr>
          <a:xfrm>
            <a:off x="9992655" y="2392985"/>
            <a:ext cx="64008" cy="64008"/>
          </a:xfrm>
          <a:prstGeom prst="ellipse">
            <a:avLst/>
          </a:prstGeom>
          <a:solidFill>
            <a:srgbClr val="26364E">
              <a:alpha val="84000"/>
            </a:srgbClr>
          </a:solidFill>
          <a:ln w="3810">
            <a:solidFill>
              <a:srgbClr val="26364E">
                <a:alpha val="0"/>
              </a:srgbClr>
            </a:solidFill>
            <a:prstDash val="solid"/>
          </a:ln>
        </p:spPr>
      </p:sp>
      <p:sp>
        <p:nvSpPr>
          <p:cNvPr id="208" name="Shape 206"/>
          <p:cNvSpPr/>
          <p:nvPr/>
        </p:nvSpPr>
        <p:spPr>
          <a:xfrm>
            <a:off x="10083546" y="2392985"/>
            <a:ext cx="64008" cy="64008"/>
          </a:xfrm>
          <a:prstGeom prst="ellipse">
            <a:avLst/>
          </a:prstGeom>
          <a:solidFill>
            <a:srgbClr val="42E0CB"/>
          </a:solidFill>
          <a:ln w="3810">
            <a:solidFill>
              <a:srgbClr val="42E0CB">
                <a:alpha val="0"/>
              </a:srgbClr>
            </a:solidFill>
            <a:prstDash val="solid"/>
          </a:ln>
        </p:spPr>
      </p:sp>
      <p:sp>
        <p:nvSpPr>
          <p:cNvPr id="209" name="Shape 207"/>
          <p:cNvSpPr/>
          <p:nvPr/>
        </p:nvSpPr>
        <p:spPr>
          <a:xfrm>
            <a:off x="10174437" y="2392985"/>
            <a:ext cx="64008" cy="64008"/>
          </a:xfrm>
          <a:prstGeom prst="ellipse">
            <a:avLst/>
          </a:prstGeom>
          <a:solidFill>
            <a:srgbClr val="42E0CB"/>
          </a:solidFill>
          <a:ln w="3810">
            <a:solidFill>
              <a:srgbClr val="42E0CB">
                <a:alpha val="0"/>
              </a:srgbClr>
            </a:solidFill>
            <a:prstDash val="solid"/>
          </a:ln>
        </p:spPr>
      </p:sp>
      <p:sp>
        <p:nvSpPr>
          <p:cNvPr id="210" name="Shape 208"/>
          <p:cNvSpPr/>
          <p:nvPr/>
        </p:nvSpPr>
        <p:spPr>
          <a:xfrm>
            <a:off x="10265329" y="2392985"/>
            <a:ext cx="64008" cy="64008"/>
          </a:xfrm>
          <a:prstGeom prst="ellipse">
            <a:avLst/>
          </a:prstGeom>
          <a:solidFill>
            <a:srgbClr val="42E0CB"/>
          </a:solidFill>
          <a:ln w="3810">
            <a:solidFill>
              <a:srgbClr val="42E0CB">
                <a:alpha val="0"/>
              </a:srgbClr>
            </a:solidFill>
            <a:prstDash val="solid"/>
          </a:ln>
        </p:spPr>
      </p:sp>
      <p:sp>
        <p:nvSpPr>
          <p:cNvPr id="211" name="Shape 209"/>
          <p:cNvSpPr/>
          <p:nvPr/>
        </p:nvSpPr>
        <p:spPr>
          <a:xfrm>
            <a:off x="10356220" y="2392985"/>
            <a:ext cx="64008" cy="64008"/>
          </a:xfrm>
          <a:prstGeom prst="ellipse">
            <a:avLst/>
          </a:prstGeom>
          <a:solidFill>
            <a:srgbClr val="26364E">
              <a:alpha val="84000"/>
            </a:srgbClr>
          </a:solidFill>
          <a:ln w="3810">
            <a:solidFill>
              <a:srgbClr val="26364E">
                <a:alpha val="0"/>
              </a:srgbClr>
            </a:solidFill>
            <a:prstDash val="solid"/>
          </a:ln>
        </p:spPr>
      </p:sp>
      <p:sp>
        <p:nvSpPr>
          <p:cNvPr id="212" name="Shape 210"/>
          <p:cNvSpPr/>
          <p:nvPr/>
        </p:nvSpPr>
        <p:spPr>
          <a:xfrm>
            <a:off x="7538588" y="2483876"/>
            <a:ext cx="64008" cy="64008"/>
          </a:xfrm>
          <a:prstGeom prst="ellipse">
            <a:avLst/>
          </a:prstGeom>
          <a:solidFill>
            <a:srgbClr val="26364E">
              <a:alpha val="84000"/>
            </a:srgbClr>
          </a:solidFill>
          <a:ln w="3810">
            <a:solidFill>
              <a:srgbClr val="26364E">
                <a:alpha val="0"/>
              </a:srgbClr>
            </a:solidFill>
            <a:prstDash val="solid"/>
          </a:ln>
        </p:spPr>
      </p:sp>
      <p:sp>
        <p:nvSpPr>
          <p:cNvPr id="213" name="Shape 211"/>
          <p:cNvSpPr/>
          <p:nvPr/>
        </p:nvSpPr>
        <p:spPr>
          <a:xfrm>
            <a:off x="7629479" y="2483876"/>
            <a:ext cx="64008" cy="64008"/>
          </a:xfrm>
          <a:prstGeom prst="ellipse">
            <a:avLst/>
          </a:prstGeom>
          <a:solidFill>
            <a:srgbClr val="26364E">
              <a:alpha val="84000"/>
            </a:srgbClr>
          </a:solidFill>
          <a:ln w="3810">
            <a:solidFill>
              <a:srgbClr val="26364E">
                <a:alpha val="0"/>
              </a:srgbClr>
            </a:solidFill>
            <a:prstDash val="solid"/>
          </a:ln>
        </p:spPr>
      </p:sp>
      <p:sp>
        <p:nvSpPr>
          <p:cNvPr id="214" name="Shape 212"/>
          <p:cNvSpPr/>
          <p:nvPr/>
        </p:nvSpPr>
        <p:spPr>
          <a:xfrm>
            <a:off x="7720371" y="2483876"/>
            <a:ext cx="64008" cy="64008"/>
          </a:xfrm>
          <a:prstGeom prst="ellipse">
            <a:avLst/>
          </a:prstGeom>
          <a:solidFill>
            <a:srgbClr val="26364E">
              <a:alpha val="84000"/>
            </a:srgbClr>
          </a:solidFill>
          <a:ln w="3810">
            <a:solidFill>
              <a:srgbClr val="26364E">
                <a:alpha val="0"/>
              </a:srgbClr>
            </a:solidFill>
            <a:prstDash val="solid"/>
          </a:ln>
        </p:spPr>
      </p:sp>
      <p:sp>
        <p:nvSpPr>
          <p:cNvPr id="215" name="Shape 213"/>
          <p:cNvSpPr/>
          <p:nvPr/>
        </p:nvSpPr>
        <p:spPr>
          <a:xfrm>
            <a:off x="7811262" y="2483876"/>
            <a:ext cx="64008" cy="64008"/>
          </a:xfrm>
          <a:prstGeom prst="ellipse">
            <a:avLst/>
          </a:prstGeom>
          <a:solidFill>
            <a:srgbClr val="26364E">
              <a:alpha val="84000"/>
            </a:srgbClr>
          </a:solidFill>
          <a:ln w="3810">
            <a:solidFill>
              <a:srgbClr val="26364E">
                <a:alpha val="0"/>
              </a:srgbClr>
            </a:solidFill>
            <a:prstDash val="solid"/>
          </a:ln>
        </p:spPr>
      </p:sp>
      <p:sp>
        <p:nvSpPr>
          <p:cNvPr id="216" name="Shape 214"/>
          <p:cNvSpPr/>
          <p:nvPr/>
        </p:nvSpPr>
        <p:spPr>
          <a:xfrm>
            <a:off x="7902153" y="2483876"/>
            <a:ext cx="64008" cy="64008"/>
          </a:xfrm>
          <a:prstGeom prst="ellipse">
            <a:avLst/>
          </a:prstGeom>
          <a:solidFill>
            <a:srgbClr val="26364E">
              <a:alpha val="84000"/>
            </a:srgbClr>
          </a:solidFill>
          <a:ln w="3810">
            <a:solidFill>
              <a:srgbClr val="26364E">
                <a:alpha val="0"/>
              </a:srgbClr>
            </a:solidFill>
            <a:prstDash val="solid"/>
          </a:ln>
        </p:spPr>
      </p:sp>
      <p:sp>
        <p:nvSpPr>
          <p:cNvPr id="217" name="Shape 215"/>
          <p:cNvSpPr/>
          <p:nvPr/>
        </p:nvSpPr>
        <p:spPr>
          <a:xfrm>
            <a:off x="7993045" y="2483876"/>
            <a:ext cx="64008" cy="64008"/>
          </a:xfrm>
          <a:prstGeom prst="ellipse">
            <a:avLst/>
          </a:prstGeom>
          <a:solidFill>
            <a:srgbClr val="26364E">
              <a:alpha val="84000"/>
            </a:srgbClr>
          </a:solidFill>
          <a:ln w="3810">
            <a:solidFill>
              <a:srgbClr val="26364E">
                <a:alpha val="0"/>
              </a:srgbClr>
            </a:solidFill>
            <a:prstDash val="solid"/>
          </a:ln>
        </p:spPr>
      </p:sp>
      <p:sp>
        <p:nvSpPr>
          <p:cNvPr id="218" name="Shape 216"/>
          <p:cNvSpPr/>
          <p:nvPr/>
        </p:nvSpPr>
        <p:spPr>
          <a:xfrm>
            <a:off x="8083936" y="2483876"/>
            <a:ext cx="64008" cy="64008"/>
          </a:xfrm>
          <a:prstGeom prst="ellipse">
            <a:avLst/>
          </a:prstGeom>
          <a:solidFill>
            <a:srgbClr val="26364E">
              <a:alpha val="84000"/>
            </a:srgbClr>
          </a:solidFill>
          <a:ln w="3810">
            <a:solidFill>
              <a:srgbClr val="26364E">
                <a:alpha val="0"/>
              </a:srgbClr>
            </a:solidFill>
            <a:prstDash val="solid"/>
          </a:ln>
        </p:spPr>
      </p:sp>
      <p:sp>
        <p:nvSpPr>
          <p:cNvPr id="219" name="Shape 217"/>
          <p:cNvSpPr/>
          <p:nvPr/>
        </p:nvSpPr>
        <p:spPr>
          <a:xfrm>
            <a:off x="8174827" y="2483876"/>
            <a:ext cx="64008" cy="64008"/>
          </a:xfrm>
          <a:prstGeom prst="ellipse">
            <a:avLst/>
          </a:prstGeom>
          <a:solidFill>
            <a:srgbClr val="42E0CB"/>
          </a:solidFill>
          <a:ln w="3810">
            <a:solidFill>
              <a:srgbClr val="42E0CB">
                <a:alpha val="0"/>
              </a:srgbClr>
            </a:solidFill>
            <a:prstDash val="solid"/>
          </a:ln>
        </p:spPr>
      </p:sp>
      <p:sp>
        <p:nvSpPr>
          <p:cNvPr id="220" name="Shape 218"/>
          <p:cNvSpPr/>
          <p:nvPr/>
        </p:nvSpPr>
        <p:spPr>
          <a:xfrm>
            <a:off x="8265719" y="2483876"/>
            <a:ext cx="64008" cy="64008"/>
          </a:xfrm>
          <a:prstGeom prst="ellipse">
            <a:avLst/>
          </a:prstGeom>
          <a:solidFill>
            <a:srgbClr val="26364E">
              <a:alpha val="84000"/>
            </a:srgbClr>
          </a:solidFill>
          <a:ln w="3810">
            <a:solidFill>
              <a:srgbClr val="26364E">
                <a:alpha val="0"/>
              </a:srgbClr>
            </a:solidFill>
            <a:prstDash val="solid"/>
          </a:ln>
        </p:spPr>
      </p:sp>
      <p:sp>
        <p:nvSpPr>
          <p:cNvPr id="221" name="Shape 219"/>
          <p:cNvSpPr/>
          <p:nvPr/>
        </p:nvSpPr>
        <p:spPr>
          <a:xfrm>
            <a:off x="8356610" y="2483876"/>
            <a:ext cx="64008" cy="64008"/>
          </a:xfrm>
          <a:prstGeom prst="ellipse">
            <a:avLst/>
          </a:prstGeom>
          <a:solidFill>
            <a:srgbClr val="26364E">
              <a:alpha val="84000"/>
            </a:srgbClr>
          </a:solidFill>
          <a:ln w="3810">
            <a:solidFill>
              <a:srgbClr val="26364E">
                <a:alpha val="0"/>
              </a:srgbClr>
            </a:solidFill>
            <a:prstDash val="solid"/>
          </a:ln>
        </p:spPr>
      </p:sp>
      <p:sp>
        <p:nvSpPr>
          <p:cNvPr id="222" name="Shape 220"/>
          <p:cNvSpPr/>
          <p:nvPr/>
        </p:nvSpPr>
        <p:spPr>
          <a:xfrm>
            <a:off x="8447502" y="2483876"/>
            <a:ext cx="64008" cy="64008"/>
          </a:xfrm>
          <a:prstGeom prst="ellipse">
            <a:avLst/>
          </a:prstGeom>
          <a:solidFill>
            <a:srgbClr val="26364E">
              <a:alpha val="84000"/>
            </a:srgbClr>
          </a:solidFill>
          <a:ln w="3810">
            <a:solidFill>
              <a:srgbClr val="26364E">
                <a:alpha val="0"/>
              </a:srgbClr>
            </a:solidFill>
            <a:prstDash val="solid"/>
          </a:ln>
        </p:spPr>
      </p:sp>
      <p:sp>
        <p:nvSpPr>
          <p:cNvPr id="223" name="Shape 221"/>
          <p:cNvSpPr/>
          <p:nvPr/>
        </p:nvSpPr>
        <p:spPr>
          <a:xfrm>
            <a:off x="8538393" y="2483876"/>
            <a:ext cx="64008" cy="64008"/>
          </a:xfrm>
          <a:prstGeom prst="ellipse">
            <a:avLst/>
          </a:prstGeom>
          <a:solidFill>
            <a:srgbClr val="26364E">
              <a:alpha val="84000"/>
            </a:srgbClr>
          </a:solidFill>
          <a:ln w="3810">
            <a:solidFill>
              <a:srgbClr val="26364E">
                <a:alpha val="0"/>
              </a:srgbClr>
            </a:solidFill>
            <a:prstDash val="solid"/>
          </a:ln>
        </p:spPr>
      </p:sp>
      <p:sp>
        <p:nvSpPr>
          <p:cNvPr id="224" name="Shape 222"/>
          <p:cNvSpPr/>
          <p:nvPr/>
        </p:nvSpPr>
        <p:spPr>
          <a:xfrm>
            <a:off x="8629284" y="2483876"/>
            <a:ext cx="64008" cy="64008"/>
          </a:xfrm>
          <a:prstGeom prst="ellipse">
            <a:avLst/>
          </a:prstGeom>
          <a:solidFill>
            <a:srgbClr val="26364E">
              <a:alpha val="84000"/>
            </a:srgbClr>
          </a:solidFill>
          <a:ln w="3810">
            <a:solidFill>
              <a:srgbClr val="26364E">
                <a:alpha val="0"/>
              </a:srgbClr>
            </a:solidFill>
            <a:prstDash val="solid"/>
          </a:ln>
        </p:spPr>
      </p:sp>
      <p:sp>
        <p:nvSpPr>
          <p:cNvPr id="225" name="Shape 223"/>
          <p:cNvSpPr/>
          <p:nvPr/>
        </p:nvSpPr>
        <p:spPr>
          <a:xfrm>
            <a:off x="8720176" y="2483876"/>
            <a:ext cx="64008" cy="64008"/>
          </a:xfrm>
          <a:prstGeom prst="ellipse">
            <a:avLst/>
          </a:prstGeom>
          <a:solidFill>
            <a:srgbClr val="42E0CB"/>
          </a:solidFill>
          <a:ln w="3810">
            <a:solidFill>
              <a:srgbClr val="42E0CB">
                <a:alpha val="0"/>
              </a:srgbClr>
            </a:solidFill>
            <a:prstDash val="solid"/>
          </a:ln>
        </p:spPr>
      </p:sp>
      <p:sp>
        <p:nvSpPr>
          <p:cNvPr id="226" name="Shape 224"/>
          <p:cNvSpPr/>
          <p:nvPr/>
        </p:nvSpPr>
        <p:spPr>
          <a:xfrm>
            <a:off x="8811067" y="2483876"/>
            <a:ext cx="64008" cy="64008"/>
          </a:xfrm>
          <a:prstGeom prst="ellipse">
            <a:avLst/>
          </a:prstGeom>
          <a:solidFill>
            <a:srgbClr val="26364E">
              <a:alpha val="84000"/>
            </a:srgbClr>
          </a:solidFill>
          <a:ln w="3810">
            <a:solidFill>
              <a:srgbClr val="26364E">
                <a:alpha val="0"/>
              </a:srgbClr>
            </a:solidFill>
            <a:prstDash val="solid"/>
          </a:ln>
        </p:spPr>
      </p:sp>
      <p:sp>
        <p:nvSpPr>
          <p:cNvPr id="227" name="Shape 225"/>
          <p:cNvSpPr/>
          <p:nvPr/>
        </p:nvSpPr>
        <p:spPr>
          <a:xfrm>
            <a:off x="8901958" y="2483876"/>
            <a:ext cx="64008" cy="64008"/>
          </a:xfrm>
          <a:prstGeom prst="ellipse">
            <a:avLst/>
          </a:prstGeom>
          <a:solidFill>
            <a:srgbClr val="26364E">
              <a:alpha val="84000"/>
            </a:srgbClr>
          </a:solidFill>
          <a:ln w="3810">
            <a:solidFill>
              <a:srgbClr val="26364E">
                <a:alpha val="0"/>
              </a:srgbClr>
            </a:solidFill>
            <a:prstDash val="solid"/>
          </a:ln>
        </p:spPr>
      </p:sp>
      <p:sp>
        <p:nvSpPr>
          <p:cNvPr id="228" name="Shape 226"/>
          <p:cNvSpPr/>
          <p:nvPr/>
        </p:nvSpPr>
        <p:spPr>
          <a:xfrm>
            <a:off x="8992850" y="2483876"/>
            <a:ext cx="64008" cy="64008"/>
          </a:xfrm>
          <a:prstGeom prst="ellipse">
            <a:avLst/>
          </a:prstGeom>
          <a:solidFill>
            <a:srgbClr val="26364E">
              <a:alpha val="84000"/>
            </a:srgbClr>
          </a:solidFill>
          <a:ln w="3810">
            <a:solidFill>
              <a:srgbClr val="26364E">
                <a:alpha val="0"/>
              </a:srgbClr>
            </a:solidFill>
            <a:prstDash val="solid"/>
          </a:ln>
        </p:spPr>
      </p:sp>
      <p:sp>
        <p:nvSpPr>
          <p:cNvPr id="229" name="Shape 227"/>
          <p:cNvSpPr/>
          <p:nvPr/>
        </p:nvSpPr>
        <p:spPr>
          <a:xfrm>
            <a:off x="9083741" y="2483876"/>
            <a:ext cx="64008" cy="64008"/>
          </a:xfrm>
          <a:prstGeom prst="ellipse">
            <a:avLst/>
          </a:prstGeom>
          <a:solidFill>
            <a:srgbClr val="26364E">
              <a:alpha val="84000"/>
            </a:srgbClr>
          </a:solidFill>
          <a:ln w="3810">
            <a:solidFill>
              <a:srgbClr val="26364E">
                <a:alpha val="0"/>
              </a:srgbClr>
            </a:solidFill>
            <a:prstDash val="solid"/>
          </a:ln>
        </p:spPr>
      </p:sp>
      <p:sp>
        <p:nvSpPr>
          <p:cNvPr id="230" name="Shape 228"/>
          <p:cNvSpPr/>
          <p:nvPr/>
        </p:nvSpPr>
        <p:spPr>
          <a:xfrm>
            <a:off x="9174632" y="2483876"/>
            <a:ext cx="64008" cy="64008"/>
          </a:xfrm>
          <a:prstGeom prst="ellipse">
            <a:avLst/>
          </a:prstGeom>
          <a:solidFill>
            <a:srgbClr val="26364E">
              <a:alpha val="84000"/>
            </a:srgbClr>
          </a:solidFill>
          <a:ln w="3810">
            <a:solidFill>
              <a:srgbClr val="26364E">
                <a:alpha val="0"/>
              </a:srgbClr>
            </a:solidFill>
            <a:prstDash val="solid"/>
          </a:ln>
        </p:spPr>
      </p:sp>
      <p:sp>
        <p:nvSpPr>
          <p:cNvPr id="231" name="Shape 229"/>
          <p:cNvSpPr/>
          <p:nvPr/>
        </p:nvSpPr>
        <p:spPr>
          <a:xfrm>
            <a:off x="9265524" y="2483876"/>
            <a:ext cx="64008" cy="64008"/>
          </a:xfrm>
          <a:prstGeom prst="ellipse">
            <a:avLst/>
          </a:prstGeom>
          <a:solidFill>
            <a:srgbClr val="42E0CB"/>
          </a:solidFill>
          <a:ln w="3810">
            <a:solidFill>
              <a:srgbClr val="42E0CB">
                <a:alpha val="0"/>
              </a:srgbClr>
            </a:solidFill>
            <a:prstDash val="solid"/>
          </a:ln>
        </p:spPr>
      </p:sp>
      <p:sp>
        <p:nvSpPr>
          <p:cNvPr id="232" name="Shape 230"/>
          <p:cNvSpPr/>
          <p:nvPr/>
        </p:nvSpPr>
        <p:spPr>
          <a:xfrm>
            <a:off x="9356415" y="2483876"/>
            <a:ext cx="64008" cy="64008"/>
          </a:xfrm>
          <a:prstGeom prst="ellipse">
            <a:avLst/>
          </a:prstGeom>
          <a:solidFill>
            <a:srgbClr val="26364E">
              <a:alpha val="84000"/>
            </a:srgbClr>
          </a:solidFill>
          <a:ln w="3810">
            <a:solidFill>
              <a:srgbClr val="26364E">
                <a:alpha val="0"/>
              </a:srgbClr>
            </a:solidFill>
            <a:prstDash val="solid"/>
          </a:ln>
        </p:spPr>
      </p:sp>
      <p:sp>
        <p:nvSpPr>
          <p:cNvPr id="233" name="Shape 231"/>
          <p:cNvSpPr/>
          <p:nvPr/>
        </p:nvSpPr>
        <p:spPr>
          <a:xfrm>
            <a:off x="9447306" y="2483876"/>
            <a:ext cx="64008" cy="64008"/>
          </a:xfrm>
          <a:prstGeom prst="ellipse">
            <a:avLst/>
          </a:prstGeom>
          <a:solidFill>
            <a:srgbClr val="26364E">
              <a:alpha val="84000"/>
            </a:srgbClr>
          </a:solidFill>
          <a:ln w="3810">
            <a:solidFill>
              <a:srgbClr val="26364E">
                <a:alpha val="0"/>
              </a:srgbClr>
            </a:solidFill>
            <a:prstDash val="solid"/>
          </a:ln>
        </p:spPr>
      </p:sp>
      <p:sp>
        <p:nvSpPr>
          <p:cNvPr id="234" name="Shape 232"/>
          <p:cNvSpPr/>
          <p:nvPr/>
        </p:nvSpPr>
        <p:spPr>
          <a:xfrm>
            <a:off x="9538198" y="2483876"/>
            <a:ext cx="64008" cy="64008"/>
          </a:xfrm>
          <a:prstGeom prst="ellipse">
            <a:avLst/>
          </a:prstGeom>
          <a:solidFill>
            <a:srgbClr val="26364E">
              <a:alpha val="84000"/>
            </a:srgbClr>
          </a:solidFill>
          <a:ln w="3810">
            <a:solidFill>
              <a:srgbClr val="26364E">
                <a:alpha val="0"/>
              </a:srgbClr>
            </a:solidFill>
            <a:prstDash val="solid"/>
          </a:ln>
        </p:spPr>
      </p:sp>
      <p:sp>
        <p:nvSpPr>
          <p:cNvPr id="235" name="Shape 233"/>
          <p:cNvSpPr/>
          <p:nvPr/>
        </p:nvSpPr>
        <p:spPr>
          <a:xfrm>
            <a:off x="9629089" y="2483876"/>
            <a:ext cx="64008" cy="64008"/>
          </a:xfrm>
          <a:prstGeom prst="ellipse">
            <a:avLst/>
          </a:prstGeom>
          <a:solidFill>
            <a:srgbClr val="26364E">
              <a:alpha val="84000"/>
            </a:srgbClr>
          </a:solidFill>
          <a:ln w="3810">
            <a:solidFill>
              <a:srgbClr val="26364E">
                <a:alpha val="0"/>
              </a:srgbClr>
            </a:solidFill>
            <a:prstDash val="solid"/>
          </a:ln>
        </p:spPr>
      </p:sp>
      <p:sp>
        <p:nvSpPr>
          <p:cNvPr id="236" name="Shape 234"/>
          <p:cNvSpPr/>
          <p:nvPr/>
        </p:nvSpPr>
        <p:spPr>
          <a:xfrm>
            <a:off x="9719981" y="2483876"/>
            <a:ext cx="64008" cy="64008"/>
          </a:xfrm>
          <a:prstGeom prst="ellipse">
            <a:avLst/>
          </a:prstGeom>
          <a:solidFill>
            <a:srgbClr val="26364E">
              <a:alpha val="84000"/>
            </a:srgbClr>
          </a:solidFill>
          <a:ln w="3810">
            <a:solidFill>
              <a:srgbClr val="26364E">
                <a:alpha val="0"/>
              </a:srgbClr>
            </a:solidFill>
            <a:prstDash val="solid"/>
          </a:ln>
        </p:spPr>
      </p:sp>
      <p:sp>
        <p:nvSpPr>
          <p:cNvPr id="237" name="Shape 235"/>
          <p:cNvSpPr/>
          <p:nvPr/>
        </p:nvSpPr>
        <p:spPr>
          <a:xfrm>
            <a:off x="9810872" y="2483876"/>
            <a:ext cx="64008" cy="64008"/>
          </a:xfrm>
          <a:prstGeom prst="ellipse">
            <a:avLst/>
          </a:prstGeom>
          <a:solidFill>
            <a:srgbClr val="42E0CB"/>
          </a:solidFill>
          <a:ln w="3810">
            <a:solidFill>
              <a:srgbClr val="42E0CB">
                <a:alpha val="0"/>
              </a:srgbClr>
            </a:solidFill>
            <a:prstDash val="solid"/>
          </a:ln>
        </p:spPr>
      </p:sp>
      <p:sp>
        <p:nvSpPr>
          <p:cNvPr id="238" name="Shape 236"/>
          <p:cNvSpPr/>
          <p:nvPr/>
        </p:nvSpPr>
        <p:spPr>
          <a:xfrm>
            <a:off x="9901763" y="2483876"/>
            <a:ext cx="64008" cy="64008"/>
          </a:xfrm>
          <a:prstGeom prst="ellipse">
            <a:avLst/>
          </a:prstGeom>
          <a:solidFill>
            <a:srgbClr val="26364E">
              <a:alpha val="84000"/>
            </a:srgbClr>
          </a:solidFill>
          <a:ln w="3810">
            <a:solidFill>
              <a:srgbClr val="26364E">
                <a:alpha val="0"/>
              </a:srgbClr>
            </a:solidFill>
            <a:prstDash val="solid"/>
          </a:ln>
        </p:spPr>
      </p:sp>
      <p:sp>
        <p:nvSpPr>
          <p:cNvPr id="239" name="Shape 237"/>
          <p:cNvSpPr/>
          <p:nvPr/>
        </p:nvSpPr>
        <p:spPr>
          <a:xfrm>
            <a:off x="9992655" y="2483876"/>
            <a:ext cx="64008" cy="64008"/>
          </a:xfrm>
          <a:prstGeom prst="ellipse">
            <a:avLst/>
          </a:prstGeom>
          <a:solidFill>
            <a:srgbClr val="26364E">
              <a:alpha val="84000"/>
            </a:srgbClr>
          </a:solidFill>
          <a:ln w="3810">
            <a:solidFill>
              <a:srgbClr val="26364E">
                <a:alpha val="0"/>
              </a:srgbClr>
            </a:solidFill>
            <a:prstDash val="solid"/>
          </a:ln>
        </p:spPr>
      </p:sp>
      <p:sp>
        <p:nvSpPr>
          <p:cNvPr id="240" name="Shape 238"/>
          <p:cNvSpPr/>
          <p:nvPr/>
        </p:nvSpPr>
        <p:spPr>
          <a:xfrm>
            <a:off x="10083546" y="2483876"/>
            <a:ext cx="64008" cy="64008"/>
          </a:xfrm>
          <a:prstGeom prst="ellipse">
            <a:avLst/>
          </a:prstGeom>
          <a:solidFill>
            <a:srgbClr val="26364E">
              <a:alpha val="84000"/>
            </a:srgbClr>
          </a:solidFill>
          <a:ln w="3810">
            <a:solidFill>
              <a:srgbClr val="26364E">
                <a:alpha val="0"/>
              </a:srgbClr>
            </a:solidFill>
            <a:prstDash val="solid"/>
          </a:ln>
        </p:spPr>
      </p:sp>
      <p:sp>
        <p:nvSpPr>
          <p:cNvPr id="241" name="Shape 239"/>
          <p:cNvSpPr/>
          <p:nvPr/>
        </p:nvSpPr>
        <p:spPr>
          <a:xfrm>
            <a:off x="10174437" y="2483876"/>
            <a:ext cx="64008" cy="64008"/>
          </a:xfrm>
          <a:prstGeom prst="ellipse">
            <a:avLst/>
          </a:prstGeom>
          <a:solidFill>
            <a:srgbClr val="26364E">
              <a:alpha val="84000"/>
            </a:srgbClr>
          </a:solidFill>
          <a:ln w="3810">
            <a:solidFill>
              <a:srgbClr val="26364E">
                <a:alpha val="0"/>
              </a:srgbClr>
            </a:solidFill>
            <a:prstDash val="solid"/>
          </a:ln>
        </p:spPr>
      </p:sp>
      <p:sp>
        <p:nvSpPr>
          <p:cNvPr id="242" name="Shape 240"/>
          <p:cNvSpPr/>
          <p:nvPr/>
        </p:nvSpPr>
        <p:spPr>
          <a:xfrm>
            <a:off x="10265329" y="2483876"/>
            <a:ext cx="64008" cy="64008"/>
          </a:xfrm>
          <a:prstGeom prst="ellipse">
            <a:avLst/>
          </a:prstGeom>
          <a:solidFill>
            <a:srgbClr val="42E0CB"/>
          </a:solidFill>
          <a:ln w="3810">
            <a:solidFill>
              <a:srgbClr val="42E0CB">
                <a:alpha val="0"/>
              </a:srgbClr>
            </a:solidFill>
            <a:prstDash val="solid"/>
          </a:ln>
        </p:spPr>
      </p:sp>
      <p:sp>
        <p:nvSpPr>
          <p:cNvPr id="243" name="Shape 241"/>
          <p:cNvSpPr/>
          <p:nvPr/>
        </p:nvSpPr>
        <p:spPr>
          <a:xfrm>
            <a:off x="10356220" y="2483876"/>
            <a:ext cx="64008" cy="64008"/>
          </a:xfrm>
          <a:prstGeom prst="ellipse">
            <a:avLst/>
          </a:prstGeom>
          <a:solidFill>
            <a:srgbClr val="26364E">
              <a:alpha val="84000"/>
            </a:srgbClr>
          </a:solidFill>
          <a:ln w="3810">
            <a:solidFill>
              <a:srgbClr val="26364E">
                <a:alpha val="0"/>
              </a:srgbClr>
            </a:solidFill>
            <a:prstDash val="solid"/>
          </a:ln>
        </p:spPr>
      </p:sp>
      <p:sp>
        <p:nvSpPr>
          <p:cNvPr id="244" name="Shape 242"/>
          <p:cNvSpPr/>
          <p:nvPr/>
        </p:nvSpPr>
        <p:spPr>
          <a:xfrm>
            <a:off x="7538588" y="2574768"/>
            <a:ext cx="64008" cy="64008"/>
          </a:xfrm>
          <a:prstGeom prst="ellipse">
            <a:avLst/>
          </a:prstGeom>
          <a:solidFill>
            <a:srgbClr val="26364E">
              <a:alpha val="84000"/>
            </a:srgbClr>
          </a:solidFill>
          <a:ln w="3810">
            <a:solidFill>
              <a:srgbClr val="26364E">
                <a:alpha val="0"/>
              </a:srgbClr>
            </a:solidFill>
            <a:prstDash val="solid"/>
          </a:ln>
        </p:spPr>
      </p:sp>
      <p:sp>
        <p:nvSpPr>
          <p:cNvPr id="245" name="Shape 243"/>
          <p:cNvSpPr/>
          <p:nvPr/>
        </p:nvSpPr>
        <p:spPr>
          <a:xfrm>
            <a:off x="7629479" y="2574768"/>
            <a:ext cx="64008" cy="64008"/>
          </a:xfrm>
          <a:prstGeom prst="ellipse">
            <a:avLst/>
          </a:prstGeom>
          <a:solidFill>
            <a:srgbClr val="26364E">
              <a:alpha val="84000"/>
            </a:srgbClr>
          </a:solidFill>
          <a:ln w="3810">
            <a:solidFill>
              <a:srgbClr val="26364E">
                <a:alpha val="0"/>
              </a:srgbClr>
            </a:solidFill>
            <a:prstDash val="solid"/>
          </a:ln>
        </p:spPr>
      </p:sp>
      <p:sp>
        <p:nvSpPr>
          <p:cNvPr id="246" name="Shape 244"/>
          <p:cNvSpPr/>
          <p:nvPr/>
        </p:nvSpPr>
        <p:spPr>
          <a:xfrm>
            <a:off x="7720371" y="2574768"/>
            <a:ext cx="64008" cy="64008"/>
          </a:xfrm>
          <a:prstGeom prst="ellipse">
            <a:avLst/>
          </a:prstGeom>
          <a:solidFill>
            <a:srgbClr val="42E0CB"/>
          </a:solidFill>
          <a:ln w="3810">
            <a:solidFill>
              <a:srgbClr val="42E0CB">
                <a:alpha val="0"/>
              </a:srgbClr>
            </a:solidFill>
            <a:prstDash val="solid"/>
          </a:ln>
        </p:spPr>
      </p:sp>
      <p:sp>
        <p:nvSpPr>
          <p:cNvPr id="247" name="Shape 245"/>
          <p:cNvSpPr/>
          <p:nvPr/>
        </p:nvSpPr>
        <p:spPr>
          <a:xfrm>
            <a:off x="7811262" y="2574768"/>
            <a:ext cx="64008" cy="64008"/>
          </a:xfrm>
          <a:prstGeom prst="ellipse">
            <a:avLst/>
          </a:prstGeom>
          <a:solidFill>
            <a:srgbClr val="26364E">
              <a:alpha val="84000"/>
            </a:srgbClr>
          </a:solidFill>
          <a:ln w="3810">
            <a:solidFill>
              <a:srgbClr val="26364E">
                <a:alpha val="0"/>
              </a:srgbClr>
            </a:solidFill>
            <a:prstDash val="solid"/>
          </a:ln>
        </p:spPr>
      </p:sp>
      <p:sp>
        <p:nvSpPr>
          <p:cNvPr id="248" name="Shape 246"/>
          <p:cNvSpPr/>
          <p:nvPr/>
        </p:nvSpPr>
        <p:spPr>
          <a:xfrm>
            <a:off x="7902153" y="2574768"/>
            <a:ext cx="64008" cy="64008"/>
          </a:xfrm>
          <a:prstGeom prst="ellipse">
            <a:avLst/>
          </a:prstGeom>
          <a:solidFill>
            <a:srgbClr val="26364E">
              <a:alpha val="84000"/>
            </a:srgbClr>
          </a:solidFill>
          <a:ln w="3810">
            <a:solidFill>
              <a:srgbClr val="26364E">
                <a:alpha val="0"/>
              </a:srgbClr>
            </a:solidFill>
            <a:prstDash val="solid"/>
          </a:ln>
        </p:spPr>
      </p:sp>
      <p:sp>
        <p:nvSpPr>
          <p:cNvPr id="249" name="Shape 247"/>
          <p:cNvSpPr/>
          <p:nvPr/>
        </p:nvSpPr>
        <p:spPr>
          <a:xfrm>
            <a:off x="7993045" y="2574768"/>
            <a:ext cx="64008" cy="64008"/>
          </a:xfrm>
          <a:prstGeom prst="ellipse">
            <a:avLst/>
          </a:prstGeom>
          <a:solidFill>
            <a:srgbClr val="26364E">
              <a:alpha val="84000"/>
            </a:srgbClr>
          </a:solidFill>
          <a:ln w="3810">
            <a:solidFill>
              <a:srgbClr val="26364E">
                <a:alpha val="0"/>
              </a:srgbClr>
            </a:solidFill>
            <a:prstDash val="solid"/>
          </a:ln>
        </p:spPr>
      </p:sp>
      <p:sp>
        <p:nvSpPr>
          <p:cNvPr id="250" name="Shape 248"/>
          <p:cNvSpPr/>
          <p:nvPr/>
        </p:nvSpPr>
        <p:spPr>
          <a:xfrm>
            <a:off x="8083936" y="2574768"/>
            <a:ext cx="64008" cy="64008"/>
          </a:xfrm>
          <a:prstGeom prst="ellipse">
            <a:avLst/>
          </a:prstGeom>
          <a:solidFill>
            <a:srgbClr val="26364E">
              <a:alpha val="84000"/>
            </a:srgbClr>
          </a:solidFill>
          <a:ln w="3810">
            <a:solidFill>
              <a:srgbClr val="26364E">
                <a:alpha val="0"/>
              </a:srgbClr>
            </a:solidFill>
            <a:prstDash val="solid"/>
          </a:ln>
        </p:spPr>
      </p:sp>
      <p:sp>
        <p:nvSpPr>
          <p:cNvPr id="251" name="Shape 249"/>
          <p:cNvSpPr/>
          <p:nvPr/>
        </p:nvSpPr>
        <p:spPr>
          <a:xfrm>
            <a:off x="8174827" y="2574768"/>
            <a:ext cx="64008" cy="64008"/>
          </a:xfrm>
          <a:prstGeom prst="ellipse">
            <a:avLst/>
          </a:prstGeom>
          <a:solidFill>
            <a:srgbClr val="26364E">
              <a:alpha val="84000"/>
            </a:srgbClr>
          </a:solidFill>
          <a:ln w="3810">
            <a:solidFill>
              <a:srgbClr val="26364E">
                <a:alpha val="0"/>
              </a:srgbClr>
            </a:solidFill>
            <a:prstDash val="solid"/>
          </a:ln>
        </p:spPr>
      </p:sp>
      <p:sp>
        <p:nvSpPr>
          <p:cNvPr id="252" name="Shape 250"/>
          <p:cNvSpPr/>
          <p:nvPr/>
        </p:nvSpPr>
        <p:spPr>
          <a:xfrm>
            <a:off x="8265719" y="2574768"/>
            <a:ext cx="64008" cy="64008"/>
          </a:xfrm>
          <a:prstGeom prst="ellipse">
            <a:avLst/>
          </a:prstGeom>
          <a:solidFill>
            <a:srgbClr val="26364E">
              <a:alpha val="84000"/>
            </a:srgbClr>
          </a:solidFill>
          <a:ln w="3810">
            <a:solidFill>
              <a:srgbClr val="26364E">
                <a:alpha val="0"/>
              </a:srgbClr>
            </a:solidFill>
            <a:prstDash val="solid"/>
          </a:ln>
        </p:spPr>
      </p:sp>
      <p:sp>
        <p:nvSpPr>
          <p:cNvPr id="253" name="Shape 251"/>
          <p:cNvSpPr/>
          <p:nvPr/>
        </p:nvSpPr>
        <p:spPr>
          <a:xfrm>
            <a:off x="8356610" y="2574768"/>
            <a:ext cx="64008" cy="64008"/>
          </a:xfrm>
          <a:prstGeom prst="ellipse">
            <a:avLst/>
          </a:prstGeom>
          <a:solidFill>
            <a:srgbClr val="26364E">
              <a:alpha val="84000"/>
            </a:srgbClr>
          </a:solidFill>
          <a:ln w="3810">
            <a:solidFill>
              <a:srgbClr val="26364E">
                <a:alpha val="0"/>
              </a:srgbClr>
            </a:solidFill>
            <a:prstDash val="solid"/>
          </a:ln>
        </p:spPr>
      </p:sp>
      <p:sp>
        <p:nvSpPr>
          <p:cNvPr id="254" name="Shape 252"/>
          <p:cNvSpPr/>
          <p:nvPr/>
        </p:nvSpPr>
        <p:spPr>
          <a:xfrm>
            <a:off x="8447502" y="2574768"/>
            <a:ext cx="64008" cy="64008"/>
          </a:xfrm>
          <a:prstGeom prst="ellipse">
            <a:avLst/>
          </a:prstGeom>
          <a:solidFill>
            <a:srgbClr val="26364E">
              <a:alpha val="84000"/>
            </a:srgbClr>
          </a:solidFill>
          <a:ln w="3810">
            <a:solidFill>
              <a:srgbClr val="26364E">
                <a:alpha val="0"/>
              </a:srgbClr>
            </a:solidFill>
            <a:prstDash val="solid"/>
          </a:ln>
        </p:spPr>
      </p:sp>
      <p:sp>
        <p:nvSpPr>
          <p:cNvPr id="255" name="Shape 253"/>
          <p:cNvSpPr/>
          <p:nvPr/>
        </p:nvSpPr>
        <p:spPr>
          <a:xfrm>
            <a:off x="8538393" y="2574768"/>
            <a:ext cx="64008" cy="64008"/>
          </a:xfrm>
          <a:prstGeom prst="ellipse">
            <a:avLst/>
          </a:prstGeom>
          <a:solidFill>
            <a:srgbClr val="26364E">
              <a:alpha val="84000"/>
            </a:srgbClr>
          </a:solidFill>
          <a:ln w="3810">
            <a:solidFill>
              <a:srgbClr val="26364E">
                <a:alpha val="0"/>
              </a:srgbClr>
            </a:solidFill>
            <a:prstDash val="solid"/>
          </a:ln>
        </p:spPr>
      </p:sp>
      <p:sp>
        <p:nvSpPr>
          <p:cNvPr id="256" name="Shape 254"/>
          <p:cNvSpPr/>
          <p:nvPr/>
        </p:nvSpPr>
        <p:spPr>
          <a:xfrm>
            <a:off x="8629284" y="2574768"/>
            <a:ext cx="64008" cy="64008"/>
          </a:xfrm>
          <a:prstGeom prst="ellipse">
            <a:avLst/>
          </a:prstGeom>
          <a:solidFill>
            <a:srgbClr val="26364E">
              <a:alpha val="84000"/>
            </a:srgbClr>
          </a:solidFill>
          <a:ln w="3810">
            <a:solidFill>
              <a:srgbClr val="26364E">
                <a:alpha val="0"/>
              </a:srgbClr>
            </a:solidFill>
            <a:prstDash val="solid"/>
          </a:ln>
        </p:spPr>
      </p:sp>
      <p:sp>
        <p:nvSpPr>
          <p:cNvPr id="257" name="Shape 255"/>
          <p:cNvSpPr/>
          <p:nvPr/>
        </p:nvSpPr>
        <p:spPr>
          <a:xfrm>
            <a:off x="8720176" y="2574768"/>
            <a:ext cx="64008" cy="64008"/>
          </a:xfrm>
          <a:prstGeom prst="ellipse">
            <a:avLst/>
          </a:prstGeom>
          <a:solidFill>
            <a:srgbClr val="26364E">
              <a:alpha val="84000"/>
            </a:srgbClr>
          </a:solidFill>
          <a:ln w="3810">
            <a:solidFill>
              <a:srgbClr val="26364E">
                <a:alpha val="0"/>
              </a:srgbClr>
            </a:solidFill>
            <a:prstDash val="solid"/>
          </a:ln>
        </p:spPr>
      </p:sp>
      <p:sp>
        <p:nvSpPr>
          <p:cNvPr id="258" name="Shape 256"/>
          <p:cNvSpPr/>
          <p:nvPr/>
        </p:nvSpPr>
        <p:spPr>
          <a:xfrm>
            <a:off x="8811067" y="2574768"/>
            <a:ext cx="64008" cy="64008"/>
          </a:xfrm>
          <a:prstGeom prst="ellipse">
            <a:avLst/>
          </a:prstGeom>
          <a:solidFill>
            <a:srgbClr val="26364E">
              <a:alpha val="84000"/>
            </a:srgbClr>
          </a:solidFill>
          <a:ln w="3810">
            <a:solidFill>
              <a:srgbClr val="26364E">
                <a:alpha val="0"/>
              </a:srgbClr>
            </a:solidFill>
            <a:prstDash val="solid"/>
          </a:ln>
        </p:spPr>
      </p:sp>
      <p:sp>
        <p:nvSpPr>
          <p:cNvPr id="259" name="Shape 257"/>
          <p:cNvSpPr/>
          <p:nvPr/>
        </p:nvSpPr>
        <p:spPr>
          <a:xfrm>
            <a:off x="8901958" y="2574768"/>
            <a:ext cx="64008" cy="64008"/>
          </a:xfrm>
          <a:prstGeom prst="ellipse">
            <a:avLst/>
          </a:prstGeom>
          <a:solidFill>
            <a:srgbClr val="26364E">
              <a:alpha val="84000"/>
            </a:srgbClr>
          </a:solidFill>
          <a:ln w="3810">
            <a:solidFill>
              <a:srgbClr val="26364E">
                <a:alpha val="0"/>
              </a:srgbClr>
            </a:solidFill>
            <a:prstDash val="solid"/>
          </a:ln>
        </p:spPr>
      </p:sp>
      <p:sp>
        <p:nvSpPr>
          <p:cNvPr id="260" name="Shape 258"/>
          <p:cNvSpPr/>
          <p:nvPr/>
        </p:nvSpPr>
        <p:spPr>
          <a:xfrm>
            <a:off x="8992850" y="2574768"/>
            <a:ext cx="64008" cy="64008"/>
          </a:xfrm>
          <a:prstGeom prst="ellipse">
            <a:avLst/>
          </a:prstGeom>
          <a:solidFill>
            <a:srgbClr val="26364E">
              <a:alpha val="84000"/>
            </a:srgbClr>
          </a:solidFill>
          <a:ln w="3810">
            <a:solidFill>
              <a:srgbClr val="26364E">
                <a:alpha val="0"/>
              </a:srgbClr>
            </a:solidFill>
            <a:prstDash val="solid"/>
          </a:ln>
        </p:spPr>
      </p:sp>
      <p:sp>
        <p:nvSpPr>
          <p:cNvPr id="261" name="Shape 259"/>
          <p:cNvSpPr/>
          <p:nvPr/>
        </p:nvSpPr>
        <p:spPr>
          <a:xfrm>
            <a:off x="9083741" y="2574768"/>
            <a:ext cx="64008" cy="64008"/>
          </a:xfrm>
          <a:prstGeom prst="ellipse">
            <a:avLst/>
          </a:prstGeom>
          <a:solidFill>
            <a:srgbClr val="26364E">
              <a:alpha val="84000"/>
            </a:srgbClr>
          </a:solidFill>
          <a:ln w="3810">
            <a:solidFill>
              <a:srgbClr val="26364E">
                <a:alpha val="0"/>
              </a:srgbClr>
            </a:solidFill>
            <a:prstDash val="solid"/>
          </a:ln>
        </p:spPr>
      </p:sp>
      <p:sp>
        <p:nvSpPr>
          <p:cNvPr id="262" name="Shape 260"/>
          <p:cNvSpPr/>
          <p:nvPr/>
        </p:nvSpPr>
        <p:spPr>
          <a:xfrm>
            <a:off x="9174632" y="2574768"/>
            <a:ext cx="64008" cy="64008"/>
          </a:xfrm>
          <a:prstGeom prst="ellipse">
            <a:avLst/>
          </a:prstGeom>
          <a:solidFill>
            <a:srgbClr val="26364E">
              <a:alpha val="84000"/>
            </a:srgbClr>
          </a:solidFill>
          <a:ln w="3810">
            <a:solidFill>
              <a:srgbClr val="26364E">
                <a:alpha val="0"/>
              </a:srgbClr>
            </a:solidFill>
            <a:prstDash val="solid"/>
          </a:ln>
        </p:spPr>
      </p:sp>
      <p:sp>
        <p:nvSpPr>
          <p:cNvPr id="263" name="Shape 261"/>
          <p:cNvSpPr/>
          <p:nvPr/>
        </p:nvSpPr>
        <p:spPr>
          <a:xfrm>
            <a:off x="9265524" y="2574768"/>
            <a:ext cx="64008" cy="64008"/>
          </a:xfrm>
          <a:prstGeom prst="ellipse">
            <a:avLst/>
          </a:prstGeom>
          <a:solidFill>
            <a:srgbClr val="26364E">
              <a:alpha val="84000"/>
            </a:srgbClr>
          </a:solidFill>
          <a:ln w="3810">
            <a:solidFill>
              <a:srgbClr val="26364E">
                <a:alpha val="0"/>
              </a:srgbClr>
            </a:solidFill>
            <a:prstDash val="solid"/>
          </a:ln>
        </p:spPr>
      </p:sp>
      <p:sp>
        <p:nvSpPr>
          <p:cNvPr id="264" name="Shape 262"/>
          <p:cNvSpPr/>
          <p:nvPr/>
        </p:nvSpPr>
        <p:spPr>
          <a:xfrm>
            <a:off x="9356415" y="2574768"/>
            <a:ext cx="64008" cy="64008"/>
          </a:xfrm>
          <a:prstGeom prst="ellipse">
            <a:avLst/>
          </a:prstGeom>
          <a:solidFill>
            <a:srgbClr val="26364E">
              <a:alpha val="84000"/>
            </a:srgbClr>
          </a:solidFill>
          <a:ln w="3810">
            <a:solidFill>
              <a:srgbClr val="26364E">
                <a:alpha val="0"/>
              </a:srgbClr>
            </a:solidFill>
            <a:prstDash val="solid"/>
          </a:ln>
        </p:spPr>
      </p:sp>
      <p:sp>
        <p:nvSpPr>
          <p:cNvPr id="265" name="Shape 263"/>
          <p:cNvSpPr/>
          <p:nvPr/>
        </p:nvSpPr>
        <p:spPr>
          <a:xfrm>
            <a:off x="9447306" y="2574768"/>
            <a:ext cx="64008" cy="64008"/>
          </a:xfrm>
          <a:prstGeom prst="ellipse">
            <a:avLst/>
          </a:prstGeom>
          <a:solidFill>
            <a:srgbClr val="26364E">
              <a:alpha val="84000"/>
            </a:srgbClr>
          </a:solidFill>
          <a:ln w="3810">
            <a:solidFill>
              <a:srgbClr val="26364E">
                <a:alpha val="0"/>
              </a:srgbClr>
            </a:solidFill>
            <a:prstDash val="solid"/>
          </a:ln>
        </p:spPr>
      </p:sp>
      <p:sp>
        <p:nvSpPr>
          <p:cNvPr id="266" name="Shape 264"/>
          <p:cNvSpPr/>
          <p:nvPr/>
        </p:nvSpPr>
        <p:spPr>
          <a:xfrm>
            <a:off x="9538198" y="2574768"/>
            <a:ext cx="64008" cy="64008"/>
          </a:xfrm>
          <a:prstGeom prst="ellipse">
            <a:avLst/>
          </a:prstGeom>
          <a:solidFill>
            <a:srgbClr val="26364E">
              <a:alpha val="84000"/>
            </a:srgbClr>
          </a:solidFill>
          <a:ln w="3810">
            <a:solidFill>
              <a:srgbClr val="26364E">
                <a:alpha val="0"/>
              </a:srgbClr>
            </a:solidFill>
            <a:prstDash val="solid"/>
          </a:ln>
        </p:spPr>
      </p:sp>
      <p:sp>
        <p:nvSpPr>
          <p:cNvPr id="267" name="Shape 265"/>
          <p:cNvSpPr/>
          <p:nvPr/>
        </p:nvSpPr>
        <p:spPr>
          <a:xfrm>
            <a:off x="9629089" y="2574768"/>
            <a:ext cx="64008" cy="64008"/>
          </a:xfrm>
          <a:prstGeom prst="ellipse">
            <a:avLst/>
          </a:prstGeom>
          <a:solidFill>
            <a:srgbClr val="26364E">
              <a:alpha val="84000"/>
            </a:srgbClr>
          </a:solidFill>
          <a:ln w="3810">
            <a:solidFill>
              <a:srgbClr val="26364E">
                <a:alpha val="0"/>
              </a:srgbClr>
            </a:solidFill>
            <a:prstDash val="solid"/>
          </a:ln>
        </p:spPr>
      </p:sp>
      <p:sp>
        <p:nvSpPr>
          <p:cNvPr id="268" name="Shape 266"/>
          <p:cNvSpPr/>
          <p:nvPr/>
        </p:nvSpPr>
        <p:spPr>
          <a:xfrm>
            <a:off x="9719981" y="2574768"/>
            <a:ext cx="64008" cy="64008"/>
          </a:xfrm>
          <a:prstGeom prst="ellipse">
            <a:avLst/>
          </a:prstGeom>
          <a:solidFill>
            <a:srgbClr val="26364E">
              <a:alpha val="84000"/>
            </a:srgbClr>
          </a:solidFill>
          <a:ln w="3810">
            <a:solidFill>
              <a:srgbClr val="26364E">
                <a:alpha val="0"/>
              </a:srgbClr>
            </a:solidFill>
            <a:prstDash val="solid"/>
          </a:ln>
        </p:spPr>
      </p:sp>
      <p:sp>
        <p:nvSpPr>
          <p:cNvPr id="269" name="Shape 267"/>
          <p:cNvSpPr/>
          <p:nvPr/>
        </p:nvSpPr>
        <p:spPr>
          <a:xfrm>
            <a:off x="9810872" y="2574768"/>
            <a:ext cx="64008" cy="64008"/>
          </a:xfrm>
          <a:prstGeom prst="ellipse">
            <a:avLst/>
          </a:prstGeom>
          <a:solidFill>
            <a:srgbClr val="26364E">
              <a:alpha val="84000"/>
            </a:srgbClr>
          </a:solidFill>
          <a:ln w="3810">
            <a:solidFill>
              <a:srgbClr val="26364E">
                <a:alpha val="0"/>
              </a:srgbClr>
            </a:solidFill>
            <a:prstDash val="solid"/>
          </a:ln>
        </p:spPr>
      </p:sp>
      <p:sp>
        <p:nvSpPr>
          <p:cNvPr id="270" name="Shape 268"/>
          <p:cNvSpPr/>
          <p:nvPr/>
        </p:nvSpPr>
        <p:spPr>
          <a:xfrm>
            <a:off x="9901763" y="2574768"/>
            <a:ext cx="64008" cy="64008"/>
          </a:xfrm>
          <a:prstGeom prst="ellipse">
            <a:avLst/>
          </a:prstGeom>
          <a:solidFill>
            <a:srgbClr val="26364E">
              <a:alpha val="84000"/>
            </a:srgbClr>
          </a:solidFill>
          <a:ln w="3810">
            <a:solidFill>
              <a:srgbClr val="26364E">
                <a:alpha val="0"/>
              </a:srgbClr>
            </a:solidFill>
            <a:prstDash val="solid"/>
          </a:ln>
        </p:spPr>
      </p:sp>
      <p:sp>
        <p:nvSpPr>
          <p:cNvPr id="271" name="Shape 269"/>
          <p:cNvSpPr/>
          <p:nvPr/>
        </p:nvSpPr>
        <p:spPr>
          <a:xfrm>
            <a:off x="9992655" y="2574768"/>
            <a:ext cx="64008" cy="64008"/>
          </a:xfrm>
          <a:prstGeom prst="ellipse">
            <a:avLst/>
          </a:prstGeom>
          <a:solidFill>
            <a:srgbClr val="26364E">
              <a:alpha val="84000"/>
            </a:srgbClr>
          </a:solidFill>
          <a:ln w="3810">
            <a:solidFill>
              <a:srgbClr val="26364E">
                <a:alpha val="0"/>
              </a:srgbClr>
            </a:solidFill>
            <a:prstDash val="solid"/>
          </a:ln>
        </p:spPr>
      </p:sp>
      <p:sp>
        <p:nvSpPr>
          <p:cNvPr id="272" name="Shape 270"/>
          <p:cNvSpPr/>
          <p:nvPr/>
        </p:nvSpPr>
        <p:spPr>
          <a:xfrm>
            <a:off x="10083546" y="2574768"/>
            <a:ext cx="64008" cy="64008"/>
          </a:xfrm>
          <a:prstGeom prst="ellipse">
            <a:avLst/>
          </a:prstGeom>
          <a:solidFill>
            <a:srgbClr val="26364E">
              <a:alpha val="84000"/>
            </a:srgbClr>
          </a:solidFill>
          <a:ln w="3810">
            <a:solidFill>
              <a:srgbClr val="26364E">
                <a:alpha val="0"/>
              </a:srgbClr>
            </a:solidFill>
            <a:prstDash val="solid"/>
          </a:ln>
        </p:spPr>
      </p:sp>
      <p:sp>
        <p:nvSpPr>
          <p:cNvPr id="273" name="Shape 271"/>
          <p:cNvSpPr/>
          <p:nvPr/>
        </p:nvSpPr>
        <p:spPr>
          <a:xfrm>
            <a:off x="10174437" y="2574768"/>
            <a:ext cx="64008" cy="64008"/>
          </a:xfrm>
          <a:prstGeom prst="ellipse">
            <a:avLst/>
          </a:prstGeom>
          <a:solidFill>
            <a:srgbClr val="26364E">
              <a:alpha val="84000"/>
            </a:srgbClr>
          </a:solidFill>
          <a:ln w="3810">
            <a:solidFill>
              <a:srgbClr val="26364E">
                <a:alpha val="0"/>
              </a:srgbClr>
            </a:solidFill>
            <a:prstDash val="solid"/>
          </a:ln>
        </p:spPr>
      </p:sp>
      <p:sp>
        <p:nvSpPr>
          <p:cNvPr id="274" name="Shape 272"/>
          <p:cNvSpPr/>
          <p:nvPr/>
        </p:nvSpPr>
        <p:spPr>
          <a:xfrm>
            <a:off x="10265329" y="2574768"/>
            <a:ext cx="64008" cy="64008"/>
          </a:xfrm>
          <a:prstGeom prst="ellipse">
            <a:avLst/>
          </a:prstGeom>
          <a:solidFill>
            <a:srgbClr val="42E0CB"/>
          </a:solidFill>
          <a:ln w="3810">
            <a:solidFill>
              <a:srgbClr val="42E0CB">
                <a:alpha val="0"/>
              </a:srgbClr>
            </a:solidFill>
            <a:prstDash val="solid"/>
          </a:ln>
        </p:spPr>
      </p:sp>
      <p:sp>
        <p:nvSpPr>
          <p:cNvPr id="275" name="Shape 273"/>
          <p:cNvSpPr/>
          <p:nvPr/>
        </p:nvSpPr>
        <p:spPr>
          <a:xfrm>
            <a:off x="10356220" y="2574768"/>
            <a:ext cx="64008" cy="64008"/>
          </a:xfrm>
          <a:prstGeom prst="ellipse">
            <a:avLst/>
          </a:prstGeom>
          <a:solidFill>
            <a:srgbClr val="26364E">
              <a:alpha val="84000"/>
            </a:srgbClr>
          </a:solidFill>
          <a:ln w="3810">
            <a:solidFill>
              <a:srgbClr val="26364E">
                <a:alpha val="0"/>
              </a:srgbClr>
            </a:solidFill>
            <a:prstDash val="solid"/>
          </a:ln>
        </p:spPr>
      </p:sp>
      <p:sp>
        <p:nvSpPr>
          <p:cNvPr id="276" name="Text 274"/>
          <p:cNvSpPr txBox="1"/>
          <p:nvPr/>
        </p:nvSpPr>
        <p:spPr>
          <a:xfrm>
            <a:off x="7086600" y="2825496"/>
            <a:ext cx="3785616" cy="118872"/>
          </a:xfrm>
          <a:prstGeom prst="rect">
            <a:avLst/>
          </a:prstGeom>
          <a:noFill/>
          <a:ln/>
        </p:spPr>
        <p:txBody>
          <a:bodyPr wrap="square" lIns="381" tIns="381" rIns="381" bIns="381" rtlCol="0" anchor="ctr">
            <a:normAutofit/>
          </a:bodyPr>
          <a:lstStyle/>
          <a:p>
            <a:pPr marL="0" indent="0" algn="ctr">
              <a:buNone/>
            </a:pPr>
            <a:r>
              <a:rPr lang="en-US" sz="750" kern="0" spc="100" dirty="0">
                <a:solidFill>
                  <a:srgbClr val="8292A9"/>
                </a:solidFill>
                <a:latin typeface="Noto Sans" pitchFamily="34" charset="0"/>
                <a:ea typeface="Noto Sans" pitchFamily="34" charset="-122"/>
                <a:cs typeface="Noto Sans" pitchFamily="34" charset="-120"/>
              </a:rPr>
              <a:t>LED MATRIX  •  MAX7219</a:t>
            </a:r>
            <a:endParaRPr lang="en-US" sz="750" dirty="0"/>
          </a:p>
        </p:txBody>
      </p:sp>
      <p:sp>
        <p:nvSpPr>
          <p:cNvPr id="277" name="Shape 275"/>
          <p:cNvSpPr/>
          <p:nvPr/>
        </p:nvSpPr>
        <p:spPr>
          <a:xfrm>
            <a:off x="7498080" y="3657600"/>
            <a:ext cx="2331720" cy="1298448"/>
          </a:xfrm>
          <a:prstGeom prst="roundRect">
            <a:avLst>
              <a:gd name="adj" fmla="val 8451"/>
            </a:avLst>
          </a:prstGeom>
          <a:solidFill>
            <a:srgbClr val="176D65"/>
          </a:solidFill>
          <a:ln w="17780">
            <a:solidFill>
              <a:srgbClr val="65D5C7"/>
            </a:solidFill>
            <a:prstDash val="solid"/>
          </a:ln>
        </p:spPr>
      </p:sp>
      <p:sp>
        <p:nvSpPr>
          <p:cNvPr id="278" name="Shape 276"/>
          <p:cNvSpPr/>
          <p:nvPr/>
        </p:nvSpPr>
        <p:spPr>
          <a:xfrm>
            <a:off x="8384134" y="4021165"/>
            <a:ext cx="769468" cy="545348"/>
          </a:xfrm>
          <a:prstGeom prst="roundRect">
            <a:avLst>
              <a:gd name="adj" fmla="val 6707"/>
            </a:avLst>
          </a:prstGeom>
          <a:solidFill>
            <a:srgbClr val="101B2C"/>
          </a:solidFill>
          <a:ln w="8890">
            <a:solidFill>
              <a:srgbClr val="72A69F"/>
            </a:solidFill>
            <a:prstDash val="solid"/>
          </a:ln>
        </p:spPr>
      </p:sp>
      <p:sp>
        <p:nvSpPr>
          <p:cNvPr id="279" name="Shape 277"/>
          <p:cNvSpPr/>
          <p:nvPr/>
        </p:nvSpPr>
        <p:spPr>
          <a:xfrm>
            <a:off x="7287768" y="3891321"/>
            <a:ext cx="210312" cy="337596"/>
          </a:xfrm>
          <a:prstGeom prst="rect">
            <a:avLst/>
          </a:prstGeom>
          <a:solidFill>
            <a:srgbClr val="AAB7C5"/>
          </a:solidFill>
          <a:ln w="6350">
            <a:solidFill>
              <a:srgbClr val="E2EAF0"/>
            </a:solidFill>
            <a:prstDash val="solid"/>
          </a:ln>
        </p:spPr>
      </p:sp>
      <p:sp>
        <p:nvSpPr>
          <p:cNvPr id="280" name="Shape 278"/>
          <p:cNvSpPr/>
          <p:nvPr/>
        </p:nvSpPr>
        <p:spPr>
          <a:xfrm>
            <a:off x="9774936" y="3813414"/>
            <a:ext cx="201168" cy="201168"/>
          </a:xfrm>
          <a:prstGeom prst="ellipse">
            <a:avLst/>
          </a:prstGeom>
          <a:solidFill>
            <a:srgbClr val="121A26"/>
          </a:solidFill>
          <a:ln w="10160">
            <a:solidFill>
              <a:srgbClr val="C3D0DD"/>
            </a:solidFill>
            <a:prstDash val="solid"/>
          </a:ln>
        </p:spPr>
      </p:sp>
      <p:sp>
        <p:nvSpPr>
          <p:cNvPr id="281" name="Shape 279"/>
          <p:cNvSpPr/>
          <p:nvPr/>
        </p:nvSpPr>
        <p:spPr>
          <a:xfrm>
            <a:off x="7717536" y="3557016"/>
            <a:ext cx="91440" cy="100584"/>
          </a:xfrm>
          <a:prstGeom prst="rect">
            <a:avLst/>
          </a:prstGeom>
          <a:solidFill>
            <a:srgbClr val="D7B65D"/>
          </a:solidFill>
          <a:ln w="2540">
            <a:solidFill>
              <a:srgbClr val="E8D79A"/>
            </a:solidFill>
            <a:prstDash val="solid"/>
          </a:ln>
        </p:spPr>
      </p:sp>
      <p:sp>
        <p:nvSpPr>
          <p:cNvPr id="282" name="Shape 280"/>
          <p:cNvSpPr/>
          <p:nvPr/>
        </p:nvSpPr>
        <p:spPr>
          <a:xfrm>
            <a:off x="7717536" y="4956048"/>
            <a:ext cx="91440" cy="100584"/>
          </a:xfrm>
          <a:prstGeom prst="rect">
            <a:avLst/>
          </a:prstGeom>
          <a:solidFill>
            <a:srgbClr val="D7B65D"/>
          </a:solidFill>
          <a:ln w="2540">
            <a:solidFill>
              <a:srgbClr val="E8D79A"/>
            </a:solidFill>
            <a:prstDash val="solid"/>
          </a:ln>
        </p:spPr>
      </p:sp>
      <p:sp>
        <p:nvSpPr>
          <p:cNvPr id="283" name="Shape 281"/>
          <p:cNvSpPr/>
          <p:nvPr/>
        </p:nvSpPr>
        <p:spPr>
          <a:xfrm>
            <a:off x="7891272" y="3557016"/>
            <a:ext cx="91440" cy="100584"/>
          </a:xfrm>
          <a:prstGeom prst="rect">
            <a:avLst/>
          </a:prstGeom>
          <a:solidFill>
            <a:srgbClr val="D7B65D"/>
          </a:solidFill>
          <a:ln w="2540">
            <a:solidFill>
              <a:srgbClr val="E8D79A"/>
            </a:solidFill>
            <a:prstDash val="solid"/>
          </a:ln>
        </p:spPr>
      </p:sp>
      <p:sp>
        <p:nvSpPr>
          <p:cNvPr id="284" name="Shape 282"/>
          <p:cNvSpPr/>
          <p:nvPr/>
        </p:nvSpPr>
        <p:spPr>
          <a:xfrm>
            <a:off x="7891272" y="4956048"/>
            <a:ext cx="91440" cy="100584"/>
          </a:xfrm>
          <a:prstGeom prst="rect">
            <a:avLst/>
          </a:prstGeom>
          <a:solidFill>
            <a:srgbClr val="D7B65D"/>
          </a:solidFill>
          <a:ln w="2540">
            <a:solidFill>
              <a:srgbClr val="E8D79A"/>
            </a:solidFill>
            <a:prstDash val="solid"/>
          </a:ln>
        </p:spPr>
      </p:sp>
      <p:sp>
        <p:nvSpPr>
          <p:cNvPr id="285" name="Shape 283"/>
          <p:cNvSpPr/>
          <p:nvPr/>
        </p:nvSpPr>
        <p:spPr>
          <a:xfrm>
            <a:off x="8065008" y="3557016"/>
            <a:ext cx="91440" cy="100584"/>
          </a:xfrm>
          <a:prstGeom prst="rect">
            <a:avLst/>
          </a:prstGeom>
          <a:solidFill>
            <a:srgbClr val="D7B65D"/>
          </a:solidFill>
          <a:ln w="2540">
            <a:solidFill>
              <a:srgbClr val="E8D79A"/>
            </a:solidFill>
            <a:prstDash val="solid"/>
          </a:ln>
        </p:spPr>
      </p:sp>
      <p:sp>
        <p:nvSpPr>
          <p:cNvPr id="286" name="Shape 284"/>
          <p:cNvSpPr/>
          <p:nvPr/>
        </p:nvSpPr>
        <p:spPr>
          <a:xfrm>
            <a:off x="8065008" y="4956048"/>
            <a:ext cx="91440" cy="100584"/>
          </a:xfrm>
          <a:prstGeom prst="rect">
            <a:avLst/>
          </a:prstGeom>
          <a:solidFill>
            <a:srgbClr val="D7B65D"/>
          </a:solidFill>
          <a:ln w="2540">
            <a:solidFill>
              <a:srgbClr val="E8D79A"/>
            </a:solidFill>
            <a:prstDash val="solid"/>
          </a:ln>
        </p:spPr>
      </p:sp>
      <p:sp>
        <p:nvSpPr>
          <p:cNvPr id="287" name="Shape 285"/>
          <p:cNvSpPr/>
          <p:nvPr/>
        </p:nvSpPr>
        <p:spPr>
          <a:xfrm>
            <a:off x="8238744" y="3557016"/>
            <a:ext cx="91440" cy="100584"/>
          </a:xfrm>
          <a:prstGeom prst="rect">
            <a:avLst/>
          </a:prstGeom>
          <a:solidFill>
            <a:srgbClr val="D7B65D"/>
          </a:solidFill>
          <a:ln w="2540">
            <a:solidFill>
              <a:srgbClr val="E8D79A"/>
            </a:solidFill>
            <a:prstDash val="solid"/>
          </a:ln>
        </p:spPr>
      </p:sp>
      <p:sp>
        <p:nvSpPr>
          <p:cNvPr id="288" name="Shape 286"/>
          <p:cNvSpPr/>
          <p:nvPr/>
        </p:nvSpPr>
        <p:spPr>
          <a:xfrm>
            <a:off x="8238744" y="4956048"/>
            <a:ext cx="91440" cy="100584"/>
          </a:xfrm>
          <a:prstGeom prst="rect">
            <a:avLst/>
          </a:prstGeom>
          <a:solidFill>
            <a:srgbClr val="D7B65D"/>
          </a:solidFill>
          <a:ln w="2540">
            <a:solidFill>
              <a:srgbClr val="E8D79A"/>
            </a:solidFill>
            <a:prstDash val="solid"/>
          </a:ln>
        </p:spPr>
      </p:sp>
      <p:sp>
        <p:nvSpPr>
          <p:cNvPr id="289" name="Shape 287"/>
          <p:cNvSpPr/>
          <p:nvPr/>
        </p:nvSpPr>
        <p:spPr>
          <a:xfrm>
            <a:off x="8412480" y="3557016"/>
            <a:ext cx="91440" cy="100584"/>
          </a:xfrm>
          <a:prstGeom prst="rect">
            <a:avLst/>
          </a:prstGeom>
          <a:solidFill>
            <a:srgbClr val="D7B65D"/>
          </a:solidFill>
          <a:ln w="2540">
            <a:solidFill>
              <a:srgbClr val="E8D79A"/>
            </a:solidFill>
            <a:prstDash val="solid"/>
          </a:ln>
        </p:spPr>
      </p:sp>
      <p:sp>
        <p:nvSpPr>
          <p:cNvPr id="290" name="Shape 288"/>
          <p:cNvSpPr/>
          <p:nvPr/>
        </p:nvSpPr>
        <p:spPr>
          <a:xfrm>
            <a:off x="8412480" y="4956048"/>
            <a:ext cx="91440" cy="100584"/>
          </a:xfrm>
          <a:prstGeom prst="rect">
            <a:avLst/>
          </a:prstGeom>
          <a:solidFill>
            <a:srgbClr val="D7B65D"/>
          </a:solidFill>
          <a:ln w="2540">
            <a:solidFill>
              <a:srgbClr val="E8D79A"/>
            </a:solidFill>
            <a:prstDash val="solid"/>
          </a:ln>
        </p:spPr>
      </p:sp>
      <p:sp>
        <p:nvSpPr>
          <p:cNvPr id="291" name="Shape 289"/>
          <p:cNvSpPr/>
          <p:nvPr/>
        </p:nvSpPr>
        <p:spPr>
          <a:xfrm>
            <a:off x="8586216" y="3557016"/>
            <a:ext cx="91440" cy="100584"/>
          </a:xfrm>
          <a:prstGeom prst="rect">
            <a:avLst/>
          </a:prstGeom>
          <a:solidFill>
            <a:srgbClr val="D7B65D"/>
          </a:solidFill>
          <a:ln w="2540">
            <a:solidFill>
              <a:srgbClr val="E8D79A"/>
            </a:solidFill>
            <a:prstDash val="solid"/>
          </a:ln>
        </p:spPr>
      </p:sp>
      <p:sp>
        <p:nvSpPr>
          <p:cNvPr id="292" name="Shape 290"/>
          <p:cNvSpPr/>
          <p:nvPr/>
        </p:nvSpPr>
        <p:spPr>
          <a:xfrm>
            <a:off x="8586216" y="4956048"/>
            <a:ext cx="91440" cy="100584"/>
          </a:xfrm>
          <a:prstGeom prst="rect">
            <a:avLst/>
          </a:prstGeom>
          <a:solidFill>
            <a:srgbClr val="D7B65D"/>
          </a:solidFill>
          <a:ln w="2540">
            <a:solidFill>
              <a:srgbClr val="E8D79A"/>
            </a:solidFill>
            <a:prstDash val="solid"/>
          </a:ln>
        </p:spPr>
      </p:sp>
      <p:sp>
        <p:nvSpPr>
          <p:cNvPr id="293" name="Shape 291"/>
          <p:cNvSpPr/>
          <p:nvPr/>
        </p:nvSpPr>
        <p:spPr>
          <a:xfrm>
            <a:off x="8759952" y="3557016"/>
            <a:ext cx="91440" cy="100584"/>
          </a:xfrm>
          <a:prstGeom prst="rect">
            <a:avLst/>
          </a:prstGeom>
          <a:solidFill>
            <a:srgbClr val="D7B65D"/>
          </a:solidFill>
          <a:ln w="2540">
            <a:solidFill>
              <a:srgbClr val="E8D79A"/>
            </a:solidFill>
            <a:prstDash val="solid"/>
          </a:ln>
        </p:spPr>
      </p:sp>
      <p:sp>
        <p:nvSpPr>
          <p:cNvPr id="294" name="Shape 292"/>
          <p:cNvSpPr/>
          <p:nvPr/>
        </p:nvSpPr>
        <p:spPr>
          <a:xfrm>
            <a:off x="8759952" y="4956048"/>
            <a:ext cx="91440" cy="100584"/>
          </a:xfrm>
          <a:prstGeom prst="rect">
            <a:avLst/>
          </a:prstGeom>
          <a:solidFill>
            <a:srgbClr val="D7B65D"/>
          </a:solidFill>
          <a:ln w="2540">
            <a:solidFill>
              <a:srgbClr val="E8D79A"/>
            </a:solidFill>
            <a:prstDash val="solid"/>
          </a:ln>
        </p:spPr>
      </p:sp>
      <p:sp>
        <p:nvSpPr>
          <p:cNvPr id="295" name="Shape 293"/>
          <p:cNvSpPr/>
          <p:nvPr/>
        </p:nvSpPr>
        <p:spPr>
          <a:xfrm>
            <a:off x="8933688" y="3557016"/>
            <a:ext cx="91440" cy="100584"/>
          </a:xfrm>
          <a:prstGeom prst="rect">
            <a:avLst/>
          </a:prstGeom>
          <a:solidFill>
            <a:srgbClr val="D7B65D"/>
          </a:solidFill>
          <a:ln w="2540">
            <a:solidFill>
              <a:srgbClr val="E8D79A"/>
            </a:solidFill>
            <a:prstDash val="solid"/>
          </a:ln>
        </p:spPr>
      </p:sp>
      <p:sp>
        <p:nvSpPr>
          <p:cNvPr id="296" name="Shape 294"/>
          <p:cNvSpPr/>
          <p:nvPr/>
        </p:nvSpPr>
        <p:spPr>
          <a:xfrm>
            <a:off x="8933688" y="4956048"/>
            <a:ext cx="91440" cy="100584"/>
          </a:xfrm>
          <a:prstGeom prst="rect">
            <a:avLst/>
          </a:prstGeom>
          <a:solidFill>
            <a:srgbClr val="D7B65D"/>
          </a:solidFill>
          <a:ln w="2540">
            <a:solidFill>
              <a:srgbClr val="E8D79A"/>
            </a:solidFill>
            <a:prstDash val="solid"/>
          </a:ln>
        </p:spPr>
      </p:sp>
      <p:sp>
        <p:nvSpPr>
          <p:cNvPr id="297" name="Shape 295"/>
          <p:cNvSpPr/>
          <p:nvPr/>
        </p:nvSpPr>
        <p:spPr>
          <a:xfrm>
            <a:off x="9107424" y="3557016"/>
            <a:ext cx="91440" cy="100584"/>
          </a:xfrm>
          <a:prstGeom prst="rect">
            <a:avLst/>
          </a:prstGeom>
          <a:solidFill>
            <a:srgbClr val="D7B65D"/>
          </a:solidFill>
          <a:ln w="2540">
            <a:solidFill>
              <a:srgbClr val="E8D79A"/>
            </a:solidFill>
            <a:prstDash val="solid"/>
          </a:ln>
        </p:spPr>
      </p:sp>
      <p:sp>
        <p:nvSpPr>
          <p:cNvPr id="298" name="Shape 296"/>
          <p:cNvSpPr/>
          <p:nvPr/>
        </p:nvSpPr>
        <p:spPr>
          <a:xfrm>
            <a:off x="9107424" y="4956048"/>
            <a:ext cx="91440" cy="100584"/>
          </a:xfrm>
          <a:prstGeom prst="rect">
            <a:avLst/>
          </a:prstGeom>
          <a:solidFill>
            <a:srgbClr val="D7B65D"/>
          </a:solidFill>
          <a:ln w="2540">
            <a:solidFill>
              <a:srgbClr val="E8D79A"/>
            </a:solidFill>
            <a:prstDash val="solid"/>
          </a:ln>
        </p:spPr>
      </p:sp>
      <p:sp>
        <p:nvSpPr>
          <p:cNvPr id="299" name="Text 297"/>
          <p:cNvSpPr txBox="1"/>
          <p:nvPr/>
        </p:nvSpPr>
        <p:spPr>
          <a:xfrm>
            <a:off x="7818120" y="4592483"/>
            <a:ext cx="1691640" cy="201168"/>
          </a:xfrm>
          <a:prstGeom prst="rect">
            <a:avLst/>
          </a:prstGeom>
          <a:noFill/>
          <a:ln/>
        </p:spPr>
        <p:txBody>
          <a:bodyPr wrap="square" lIns="381" tIns="381" rIns="381" bIns="381" rtlCol="0" anchor="ctr">
            <a:normAutofit/>
          </a:bodyPr>
          <a:lstStyle/>
          <a:p>
            <a:pPr marL="0" indent="0" algn="ctr">
              <a:buNone/>
            </a:pPr>
            <a:r>
              <a:rPr lang="en-US" sz="900" b="1" dirty="0">
                <a:solidFill>
                  <a:srgbClr val="D8FFF7"/>
                </a:solidFill>
                <a:latin typeface="Noto Sans" pitchFamily="34" charset="0"/>
                <a:ea typeface="Noto Sans" pitchFamily="34" charset="-122"/>
                <a:cs typeface="Noto Sans" pitchFamily="34" charset="-120"/>
              </a:rPr>
              <a:t>ARDUINO UNO</a:t>
            </a:r>
            <a:endParaRPr lang="en-US" sz="900" dirty="0"/>
          </a:p>
        </p:txBody>
      </p:sp>
      <p:sp>
        <p:nvSpPr>
          <p:cNvPr id="300" name="Shape 298"/>
          <p:cNvSpPr/>
          <p:nvPr/>
        </p:nvSpPr>
        <p:spPr>
          <a:xfrm>
            <a:off x="8641080" y="3063240"/>
            <a:ext cx="0" cy="466344"/>
          </a:xfrm>
          <a:prstGeom prst="line">
            <a:avLst/>
          </a:prstGeom>
          <a:noFill/>
          <a:ln w="20320">
            <a:solidFill>
              <a:srgbClr val="42E0CB"/>
            </a:solidFill>
            <a:prstDash val="solid"/>
            <a:headEnd type="none"/>
            <a:tailEnd type="none"/>
          </a:ln>
        </p:spPr>
      </p:sp>
      <p:sp>
        <p:nvSpPr>
          <p:cNvPr id="301" name="Text 299"/>
          <p:cNvSpPr txBox="1"/>
          <p:nvPr/>
        </p:nvSpPr>
        <p:spPr>
          <a:xfrm>
            <a:off x="7086600" y="5074920"/>
            <a:ext cx="3794760" cy="228600"/>
          </a:xfrm>
          <a:prstGeom prst="rect">
            <a:avLst/>
          </a:prstGeom>
          <a:noFill/>
          <a:ln/>
        </p:spPr>
        <p:txBody>
          <a:bodyPr wrap="square" lIns="381" tIns="381" rIns="381" bIns="381" rtlCol="0" anchor="ctr">
            <a:normAutofit/>
          </a:bodyPr>
          <a:lstStyle/>
          <a:p>
            <a:pPr marL="0" indent="0" algn="ctr">
              <a:buNone/>
            </a:pPr>
            <a:r>
              <a:rPr lang="en-US" sz="900" b="1" kern="0" spc="160" dirty="0">
                <a:solidFill>
                  <a:srgbClr val="42E0CB"/>
                </a:solidFill>
                <a:latin typeface="Noto Sans" pitchFamily="34" charset="0"/>
                <a:ea typeface="Noto Sans" pitchFamily="34" charset="-122"/>
                <a:cs typeface="Noto Sans" pitchFamily="34" charset="-120"/>
              </a:rPr>
              <a:t>WOKWI SIMULATOR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PETA PEMBELAJARAN</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Perjalanan belajar kita</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Tiga pertemuan, satu proyek individu: papan informasi digital.</a:t>
            </a:r>
            <a:endParaRPr lang="en-US" sz="1100" dirty="0"/>
          </a:p>
        </p:txBody>
      </p:sp>
      <p:sp>
        <p:nvSpPr>
          <p:cNvPr id="11" name="Shape 9"/>
          <p:cNvSpPr/>
          <p:nvPr/>
        </p:nvSpPr>
        <p:spPr>
          <a:xfrm>
            <a:off x="713232" y="1828800"/>
            <a:ext cx="3154680" cy="3337560"/>
          </a:xfrm>
          <a:prstGeom prst="roundRect">
            <a:avLst>
              <a:gd name="adj" fmla="val 3478"/>
            </a:avLst>
          </a:prstGeom>
          <a:solidFill>
            <a:srgbClr val="131E33"/>
          </a:solidFill>
          <a:ln w="10160">
            <a:solidFill>
              <a:srgbClr val="42E0CB"/>
            </a:solidFill>
            <a:prstDash val="solid"/>
          </a:ln>
        </p:spPr>
      </p:sp>
      <p:sp>
        <p:nvSpPr>
          <p:cNvPr id="12" name="Text 10"/>
          <p:cNvSpPr txBox="1"/>
          <p:nvPr/>
        </p:nvSpPr>
        <p:spPr>
          <a:xfrm>
            <a:off x="950976" y="2057400"/>
            <a:ext cx="685800" cy="594360"/>
          </a:xfrm>
          <a:prstGeom prst="rect">
            <a:avLst/>
          </a:prstGeom>
          <a:noFill/>
          <a:ln/>
        </p:spPr>
        <p:txBody>
          <a:bodyPr wrap="square" lIns="381" tIns="381" rIns="381" bIns="381" rtlCol="0" anchor="ctr">
            <a:normAutofit/>
          </a:bodyPr>
          <a:lstStyle/>
          <a:p>
            <a:pPr marL="0" indent="0" algn="l">
              <a:buNone/>
            </a:pPr>
            <a:r>
              <a:rPr lang="en-US" sz="3500" b="1" dirty="0">
                <a:solidFill>
                  <a:srgbClr val="42E0CB"/>
                </a:solidFill>
                <a:latin typeface="Noto Sans" pitchFamily="34" charset="0"/>
                <a:ea typeface="Noto Sans" pitchFamily="34" charset="-122"/>
                <a:cs typeface="Noto Sans" pitchFamily="34" charset="-120"/>
              </a:rPr>
              <a:t>01</a:t>
            </a:r>
            <a:endParaRPr lang="en-US" sz="3500" dirty="0"/>
          </a:p>
        </p:txBody>
      </p:sp>
      <p:sp>
        <p:nvSpPr>
          <p:cNvPr id="13" name="Shape 11"/>
          <p:cNvSpPr/>
          <p:nvPr/>
        </p:nvSpPr>
        <p:spPr>
          <a:xfrm>
            <a:off x="932688" y="2788920"/>
            <a:ext cx="1508760" cy="292608"/>
          </a:xfrm>
          <a:prstGeom prst="roundRect">
            <a:avLst>
              <a:gd name="adj" fmla="val 37500"/>
            </a:avLst>
          </a:prstGeom>
          <a:solidFill>
            <a:srgbClr val="42E0CB">
              <a:alpha val="16000"/>
            </a:srgbClr>
          </a:solidFill>
          <a:ln w="10160">
            <a:solidFill>
              <a:srgbClr val="42E0CB">
                <a:alpha val="80000"/>
              </a:srgbClr>
            </a:solidFill>
            <a:prstDash val="solid"/>
          </a:ln>
        </p:spPr>
      </p:sp>
      <p:sp>
        <p:nvSpPr>
          <p:cNvPr id="14" name="Text 12"/>
          <p:cNvSpPr txBox="1"/>
          <p:nvPr/>
        </p:nvSpPr>
        <p:spPr>
          <a:xfrm>
            <a:off x="1014984" y="2802636"/>
            <a:ext cx="1344168" cy="256032"/>
          </a:xfrm>
          <a:prstGeom prst="rect">
            <a:avLst/>
          </a:prstGeom>
          <a:noFill/>
          <a:ln/>
        </p:spPr>
        <p:txBody>
          <a:bodyPr wrap="square" lIns="381" tIns="381" rIns="381" bIns="381" rtlCol="0" anchor="ctr">
            <a:normAutofit/>
          </a:bodyPr>
          <a:lstStyle/>
          <a:p>
            <a:pPr marL="0" indent="0" algn="ctr">
              <a:buNone/>
            </a:pPr>
            <a:r>
              <a:rPr lang="en-US" sz="900" b="1" dirty="0">
                <a:solidFill>
                  <a:srgbClr val="42E0CB"/>
                </a:solidFill>
                <a:latin typeface="Noto Sans" pitchFamily="34" charset="0"/>
                <a:ea typeface="Noto Sans" pitchFamily="34" charset="-122"/>
                <a:cs typeface="Noto Sans" pitchFamily="34" charset="-120"/>
              </a:rPr>
              <a:t>PERTEMUAN 1</a:t>
            </a:r>
            <a:endParaRPr lang="en-US" sz="900" dirty="0"/>
          </a:p>
        </p:txBody>
      </p:sp>
      <p:sp>
        <p:nvSpPr>
          <p:cNvPr id="15" name="Text 13"/>
          <p:cNvSpPr txBox="1"/>
          <p:nvPr/>
        </p:nvSpPr>
        <p:spPr>
          <a:xfrm>
            <a:off x="932688" y="3246120"/>
            <a:ext cx="2697480" cy="566928"/>
          </a:xfrm>
          <a:prstGeom prst="rect">
            <a:avLst/>
          </a:prstGeom>
          <a:noFill/>
          <a:ln/>
        </p:spPr>
        <p:txBody>
          <a:bodyPr wrap="square" lIns="381" tIns="381" rIns="381" bIns="381" rtlCol="0" anchor="ctr">
            <a:normAutofit/>
          </a:bodyPr>
          <a:lstStyle/>
          <a:p>
            <a:pPr marL="0" indent="0" algn="l">
              <a:buNone/>
            </a:pPr>
            <a:r>
              <a:rPr lang="en-US" sz="1900" b="1" dirty="0">
                <a:solidFill>
                  <a:srgbClr val="F3F7FC"/>
                </a:solidFill>
                <a:latin typeface="Noto Sans" pitchFamily="34" charset="0"/>
                <a:ea typeface="Noto Sans" pitchFamily="34" charset="-122"/>
                <a:cs typeface="Noto Sans" pitchFamily="34" charset="-120"/>
              </a:rPr>
              <a:t>Pahami &amp; mulai</a:t>
            </a:r>
            <a:endParaRPr lang="en-US" sz="1900" dirty="0"/>
          </a:p>
        </p:txBody>
      </p:sp>
      <p:sp>
        <p:nvSpPr>
          <p:cNvPr id="16" name="Text 14"/>
          <p:cNvSpPr txBox="1"/>
          <p:nvPr/>
        </p:nvSpPr>
        <p:spPr>
          <a:xfrm>
            <a:off x="932688" y="3931920"/>
            <a:ext cx="2697480" cy="804672"/>
          </a:xfrm>
          <a:prstGeom prst="rect">
            <a:avLst/>
          </a:prstGeom>
          <a:noFill/>
          <a:ln/>
        </p:spPr>
        <p:txBody>
          <a:bodyPr wrap="square" lIns="381" tIns="381" rIns="381" bIns="381" rtlCol="0" anchor="t">
            <a:normAutofit/>
          </a:bodyPr>
          <a:lstStyle/>
          <a:p>
            <a:pPr marL="0" indent="0" algn="l">
              <a:buNone/>
            </a:pPr>
            <a:r>
              <a:rPr lang="en-US" sz="1300" dirty="0">
                <a:solidFill>
                  <a:srgbClr val="B7C4D8"/>
                </a:solidFill>
                <a:latin typeface="Noto Sans" pitchFamily="34" charset="0"/>
                <a:ea typeface="Noto Sans" pitchFamily="34" charset="-122"/>
                <a:cs typeface="Noto Sans" pitchFamily="34" charset="-120"/>
              </a:rPr>
              <a:t>LED Matrix 8×8, MAX7219, library, dan running text dasar.</a:t>
            </a:r>
            <a:endParaRPr lang="en-US" sz="1300" dirty="0"/>
          </a:p>
        </p:txBody>
      </p:sp>
      <p:sp>
        <p:nvSpPr>
          <p:cNvPr id="17" name="Shape 15"/>
          <p:cNvSpPr/>
          <p:nvPr/>
        </p:nvSpPr>
        <p:spPr>
          <a:xfrm>
            <a:off x="3886200" y="3383280"/>
            <a:ext cx="338328" cy="0"/>
          </a:xfrm>
          <a:prstGeom prst="line">
            <a:avLst/>
          </a:prstGeom>
          <a:noFill/>
          <a:ln w="25400">
            <a:solidFill>
              <a:srgbClr val="2A3A54"/>
            </a:solidFill>
            <a:prstDash val="solid"/>
            <a:headEnd type="none"/>
            <a:tailEnd type="none"/>
          </a:ln>
        </p:spPr>
      </p:sp>
      <p:sp>
        <p:nvSpPr>
          <p:cNvPr id="18" name="Shape 16"/>
          <p:cNvSpPr/>
          <p:nvPr/>
        </p:nvSpPr>
        <p:spPr>
          <a:xfrm>
            <a:off x="4297680" y="1828800"/>
            <a:ext cx="3154680" cy="3337560"/>
          </a:xfrm>
          <a:prstGeom prst="roundRect">
            <a:avLst>
              <a:gd name="adj" fmla="val 3478"/>
            </a:avLst>
          </a:prstGeom>
          <a:solidFill>
            <a:srgbClr val="131E33"/>
          </a:solidFill>
          <a:ln w="10160">
            <a:solidFill>
              <a:srgbClr val="FFB45E"/>
            </a:solidFill>
            <a:prstDash val="solid"/>
          </a:ln>
        </p:spPr>
      </p:sp>
      <p:sp>
        <p:nvSpPr>
          <p:cNvPr id="19" name="Text 17"/>
          <p:cNvSpPr txBox="1"/>
          <p:nvPr/>
        </p:nvSpPr>
        <p:spPr>
          <a:xfrm>
            <a:off x="4535424" y="2057400"/>
            <a:ext cx="685800" cy="594360"/>
          </a:xfrm>
          <a:prstGeom prst="rect">
            <a:avLst/>
          </a:prstGeom>
          <a:noFill/>
          <a:ln/>
        </p:spPr>
        <p:txBody>
          <a:bodyPr wrap="square" lIns="381" tIns="381" rIns="381" bIns="381" rtlCol="0" anchor="ctr">
            <a:normAutofit/>
          </a:bodyPr>
          <a:lstStyle/>
          <a:p>
            <a:pPr marL="0" indent="0" algn="l">
              <a:buNone/>
            </a:pPr>
            <a:r>
              <a:rPr lang="en-US" sz="3500" b="1" dirty="0">
                <a:solidFill>
                  <a:srgbClr val="FFB45E"/>
                </a:solidFill>
                <a:latin typeface="Noto Sans" pitchFamily="34" charset="0"/>
                <a:ea typeface="Noto Sans" pitchFamily="34" charset="-122"/>
                <a:cs typeface="Noto Sans" pitchFamily="34" charset="-120"/>
              </a:rPr>
              <a:t>02</a:t>
            </a:r>
            <a:endParaRPr lang="en-US" sz="3500" dirty="0"/>
          </a:p>
        </p:txBody>
      </p:sp>
      <p:sp>
        <p:nvSpPr>
          <p:cNvPr id="20" name="Shape 18"/>
          <p:cNvSpPr/>
          <p:nvPr/>
        </p:nvSpPr>
        <p:spPr>
          <a:xfrm>
            <a:off x="4517136" y="2788920"/>
            <a:ext cx="1508760" cy="292608"/>
          </a:xfrm>
          <a:prstGeom prst="roundRect">
            <a:avLst>
              <a:gd name="adj" fmla="val 37500"/>
            </a:avLst>
          </a:prstGeom>
          <a:solidFill>
            <a:srgbClr val="FFB45E">
              <a:alpha val="16000"/>
            </a:srgbClr>
          </a:solidFill>
          <a:ln w="10160">
            <a:solidFill>
              <a:srgbClr val="FFB45E">
                <a:alpha val="80000"/>
              </a:srgbClr>
            </a:solidFill>
            <a:prstDash val="solid"/>
          </a:ln>
        </p:spPr>
      </p:sp>
      <p:sp>
        <p:nvSpPr>
          <p:cNvPr id="21" name="Text 19"/>
          <p:cNvSpPr txBox="1"/>
          <p:nvPr/>
        </p:nvSpPr>
        <p:spPr>
          <a:xfrm>
            <a:off x="4599432" y="2802636"/>
            <a:ext cx="1344168" cy="256032"/>
          </a:xfrm>
          <a:prstGeom prst="rect">
            <a:avLst/>
          </a:prstGeom>
          <a:noFill/>
          <a:ln/>
        </p:spPr>
        <p:txBody>
          <a:bodyPr wrap="square" lIns="381" tIns="381" rIns="381" bIns="381" rtlCol="0" anchor="ctr">
            <a:normAutofit/>
          </a:bodyPr>
          <a:lstStyle/>
          <a:p>
            <a:pPr marL="0" indent="0" algn="ctr">
              <a:buNone/>
            </a:pPr>
            <a:r>
              <a:rPr lang="en-US" sz="900" b="1" dirty="0">
                <a:solidFill>
                  <a:srgbClr val="FFB45E"/>
                </a:solidFill>
                <a:latin typeface="Noto Sans" pitchFamily="34" charset="0"/>
                <a:ea typeface="Noto Sans" pitchFamily="34" charset="-122"/>
                <a:cs typeface="Noto Sans" pitchFamily="34" charset="-120"/>
              </a:rPr>
              <a:t>PERTEMUAN 2</a:t>
            </a:r>
            <a:endParaRPr lang="en-US" sz="900" dirty="0"/>
          </a:p>
        </p:txBody>
      </p:sp>
      <p:sp>
        <p:nvSpPr>
          <p:cNvPr id="22" name="Text 20"/>
          <p:cNvSpPr txBox="1"/>
          <p:nvPr/>
        </p:nvSpPr>
        <p:spPr>
          <a:xfrm>
            <a:off x="4517136" y="3246120"/>
            <a:ext cx="2697480" cy="566928"/>
          </a:xfrm>
          <a:prstGeom prst="rect">
            <a:avLst/>
          </a:prstGeom>
          <a:noFill/>
          <a:ln/>
        </p:spPr>
        <p:txBody>
          <a:bodyPr wrap="square" lIns="381" tIns="381" rIns="381" bIns="381" rtlCol="0" anchor="ctr">
            <a:normAutofit/>
          </a:bodyPr>
          <a:lstStyle/>
          <a:p>
            <a:pPr marL="0" indent="0" algn="l">
              <a:buNone/>
            </a:pPr>
            <a:r>
              <a:rPr lang="en-US" sz="1900" b="1" dirty="0">
                <a:solidFill>
                  <a:srgbClr val="F3F7FC"/>
                </a:solidFill>
                <a:latin typeface="Noto Sans" pitchFamily="34" charset="0"/>
                <a:ea typeface="Noto Sans" pitchFamily="34" charset="-122"/>
                <a:cs typeface="Noto Sans" pitchFamily="34" charset="-120"/>
              </a:rPr>
              <a:t>Eksperimen &amp; kembangkan</a:t>
            </a:r>
            <a:endParaRPr lang="en-US" sz="1900" dirty="0"/>
          </a:p>
        </p:txBody>
      </p:sp>
      <p:sp>
        <p:nvSpPr>
          <p:cNvPr id="23" name="Text 21"/>
          <p:cNvSpPr txBox="1"/>
          <p:nvPr/>
        </p:nvSpPr>
        <p:spPr>
          <a:xfrm>
            <a:off x="4517136" y="3931920"/>
            <a:ext cx="2697480" cy="804672"/>
          </a:xfrm>
          <a:prstGeom prst="rect">
            <a:avLst/>
          </a:prstGeom>
          <a:noFill/>
          <a:ln/>
        </p:spPr>
        <p:txBody>
          <a:bodyPr wrap="square" lIns="381" tIns="381" rIns="381" bIns="381" rtlCol="0" anchor="t">
            <a:normAutofit/>
          </a:bodyPr>
          <a:lstStyle/>
          <a:p>
            <a:pPr marL="0" indent="0" algn="l">
              <a:buNone/>
            </a:pPr>
            <a:r>
              <a:rPr lang="en-US" sz="1300" dirty="0">
                <a:solidFill>
                  <a:srgbClr val="B7C4D8"/>
                </a:solidFill>
                <a:latin typeface="Noto Sans" pitchFamily="34" charset="0"/>
                <a:ea typeface="Noto Sans" pitchFamily="34" charset="-122"/>
                <a:cs typeface="Noto Sans" pitchFamily="34" charset="-120"/>
              </a:rPr>
              <a:t>Ubah teks, kecepatan, jeda, efek; gunakan array dan debugging.</a:t>
            </a:r>
            <a:endParaRPr lang="en-US" sz="1300" dirty="0"/>
          </a:p>
        </p:txBody>
      </p:sp>
      <p:sp>
        <p:nvSpPr>
          <p:cNvPr id="24" name="Shape 22"/>
          <p:cNvSpPr/>
          <p:nvPr/>
        </p:nvSpPr>
        <p:spPr>
          <a:xfrm>
            <a:off x="7470648" y="3383280"/>
            <a:ext cx="338328" cy="0"/>
          </a:xfrm>
          <a:prstGeom prst="line">
            <a:avLst/>
          </a:prstGeom>
          <a:noFill/>
          <a:ln w="25400">
            <a:solidFill>
              <a:srgbClr val="2A3A54"/>
            </a:solidFill>
            <a:prstDash val="solid"/>
            <a:headEnd type="none"/>
            <a:tailEnd type="none"/>
          </a:ln>
        </p:spPr>
      </p:sp>
      <p:sp>
        <p:nvSpPr>
          <p:cNvPr id="25" name="Shape 23"/>
          <p:cNvSpPr/>
          <p:nvPr/>
        </p:nvSpPr>
        <p:spPr>
          <a:xfrm>
            <a:off x="7882128" y="1828800"/>
            <a:ext cx="3154680" cy="3337560"/>
          </a:xfrm>
          <a:prstGeom prst="roundRect">
            <a:avLst>
              <a:gd name="adj" fmla="val 3478"/>
            </a:avLst>
          </a:prstGeom>
          <a:solidFill>
            <a:srgbClr val="131E33"/>
          </a:solidFill>
          <a:ln w="10160">
            <a:solidFill>
              <a:srgbClr val="8FE3A1"/>
            </a:solidFill>
            <a:prstDash val="solid"/>
          </a:ln>
        </p:spPr>
      </p:sp>
      <p:sp>
        <p:nvSpPr>
          <p:cNvPr id="26" name="Text 24"/>
          <p:cNvSpPr txBox="1"/>
          <p:nvPr/>
        </p:nvSpPr>
        <p:spPr>
          <a:xfrm>
            <a:off x="8119872" y="2057400"/>
            <a:ext cx="685800" cy="594360"/>
          </a:xfrm>
          <a:prstGeom prst="rect">
            <a:avLst/>
          </a:prstGeom>
          <a:noFill/>
          <a:ln/>
        </p:spPr>
        <p:txBody>
          <a:bodyPr wrap="square" lIns="381" tIns="381" rIns="381" bIns="381" rtlCol="0" anchor="ctr">
            <a:normAutofit/>
          </a:bodyPr>
          <a:lstStyle/>
          <a:p>
            <a:pPr marL="0" indent="0" algn="l">
              <a:buNone/>
            </a:pPr>
            <a:r>
              <a:rPr lang="en-US" sz="3500" b="1" dirty="0">
                <a:solidFill>
                  <a:srgbClr val="8FE3A1"/>
                </a:solidFill>
                <a:latin typeface="Noto Sans" pitchFamily="34" charset="0"/>
                <a:ea typeface="Noto Sans" pitchFamily="34" charset="-122"/>
                <a:cs typeface="Noto Sans" pitchFamily="34" charset="-120"/>
              </a:rPr>
              <a:t>03</a:t>
            </a:r>
            <a:endParaRPr lang="en-US" sz="3500" dirty="0"/>
          </a:p>
        </p:txBody>
      </p:sp>
      <p:sp>
        <p:nvSpPr>
          <p:cNvPr id="27" name="Shape 25"/>
          <p:cNvSpPr/>
          <p:nvPr/>
        </p:nvSpPr>
        <p:spPr>
          <a:xfrm>
            <a:off x="8101584" y="2788920"/>
            <a:ext cx="1508760" cy="292608"/>
          </a:xfrm>
          <a:prstGeom prst="roundRect">
            <a:avLst>
              <a:gd name="adj" fmla="val 37500"/>
            </a:avLst>
          </a:prstGeom>
          <a:solidFill>
            <a:srgbClr val="8FE3A1">
              <a:alpha val="16000"/>
            </a:srgbClr>
          </a:solidFill>
          <a:ln w="10160">
            <a:solidFill>
              <a:srgbClr val="8FE3A1">
                <a:alpha val="80000"/>
              </a:srgbClr>
            </a:solidFill>
            <a:prstDash val="solid"/>
          </a:ln>
        </p:spPr>
      </p:sp>
      <p:sp>
        <p:nvSpPr>
          <p:cNvPr id="28" name="Text 26"/>
          <p:cNvSpPr txBox="1"/>
          <p:nvPr/>
        </p:nvSpPr>
        <p:spPr>
          <a:xfrm>
            <a:off x="8183880" y="2802636"/>
            <a:ext cx="1344168" cy="256032"/>
          </a:xfrm>
          <a:prstGeom prst="rect">
            <a:avLst/>
          </a:prstGeom>
          <a:noFill/>
          <a:ln/>
        </p:spPr>
        <p:txBody>
          <a:bodyPr wrap="square" lIns="381" tIns="381" rIns="381" bIns="381" rtlCol="0" anchor="ctr">
            <a:normAutofit/>
          </a:bodyPr>
          <a:lstStyle/>
          <a:p>
            <a:pPr marL="0" indent="0" algn="ctr">
              <a:buNone/>
            </a:pPr>
            <a:r>
              <a:rPr lang="en-US" sz="900" b="1" dirty="0">
                <a:solidFill>
                  <a:srgbClr val="8FE3A1"/>
                </a:solidFill>
                <a:latin typeface="Noto Sans" pitchFamily="34" charset="0"/>
                <a:ea typeface="Noto Sans" pitchFamily="34" charset="-122"/>
                <a:cs typeface="Noto Sans" pitchFamily="34" charset="-120"/>
              </a:rPr>
              <a:t>PERTEMUAN 3</a:t>
            </a:r>
            <a:endParaRPr lang="en-US" sz="900" dirty="0"/>
          </a:p>
        </p:txBody>
      </p:sp>
      <p:sp>
        <p:nvSpPr>
          <p:cNvPr id="29" name="Text 27"/>
          <p:cNvSpPr txBox="1"/>
          <p:nvPr/>
        </p:nvSpPr>
        <p:spPr>
          <a:xfrm>
            <a:off x="8101584" y="3246120"/>
            <a:ext cx="2697480" cy="566928"/>
          </a:xfrm>
          <a:prstGeom prst="rect">
            <a:avLst/>
          </a:prstGeom>
          <a:noFill/>
          <a:ln/>
        </p:spPr>
        <p:txBody>
          <a:bodyPr wrap="square" lIns="381" tIns="381" rIns="381" bIns="381" rtlCol="0" anchor="ctr">
            <a:normAutofit/>
          </a:bodyPr>
          <a:lstStyle/>
          <a:p>
            <a:pPr marL="0" indent="0" algn="l">
              <a:buNone/>
            </a:pPr>
            <a:r>
              <a:rPr lang="en-US" sz="1900" b="1" dirty="0">
                <a:solidFill>
                  <a:srgbClr val="F3F7FC"/>
                </a:solidFill>
                <a:latin typeface="Noto Sans" pitchFamily="34" charset="0"/>
                <a:ea typeface="Noto Sans" pitchFamily="34" charset="-122"/>
                <a:cs typeface="Noto Sans" pitchFamily="34" charset="-120"/>
              </a:rPr>
              <a:t>Uji &amp; komunikasikan</a:t>
            </a:r>
            <a:endParaRPr lang="en-US" sz="1900" dirty="0"/>
          </a:p>
        </p:txBody>
      </p:sp>
      <p:sp>
        <p:nvSpPr>
          <p:cNvPr id="30" name="Text 28"/>
          <p:cNvSpPr txBox="1"/>
          <p:nvPr/>
        </p:nvSpPr>
        <p:spPr>
          <a:xfrm>
            <a:off x="8101584" y="3931920"/>
            <a:ext cx="2697480" cy="804672"/>
          </a:xfrm>
          <a:prstGeom prst="rect">
            <a:avLst/>
          </a:prstGeom>
          <a:noFill/>
          <a:ln/>
        </p:spPr>
        <p:txBody>
          <a:bodyPr wrap="square" lIns="381" tIns="381" rIns="381" bIns="381" rtlCol="0" anchor="t">
            <a:normAutofit/>
          </a:bodyPr>
          <a:lstStyle/>
          <a:p>
            <a:pPr marL="0" indent="0" algn="l">
              <a:buNone/>
            </a:pPr>
            <a:r>
              <a:rPr lang="en-US" sz="1300" dirty="0">
                <a:solidFill>
                  <a:srgbClr val="B7C4D8"/>
                </a:solidFill>
                <a:latin typeface="Noto Sans" pitchFamily="34" charset="0"/>
                <a:ea typeface="Noto Sans" pitchFamily="34" charset="-122"/>
                <a:cs typeface="Noto Sans" pitchFamily="34" charset="-120"/>
              </a:rPr>
              <a:t>Finalisasi, demonstrasi proyek, asesmen, dan refleksi.</a:t>
            </a:r>
            <a:endParaRPr lang="en-US" sz="1300" dirty="0"/>
          </a:p>
        </p:txBody>
      </p:sp>
      <p:sp>
        <p:nvSpPr>
          <p:cNvPr id="31" name="Text 29"/>
          <p:cNvSpPr txBox="1"/>
          <p:nvPr/>
        </p:nvSpPr>
        <p:spPr>
          <a:xfrm>
            <a:off x="749808" y="5532120"/>
            <a:ext cx="7772400" cy="320040"/>
          </a:xfrm>
          <a:prstGeom prst="rect">
            <a:avLst/>
          </a:prstGeom>
          <a:noFill/>
          <a:ln/>
        </p:spPr>
        <p:txBody>
          <a:bodyPr wrap="square" lIns="381" tIns="381" rIns="381" bIns="381" rtlCol="0" anchor="ctr">
            <a:normAutofit/>
          </a:bodyPr>
          <a:lstStyle/>
          <a:p>
            <a:pPr marL="0" indent="0" algn="l">
              <a:buNone/>
            </a:pPr>
            <a:r>
              <a:rPr lang="en-US" sz="1400" b="1" dirty="0">
                <a:solidFill>
                  <a:srgbClr val="F3F7FC"/>
                </a:solidFill>
                <a:latin typeface="Noto Sans" pitchFamily="34" charset="0"/>
                <a:ea typeface="Noto Sans" pitchFamily="34" charset="-122"/>
                <a:cs typeface="Noto Sans" pitchFamily="34" charset="-120"/>
              </a:rPr>
              <a:t>Model pembelajaran: Project Based Learning (PjBL)</a:t>
            </a:r>
            <a:endParaRPr lang="en-US" sz="1400" dirty="0"/>
          </a:p>
        </p:txBody>
      </p:sp>
      <p:sp>
        <p:nvSpPr>
          <p:cNvPr id="32" name="Text 30"/>
          <p:cNvSpPr txBox="1"/>
          <p:nvPr/>
        </p:nvSpPr>
        <p:spPr>
          <a:xfrm>
            <a:off x="749808" y="5879592"/>
            <a:ext cx="9875520" cy="274320"/>
          </a:xfrm>
          <a:prstGeom prst="rect">
            <a:avLst/>
          </a:prstGeom>
          <a:noFill/>
          <a:ln/>
        </p:spPr>
        <p:txBody>
          <a:bodyPr wrap="square" lIns="381" tIns="381" rIns="381" bIns="381" rtlCol="0" anchor="ctr">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Hasil akhir: proyek individu yang berfungsi dan dapat dijelaskan logikanya.</a:t>
            </a:r>
            <a:endParaRPr lang="en-US" sz="1200" dirty="0"/>
          </a:p>
        </p:txBody>
      </p:sp>
      <p:sp>
        <p:nvSpPr>
          <p:cNvPr id="33"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ARAH BELAJAR</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500" b="1" dirty="0">
                <a:solidFill>
                  <a:srgbClr val="F3F7FC"/>
                </a:solidFill>
                <a:latin typeface="Noto Sans" pitchFamily="34" charset="0"/>
                <a:ea typeface="Noto Sans" pitchFamily="34" charset="-122"/>
                <a:cs typeface="Noto Sans" pitchFamily="34" charset="-120"/>
              </a:rPr>
              <a:t>Capaian dan tujuan pembelajaran</a:t>
            </a:r>
            <a:endParaRPr lang="en-US" sz="25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Tujuan diambil dari CP dan TP pada modul ajar.</a:t>
            </a:r>
            <a:endParaRPr lang="en-US" sz="1100" dirty="0"/>
          </a:p>
        </p:txBody>
      </p:sp>
      <p:sp>
        <p:nvSpPr>
          <p:cNvPr id="11" name="Shape 9"/>
          <p:cNvSpPr/>
          <p:nvPr/>
        </p:nvSpPr>
        <p:spPr>
          <a:xfrm>
            <a:off x="658368" y="1572768"/>
            <a:ext cx="5303520" cy="4407408"/>
          </a:xfrm>
          <a:prstGeom prst="roundRect">
            <a:avLst>
              <a:gd name="adj" fmla="val 2490"/>
            </a:avLst>
          </a:prstGeom>
          <a:solidFill>
            <a:srgbClr val="131E33"/>
          </a:solidFill>
          <a:ln w="10160">
            <a:solidFill>
              <a:srgbClr val="2A3A54"/>
            </a:solidFill>
            <a:prstDash val="solid"/>
          </a:ln>
        </p:spPr>
      </p:sp>
      <p:sp>
        <p:nvSpPr>
          <p:cNvPr id="12" name="Shape 10"/>
          <p:cNvSpPr/>
          <p:nvPr/>
        </p:nvSpPr>
        <p:spPr>
          <a:xfrm>
            <a:off x="914400" y="1810512"/>
            <a:ext cx="2560320" cy="292608"/>
          </a:xfrm>
          <a:prstGeom prst="roundRect">
            <a:avLst>
              <a:gd name="adj" fmla="val 37500"/>
            </a:avLst>
          </a:prstGeom>
          <a:solidFill>
            <a:srgbClr val="42E0CB">
              <a:alpha val="16000"/>
            </a:srgbClr>
          </a:solidFill>
          <a:ln w="10160">
            <a:solidFill>
              <a:srgbClr val="42E0CB">
                <a:alpha val="80000"/>
              </a:srgbClr>
            </a:solidFill>
            <a:prstDash val="solid"/>
          </a:ln>
        </p:spPr>
      </p:sp>
      <p:sp>
        <p:nvSpPr>
          <p:cNvPr id="13" name="Text 11"/>
          <p:cNvSpPr txBox="1"/>
          <p:nvPr/>
        </p:nvSpPr>
        <p:spPr>
          <a:xfrm>
            <a:off x="996696" y="1824228"/>
            <a:ext cx="2395728" cy="256032"/>
          </a:xfrm>
          <a:prstGeom prst="rect">
            <a:avLst/>
          </a:prstGeom>
          <a:noFill/>
          <a:ln/>
        </p:spPr>
        <p:txBody>
          <a:bodyPr wrap="square" lIns="381" tIns="381" rIns="381" bIns="381" rtlCol="0" anchor="ctr">
            <a:normAutofit/>
          </a:bodyPr>
          <a:lstStyle/>
          <a:p>
            <a:pPr marL="0" indent="0" algn="ctr">
              <a:buNone/>
            </a:pPr>
            <a:r>
              <a:rPr lang="en-US" sz="900" b="1" dirty="0">
                <a:solidFill>
                  <a:srgbClr val="42E0CB"/>
                </a:solidFill>
                <a:latin typeface="Noto Sans" pitchFamily="34" charset="0"/>
                <a:ea typeface="Noto Sans" pitchFamily="34" charset="-122"/>
                <a:cs typeface="Noto Sans" pitchFamily="34" charset="-120"/>
              </a:rPr>
              <a:t>CAPAIAN PEMBELAJARAN • FASE F</a:t>
            </a:r>
            <a:endParaRPr lang="en-US" sz="900" dirty="0"/>
          </a:p>
        </p:txBody>
      </p:sp>
      <p:sp>
        <p:nvSpPr>
          <p:cNvPr id="14" name="Text 12"/>
          <p:cNvSpPr txBox="1"/>
          <p:nvPr/>
        </p:nvSpPr>
        <p:spPr>
          <a:xfrm>
            <a:off x="914400" y="2304288"/>
            <a:ext cx="4709160" cy="1828800"/>
          </a:xfrm>
          <a:prstGeom prst="rect">
            <a:avLst/>
          </a:prstGeom>
          <a:noFill/>
          <a:ln/>
        </p:spPr>
        <p:txBody>
          <a:bodyPr wrap="square" lIns="381" tIns="381" rIns="381" bIns="381" rtlCol="0" anchor="t">
            <a:normAutofit/>
          </a:bodyPr>
          <a:lstStyle/>
          <a:p>
            <a:pPr marL="0" indent="0" algn="l">
              <a:buNone/>
            </a:pPr>
            <a:r>
              <a:rPr lang="en-US" sz="1700" dirty="0">
                <a:solidFill>
                  <a:srgbClr val="F3F7FC"/>
                </a:solidFill>
                <a:latin typeface="Noto Sans" pitchFamily="34" charset="0"/>
                <a:ea typeface="Noto Sans" pitchFamily="34" charset="-122"/>
                <a:cs typeface="Noto Sans" pitchFamily="34" charset="-120"/>
              </a:rPr>
              <a:t>Memahami sistem komputer: hardware, software, dan brainware; hubungan input–proses–output; serta menerapkan pemrograman Arduino Uno untuk membuat prototipe sederhana di Wokwi dan mengomunikasikan proses serta hasilnya.</a:t>
            </a:r>
            <a:endParaRPr lang="en-US" sz="1700" dirty="0"/>
          </a:p>
        </p:txBody>
      </p:sp>
      <p:sp>
        <p:nvSpPr>
          <p:cNvPr id="15" name="Text 13"/>
          <p:cNvSpPr txBox="1"/>
          <p:nvPr/>
        </p:nvSpPr>
        <p:spPr>
          <a:xfrm>
            <a:off x="914400" y="4937760"/>
            <a:ext cx="4572000" cy="530352"/>
          </a:xfrm>
          <a:prstGeom prst="rect">
            <a:avLst/>
          </a:prstGeom>
          <a:noFill/>
          <a:ln/>
        </p:spPr>
        <p:txBody>
          <a:bodyPr wrap="square" lIns="381" tIns="381" rIns="381" bIns="381" rtlCol="0" anchor="t">
            <a:normAutofit/>
          </a:bodyPr>
          <a:lstStyle/>
          <a:p>
            <a:pPr marL="0" indent="0" algn="l">
              <a:buNone/>
            </a:pPr>
            <a:r>
              <a:rPr lang="en-US" sz="1100" b="1" dirty="0">
                <a:solidFill>
                  <a:srgbClr val="A4F5E8"/>
                </a:solidFill>
                <a:latin typeface="Noto Sans" pitchFamily="34" charset="0"/>
                <a:ea typeface="Noto Sans" pitchFamily="34" charset="-122"/>
                <a:cs typeface="Noto Sans" pitchFamily="34" charset="-120"/>
              </a:rPr>
              <a:t>Kata kunci: sistem komputer • mikrokontroler • prototipe • komunikasi</a:t>
            </a:r>
            <a:endParaRPr lang="en-US" sz="1100" dirty="0"/>
          </a:p>
        </p:txBody>
      </p:sp>
      <p:sp>
        <p:nvSpPr>
          <p:cNvPr id="16" name="Shape 14"/>
          <p:cNvSpPr/>
          <p:nvPr/>
        </p:nvSpPr>
        <p:spPr>
          <a:xfrm>
            <a:off x="6236208" y="1627632"/>
            <a:ext cx="5239512" cy="1188720"/>
          </a:xfrm>
          <a:prstGeom prst="roundRect">
            <a:avLst>
              <a:gd name="adj" fmla="val 9231"/>
            </a:avLst>
          </a:prstGeom>
          <a:solidFill>
            <a:srgbClr val="19263D"/>
          </a:solidFill>
          <a:ln w="10160">
            <a:solidFill>
              <a:srgbClr val="2A3A54"/>
            </a:solidFill>
            <a:prstDash val="solid"/>
          </a:ln>
        </p:spPr>
      </p:sp>
      <p:sp>
        <p:nvSpPr>
          <p:cNvPr id="17" name="Text 15"/>
          <p:cNvSpPr txBox="1"/>
          <p:nvPr/>
        </p:nvSpPr>
        <p:spPr>
          <a:xfrm>
            <a:off x="6473952" y="1792224"/>
            <a:ext cx="1417320" cy="228600"/>
          </a:xfrm>
          <a:prstGeom prst="rect">
            <a:avLst/>
          </a:prstGeom>
          <a:noFill/>
          <a:ln/>
        </p:spPr>
        <p:txBody>
          <a:bodyPr wrap="square" lIns="381" tIns="381" rIns="381" bIns="381" rtlCol="0" anchor="ctr">
            <a:normAutofit/>
          </a:bodyPr>
          <a:lstStyle/>
          <a:p>
            <a:pPr marL="0" indent="0" algn="l">
              <a:buNone/>
            </a:pPr>
            <a:r>
              <a:rPr lang="en-US" sz="900" b="1" kern="0" spc="100" dirty="0">
                <a:solidFill>
                  <a:srgbClr val="42E0CB"/>
                </a:solidFill>
                <a:latin typeface="Noto Sans" pitchFamily="34" charset="0"/>
                <a:ea typeface="Noto Sans" pitchFamily="34" charset="-122"/>
                <a:cs typeface="Noto Sans" pitchFamily="34" charset="-120"/>
              </a:rPr>
              <a:t>PERTEMUAN 1</a:t>
            </a:r>
            <a:endParaRPr lang="en-US" sz="900" dirty="0"/>
          </a:p>
        </p:txBody>
      </p:sp>
      <p:sp>
        <p:nvSpPr>
          <p:cNvPr id="18" name="Text 16"/>
          <p:cNvSpPr txBox="1"/>
          <p:nvPr/>
        </p:nvSpPr>
        <p:spPr>
          <a:xfrm>
            <a:off x="6473952" y="2075688"/>
            <a:ext cx="4617720" cy="566928"/>
          </a:xfrm>
          <a:prstGeom prst="rect">
            <a:avLst/>
          </a:prstGeom>
          <a:noFill/>
          <a:ln/>
        </p:spPr>
        <p:txBody>
          <a:bodyPr wrap="square" lIns="381" tIns="381" rIns="381" bIns="381" rtlCol="0" anchor="t">
            <a:normAutofit/>
          </a:bodyPr>
          <a:lstStyle/>
          <a:p>
            <a:pPr marL="0" indent="0" algn="l">
              <a:buNone/>
            </a:pPr>
            <a:r>
              <a:rPr lang="en-US" sz="1250" dirty="0">
                <a:solidFill>
                  <a:srgbClr val="F3F7FC"/>
                </a:solidFill>
                <a:latin typeface="Noto Sans" pitchFamily="34" charset="0"/>
                <a:ea typeface="Noto Sans" pitchFamily="34" charset="-122"/>
                <a:cs typeface="Noto Sans" pitchFamily="34" charset="-120"/>
              </a:rPr>
              <a:t>Menjelaskan LED Matrix 8×8 dan MAX7219; membuat running text dasar; merancang ide proyek.</a:t>
            </a:r>
            <a:endParaRPr lang="en-US" sz="1250" dirty="0"/>
          </a:p>
        </p:txBody>
      </p:sp>
      <p:sp>
        <p:nvSpPr>
          <p:cNvPr id="19" name="Shape 17"/>
          <p:cNvSpPr/>
          <p:nvPr/>
        </p:nvSpPr>
        <p:spPr>
          <a:xfrm>
            <a:off x="6236208" y="3044952"/>
            <a:ext cx="5239512" cy="1188720"/>
          </a:xfrm>
          <a:prstGeom prst="roundRect">
            <a:avLst>
              <a:gd name="adj" fmla="val 9231"/>
            </a:avLst>
          </a:prstGeom>
          <a:solidFill>
            <a:srgbClr val="19263D"/>
          </a:solidFill>
          <a:ln w="10160">
            <a:solidFill>
              <a:srgbClr val="2A3A54"/>
            </a:solidFill>
            <a:prstDash val="solid"/>
          </a:ln>
        </p:spPr>
      </p:sp>
      <p:sp>
        <p:nvSpPr>
          <p:cNvPr id="20" name="Text 18"/>
          <p:cNvSpPr txBox="1"/>
          <p:nvPr/>
        </p:nvSpPr>
        <p:spPr>
          <a:xfrm>
            <a:off x="6473952" y="3209544"/>
            <a:ext cx="1417320" cy="228600"/>
          </a:xfrm>
          <a:prstGeom prst="rect">
            <a:avLst/>
          </a:prstGeom>
          <a:noFill/>
          <a:ln/>
        </p:spPr>
        <p:txBody>
          <a:bodyPr wrap="square" lIns="381" tIns="381" rIns="381" bIns="381" rtlCol="0" anchor="ctr">
            <a:normAutofit/>
          </a:bodyPr>
          <a:lstStyle/>
          <a:p>
            <a:pPr marL="0" indent="0" algn="l">
              <a:buNone/>
            </a:pPr>
            <a:r>
              <a:rPr lang="en-US" sz="900" b="1" kern="0" spc="100" dirty="0">
                <a:solidFill>
                  <a:srgbClr val="FFB45E"/>
                </a:solidFill>
                <a:latin typeface="Noto Sans" pitchFamily="34" charset="0"/>
                <a:ea typeface="Noto Sans" pitchFamily="34" charset="-122"/>
                <a:cs typeface="Noto Sans" pitchFamily="34" charset="-120"/>
              </a:rPr>
              <a:t>PERTEMUAN 2</a:t>
            </a:r>
            <a:endParaRPr lang="en-US" sz="900" dirty="0"/>
          </a:p>
        </p:txBody>
      </p:sp>
      <p:sp>
        <p:nvSpPr>
          <p:cNvPr id="21" name="Text 19"/>
          <p:cNvSpPr txBox="1"/>
          <p:nvPr/>
        </p:nvSpPr>
        <p:spPr>
          <a:xfrm>
            <a:off x="6473952" y="3493008"/>
            <a:ext cx="4617720" cy="566928"/>
          </a:xfrm>
          <a:prstGeom prst="rect">
            <a:avLst/>
          </a:prstGeom>
          <a:noFill/>
          <a:ln/>
        </p:spPr>
        <p:txBody>
          <a:bodyPr wrap="square" lIns="381" tIns="381" rIns="381" bIns="381" rtlCol="0" anchor="t">
            <a:normAutofit/>
          </a:bodyPr>
          <a:lstStyle/>
          <a:p>
            <a:pPr marL="0" indent="0" algn="l">
              <a:buNone/>
            </a:pPr>
            <a:r>
              <a:rPr lang="en-US" sz="1250" dirty="0">
                <a:solidFill>
                  <a:srgbClr val="F3F7FC"/>
                </a:solidFill>
                <a:latin typeface="Noto Sans" pitchFamily="34" charset="0"/>
                <a:ea typeface="Noto Sans" pitchFamily="34" charset="-122"/>
                <a:cs typeface="Noto Sans" pitchFamily="34" charset="-120"/>
              </a:rPr>
              <a:t>Memodifikasi teks, kecepatan, dan efek; menampilkan beberapa pesan dengan array; melakukan debugging.</a:t>
            </a:r>
            <a:endParaRPr lang="en-US" sz="1250" dirty="0"/>
          </a:p>
        </p:txBody>
      </p:sp>
      <p:sp>
        <p:nvSpPr>
          <p:cNvPr id="22" name="Shape 20"/>
          <p:cNvSpPr/>
          <p:nvPr/>
        </p:nvSpPr>
        <p:spPr>
          <a:xfrm>
            <a:off x="6236208" y="4462272"/>
            <a:ext cx="5239512" cy="1188720"/>
          </a:xfrm>
          <a:prstGeom prst="roundRect">
            <a:avLst>
              <a:gd name="adj" fmla="val 9231"/>
            </a:avLst>
          </a:prstGeom>
          <a:solidFill>
            <a:srgbClr val="19263D"/>
          </a:solidFill>
          <a:ln w="10160">
            <a:solidFill>
              <a:srgbClr val="2A3A54"/>
            </a:solidFill>
            <a:prstDash val="solid"/>
          </a:ln>
        </p:spPr>
      </p:sp>
      <p:sp>
        <p:nvSpPr>
          <p:cNvPr id="23" name="Text 21"/>
          <p:cNvSpPr txBox="1"/>
          <p:nvPr/>
        </p:nvSpPr>
        <p:spPr>
          <a:xfrm>
            <a:off x="6473952" y="4626864"/>
            <a:ext cx="1417320" cy="228600"/>
          </a:xfrm>
          <a:prstGeom prst="rect">
            <a:avLst/>
          </a:prstGeom>
          <a:noFill/>
          <a:ln/>
        </p:spPr>
        <p:txBody>
          <a:bodyPr wrap="square" lIns="381" tIns="381" rIns="381" bIns="381" rtlCol="0" anchor="ctr">
            <a:normAutofit/>
          </a:bodyPr>
          <a:lstStyle/>
          <a:p>
            <a:pPr marL="0" indent="0" algn="l">
              <a:buNone/>
            </a:pPr>
            <a:r>
              <a:rPr lang="en-US" sz="900" b="1" kern="0" spc="100" dirty="0">
                <a:solidFill>
                  <a:srgbClr val="8FE3A1"/>
                </a:solidFill>
                <a:latin typeface="Noto Sans" pitchFamily="34" charset="0"/>
                <a:ea typeface="Noto Sans" pitchFamily="34" charset="-122"/>
                <a:cs typeface="Noto Sans" pitchFamily="34" charset="-120"/>
              </a:rPr>
              <a:t>PERTEMUAN 3</a:t>
            </a:r>
            <a:endParaRPr lang="en-US" sz="900" dirty="0"/>
          </a:p>
        </p:txBody>
      </p:sp>
      <p:sp>
        <p:nvSpPr>
          <p:cNvPr id="24" name="Text 22"/>
          <p:cNvSpPr txBox="1"/>
          <p:nvPr/>
        </p:nvSpPr>
        <p:spPr>
          <a:xfrm>
            <a:off x="6473952" y="4910328"/>
            <a:ext cx="4617720" cy="566928"/>
          </a:xfrm>
          <a:prstGeom prst="rect">
            <a:avLst/>
          </a:prstGeom>
          <a:noFill/>
          <a:ln/>
        </p:spPr>
        <p:txBody>
          <a:bodyPr wrap="square" lIns="381" tIns="381" rIns="381" bIns="381" rtlCol="0" anchor="t">
            <a:normAutofit/>
          </a:bodyPr>
          <a:lstStyle/>
          <a:p>
            <a:pPr marL="0" indent="0" algn="l">
              <a:buNone/>
            </a:pPr>
            <a:r>
              <a:rPr lang="en-US" sz="1250" dirty="0">
                <a:solidFill>
                  <a:srgbClr val="F3F7FC"/>
                </a:solidFill>
                <a:latin typeface="Noto Sans" pitchFamily="34" charset="0"/>
                <a:ea typeface="Noto Sans" pitchFamily="34" charset="-122"/>
                <a:cs typeface="Noto Sans" pitchFamily="34" charset="-120"/>
              </a:rPr>
              <a:t>Menguji dan menyempurnakan proyek; mempresentasikan logika program; mengevaluasi pengalaman belajar.</a:t>
            </a:r>
            <a:endParaRPr lang="en-US" sz="1250" dirty="0"/>
          </a:p>
        </p:txBody>
      </p:sp>
      <p:sp>
        <p:nvSpPr>
          <p:cNvPr id="25"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APERSEPSI</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500" b="1" dirty="0">
                <a:solidFill>
                  <a:srgbClr val="F3F7FC"/>
                </a:solidFill>
                <a:latin typeface="Noto Sans" pitchFamily="34" charset="0"/>
                <a:ea typeface="Noto Sans" pitchFamily="34" charset="-122"/>
                <a:cs typeface="Noto Sans" pitchFamily="34" charset="-120"/>
              </a:rPr>
              <a:t>Papan running text ada di sekitar kita</a:t>
            </a:r>
            <a:endParaRPr lang="en-US" sz="25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Amati fenomena, lalu hubungkan dengan sistem komputer yang sudah dipelajari.</a:t>
            </a:r>
            <a:endParaRPr lang="en-US" sz="1100" dirty="0"/>
          </a:p>
        </p:txBody>
      </p:sp>
      <p:sp>
        <p:nvSpPr>
          <p:cNvPr id="11" name="Shape 9"/>
          <p:cNvSpPr/>
          <p:nvPr/>
        </p:nvSpPr>
        <p:spPr>
          <a:xfrm>
            <a:off x="731520" y="1700784"/>
            <a:ext cx="2971800" cy="1645920"/>
          </a:xfrm>
          <a:prstGeom prst="roundRect">
            <a:avLst>
              <a:gd name="adj" fmla="val 6667"/>
            </a:avLst>
          </a:prstGeom>
          <a:solidFill>
            <a:srgbClr val="0A1521"/>
          </a:solidFill>
          <a:ln w="10160">
            <a:solidFill>
              <a:srgbClr val="42E0CB"/>
            </a:solidFill>
            <a:prstDash val="solid"/>
          </a:ln>
        </p:spPr>
      </p:sp>
      <p:sp>
        <p:nvSpPr>
          <p:cNvPr id="12" name="Shape 10"/>
          <p:cNvSpPr/>
          <p:nvPr/>
        </p:nvSpPr>
        <p:spPr>
          <a:xfrm>
            <a:off x="932688" y="1892808"/>
            <a:ext cx="960120" cy="292608"/>
          </a:xfrm>
          <a:prstGeom prst="roundRect">
            <a:avLst>
              <a:gd name="adj" fmla="val 37500"/>
            </a:avLst>
          </a:prstGeom>
          <a:solidFill>
            <a:srgbClr val="42E0CB">
              <a:alpha val="16000"/>
            </a:srgbClr>
          </a:solidFill>
          <a:ln w="10160">
            <a:solidFill>
              <a:srgbClr val="42E0CB">
                <a:alpha val="80000"/>
              </a:srgbClr>
            </a:solidFill>
            <a:prstDash val="solid"/>
          </a:ln>
        </p:spPr>
      </p:sp>
      <p:sp>
        <p:nvSpPr>
          <p:cNvPr id="13" name="Text 11"/>
          <p:cNvSpPr txBox="1"/>
          <p:nvPr/>
        </p:nvSpPr>
        <p:spPr>
          <a:xfrm>
            <a:off x="1014984" y="1906524"/>
            <a:ext cx="795528" cy="256032"/>
          </a:xfrm>
          <a:prstGeom prst="rect">
            <a:avLst/>
          </a:prstGeom>
          <a:noFill/>
          <a:ln/>
        </p:spPr>
        <p:txBody>
          <a:bodyPr wrap="square" lIns="381" tIns="381" rIns="381" bIns="381" rtlCol="0" anchor="ctr">
            <a:normAutofit/>
          </a:bodyPr>
          <a:lstStyle/>
          <a:p>
            <a:pPr marL="0" indent="0" algn="ctr">
              <a:buNone/>
            </a:pPr>
            <a:r>
              <a:rPr lang="en-US" sz="900" b="1" dirty="0">
                <a:solidFill>
                  <a:srgbClr val="42E0CB"/>
                </a:solidFill>
                <a:latin typeface="Noto Sans" pitchFamily="34" charset="0"/>
                <a:ea typeface="Noto Sans" pitchFamily="34" charset="-122"/>
                <a:cs typeface="Noto Sans" pitchFamily="34" charset="-120"/>
              </a:rPr>
              <a:t>MASJID</a:t>
            </a:r>
            <a:endParaRPr lang="en-US" sz="900" dirty="0"/>
          </a:p>
        </p:txBody>
      </p:sp>
      <p:sp>
        <p:nvSpPr>
          <p:cNvPr id="14" name="Shape 12"/>
          <p:cNvSpPr/>
          <p:nvPr/>
        </p:nvSpPr>
        <p:spPr>
          <a:xfrm>
            <a:off x="932688" y="2313432"/>
            <a:ext cx="2560320" cy="758952"/>
          </a:xfrm>
          <a:prstGeom prst="roundRect">
            <a:avLst>
              <a:gd name="adj" fmla="val 14458"/>
            </a:avLst>
          </a:prstGeom>
          <a:solidFill>
            <a:srgbClr val="08131D"/>
          </a:solidFill>
          <a:ln w="15240">
            <a:solidFill>
              <a:srgbClr val="3A5967"/>
            </a:solidFill>
            <a:prstDash val="solid"/>
          </a:ln>
        </p:spPr>
      </p:sp>
      <p:sp>
        <p:nvSpPr>
          <p:cNvPr id="15" name="Shape 13"/>
          <p:cNvSpPr/>
          <p:nvPr/>
        </p:nvSpPr>
        <p:spPr>
          <a:xfrm>
            <a:off x="959961" y="2423160"/>
            <a:ext cx="55659" cy="55659"/>
          </a:xfrm>
          <a:prstGeom prst="ellipse">
            <a:avLst/>
          </a:prstGeom>
          <a:solidFill>
            <a:srgbClr val="26364E">
              <a:alpha val="84000"/>
            </a:srgbClr>
          </a:solidFill>
          <a:ln w="3810">
            <a:solidFill>
              <a:srgbClr val="26364E">
                <a:alpha val="0"/>
              </a:srgbClr>
            </a:solidFill>
            <a:prstDash val="solid"/>
          </a:ln>
        </p:spPr>
      </p:sp>
      <p:sp>
        <p:nvSpPr>
          <p:cNvPr id="16" name="Shape 14"/>
          <p:cNvSpPr/>
          <p:nvPr/>
        </p:nvSpPr>
        <p:spPr>
          <a:xfrm>
            <a:off x="1038997" y="2423160"/>
            <a:ext cx="55659" cy="55659"/>
          </a:xfrm>
          <a:prstGeom prst="ellipse">
            <a:avLst/>
          </a:prstGeom>
          <a:solidFill>
            <a:srgbClr val="26364E">
              <a:alpha val="84000"/>
            </a:srgbClr>
          </a:solidFill>
          <a:ln w="3810">
            <a:solidFill>
              <a:srgbClr val="26364E">
                <a:alpha val="0"/>
              </a:srgbClr>
            </a:solidFill>
            <a:prstDash val="solid"/>
          </a:ln>
        </p:spPr>
      </p:sp>
      <p:sp>
        <p:nvSpPr>
          <p:cNvPr id="17" name="Shape 15"/>
          <p:cNvSpPr/>
          <p:nvPr/>
        </p:nvSpPr>
        <p:spPr>
          <a:xfrm>
            <a:off x="1118033" y="2423160"/>
            <a:ext cx="55659" cy="55659"/>
          </a:xfrm>
          <a:prstGeom prst="ellipse">
            <a:avLst/>
          </a:prstGeom>
          <a:solidFill>
            <a:srgbClr val="42E0CB"/>
          </a:solidFill>
          <a:ln w="3810">
            <a:solidFill>
              <a:srgbClr val="42E0CB">
                <a:alpha val="0"/>
              </a:srgbClr>
            </a:solidFill>
            <a:prstDash val="solid"/>
          </a:ln>
        </p:spPr>
      </p:sp>
      <p:sp>
        <p:nvSpPr>
          <p:cNvPr id="18" name="Shape 16"/>
          <p:cNvSpPr/>
          <p:nvPr/>
        </p:nvSpPr>
        <p:spPr>
          <a:xfrm>
            <a:off x="1197069" y="2423160"/>
            <a:ext cx="55659" cy="55659"/>
          </a:xfrm>
          <a:prstGeom prst="ellipse">
            <a:avLst/>
          </a:prstGeom>
          <a:solidFill>
            <a:srgbClr val="26364E">
              <a:alpha val="84000"/>
            </a:srgbClr>
          </a:solidFill>
          <a:ln w="3810">
            <a:solidFill>
              <a:srgbClr val="26364E">
                <a:alpha val="0"/>
              </a:srgbClr>
            </a:solidFill>
            <a:prstDash val="solid"/>
          </a:ln>
        </p:spPr>
      </p:sp>
      <p:sp>
        <p:nvSpPr>
          <p:cNvPr id="19" name="Shape 17"/>
          <p:cNvSpPr/>
          <p:nvPr/>
        </p:nvSpPr>
        <p:spPr>
          <a:xfrm>
            <a:off x="1276105" y="2423160"/>
            <a:ext cx="55659" cy="55659"/>
          </a:xfrm>
          <a:prstGeom prst="ellipse">
            <a:avLst/>
          </a:prstGeom>
          <a:solidFill>
            <a:srgbClr val="26364E">
              <a:alpha val="84000"/>
            </a:srgbClr>
          </a:solidFill>
          <a:ln w="3810">
            <a:solidFill>
              <a:srgbClr val="26364E">
                <a:alpha val="0"/>
              </a:srgbClr>
            </a:solidFill>
            <a:prstDash val="solid"/>
          </a:ln>
        </p:spPr>
      </p:sp>
      <p:sp>
        <p:nvSpPr>
          <p:cNvPr id="20" name="Shape 18"/>
          <p:cNvSpPr/>
          <p:nvPr/>
        </p:nvSpPr>
        <p:spPr>
          <a:xfrm>
            <a:off x="1355141" y="2423160"/>
            <a:ext cx="55659" cy="55659"/>
          </a:xfrm>
          <a:prstGeom prst="ellipse">
            <a:avLst/>
          </a:prstGeom>
          <a:solidFill>
            <a:srgbClr val="26364E">
              <a:alpha val="84000"/>
            </a:srgbClr>
          </a:solidFill>
          <a:ln w="3810">
            <a:solidFill>
              <a:srgbClr val="26364E">
                <a:alpha val="0"/>
              </a:srgbClr>
            </a:solidFill>
            <a:prstDash val="solid"/>
          </a:ln>
        </p:spPr>
      </p:sp>
      <p:sp>
        <p:nvSpPr>
          <p:cNvPr id="21" name="Shape 19"/>
          <p:cNvSpPr/>
          <p:nvPr/>
        </p:nvSpPr>
        <p:spPr>
          <a:xfrm>
            <a:off x="1434177" y="2423160"/>
            <a:ext cx="55659" cy="55659"/>
          </a:xfrm>
          <a:prstGeom prst="ellipse">
            <a:avLst/>
          </a:prstGeom>
          <a:solidFill>
            <a:srgbClr val="26364E">
              <a:alpha val="84000"/>
            </a:srgbClr>
          </a:solidFill>
          <a:ln w="3810">
            <a:solidFill>
              <a:srgbClr val="26364E">
                <a:alpha val="0"/>
              </a:srgbClr>
            </a:solidFill>
            <a:prstDash val="solid"/>
          </a:ln>
        </p:spPr>
      </p:sp>
      <p:sp>
        <p:nvSpPr>
          <p:cNvPr id="22" name="Shape 20"/>
          <p:cNvSpPr/>
          <p:nvPr/>
        </p:nvSpPr>
        <p:spPr>
          <a:xfrm>
            <a:off x="1513213" y="2423160"/>
            <a:ext cx="55659" cy="55659"/>
          </a:xfrm>
          <a:prstGeom prst="ellipse">
            <a:avLst/>
          </a:prstGeom>
          <a:solidFill>
            <a:srgbClr val="26364E">
              <a:alpha val="84000"/>
            </a:srgbClr>
          </a:solidFill>
          <a:ln w="3810">
            <a:solidFill>
              <a:srgbClr val="26364E">
                <a:alpha val="0"/>
              </a:srgbClr>
            </a:solidFill>
            <a:prstDash val="solid"/>
          </a:ln>
        </p:spPr>
      </p:sp>
      <p:sp>
        <p:nvSpPr>
          <p:cNvPr id="23" name="Shape 21"/>
          <p:cNvSpPr/>
          <p:nvPr/>
        </p:nvSpPr>
        <p:spPr>
          <a:xfrm>
            <a:off x="1592249" y="2423160"/>
            <a:ext cx="55659" cy="55659"/>
          </a:xfrm>
          <a:prstGeom prst="ellipse">
            <a:avLst/>
          </a:prstGeom>
          <a:solidFill>
            <a:srgbClr val="26364E">
              <a:alpha val="84000"/>
            </a:srgbClr>
          </a:solidFill>
          <a:ln w="3810">
            <a:solidFill>
              <a:srgbClr val="26364E">
                <a:alpha val="0"/>
              </a:srgbClr>
            </a:solidFill>
            <a:prstDash val="solid"/>
          </a:ln>
        </p:spPr>
      </p:sp>
      <p:sp>
        <p:nvSpPr>
          <p:cNvPr id="24" name="Shape 22"/>
          <p:cNvSpPr/>
          <p:nvPr/>
        </p:nvSpPr>
        <p:spPr>
          <a:xfrm>
            <a:off x="1671285" y="2423160"/>
            <a:ext cx="55659" cy="55659"/>
          </a:xfrm>
          <a:prstGeom prst="ellipse">
            <a:avLst/>
          </a:prstGeom>
          <a:solidFill>
            <a:srgbClr val="26364E">
              <a:alpha val="84000"/>
            </a:srgbClr>
          </a:solidFill>
          <a:ln w="3810">
            <a:solidFill>
              <a:srgbClr val="26364E">
                <a:alpha val="0"/>
              </a:srgbClr>
            </a:solidFill>
            <a:prstDash val="solid"/>
          </a:ln>
        </p:spPr>
      </p:sp>
      <p:sp>
        <p:nvSpPr>
          <p:cNvPr id="25" name="Shape 23"/>
          <p:cNvSpPr/>
          <p:nvPr/>
        </p:nvSpPr>
        <p:spPr>
          <a:xfrm>
            <a:off x="1750321" y="2423160"/>
            <a:ext cx="55659" cy="55659"/>
          </a:xfrm>
          <a:prstGeom prst="ellipse">
            <a:avLst/>
          </a:prstGeom>
          <a:solidFill>
            <a:srgbClr val="26364E">
              <a:alpha val="84000"/>
            </a:srgbClr>
          </a:solidFill>
          <a:ln w="3810">
            <a:solidFill>
              <a:srgbClr val="26364E">
                <a:alpha val="0"/>
              </a:srgbClr>
            </a:solidFill>
            <a:prstDash val="solid"/>
          </a:ln>
        </p:spPr>
      </p:sp>
      <p:sp>
        <p:nvSpPr>
          <p:cNvPr id="26" name="Shape 24"/>
          <p:cNvSpPr/>
          <p:nvPr/>
        </p:nvSpPr>
        <p:spPr>
          <a:xfrm>
            <a:off x="1829357" y="2423160"/>
            <a:ext cx="55659" cy="55659"/>
          </a:xfrm>
          <a:prstGeom prst="ellipse">
            <a:avLst/>
          </a:prstGeom>
          <a:solidFill>
            <a:srgbClr val="26364E">
              <a:alpha val="84000"/>
            </a:srgbClr>
          </a:solidFill>
          <a:ln w="3810">
            <a:solidFill>
              <a:srgbClr val="26364E">
                <a:alpha val="0"/>
              </a:srgbClr>
            </a:solidFill>
            <a:prstDash val="solid"/>
          </a:ln>
        </p:spPr>
      </p:sp>
      <p:sp>
        <p:nvSpPr>
          <p:cNvPr id="27" name="Shape 25"/>
          <p:cNvSpPr/>
          <p:nvPr/>
        </p:nvSpPr>
        <p:spPr>
          <a:xfrm>
            <a:off x="1908393" y="2423160"/>
            <a:ext cx="55659" cy="55659"/>
          </a:xfrm>
          <a:prstGeom prst="ellipse">
            <a:avLst/>
          </a:prstGeom>
          <a:solidFill>
            <a:srgbClr val="26364E">
              <a:alpha val="84000"/>
            </a:srgbClr>
          </a:solidFill>
          <a:ln w="3810">
            <a:solidFill>
              <a:srgbClr val="26364E">
                <a:alpha val="0"/>
              </a:srgbClr>
            </a:solidFill>
            <a:prstDash val="solid"/>
          </a:ln>
        </p:spPr>
      </p:sp>
      <p:sp>
        <p:nvSpPr>
          <p:cNvPr id="28" name="Shape 26"/>
          <p:cNvSpPr/>
          <p:nvPr/>
        </p:nvSpPr>
        <p:spPr>
          <a:xfrm>
            <a:off x="1987429" y="2423160"/>
            <a:ext cx="55659" cy="55659"/>
          </a:xfrm>
          <a:prstGeom prst="ellipse">
            <a:avLst/>
          </a:prstGeom>
          <a:solidFill>
            <a:srgbClr val="26364E">
              <a:alpha val="84000"/>
            </a:srgbClr>
          </a:solidFill>
          <a:ln w="3810">
            <a:solidFill>
              <a:srgbClr val="26364E">
                <a:alpha val="0"/>
              </a:srgbClr>
            </a:solidFill>
            <a:prstDash val="solid"/>
          </a:ln>
        </p:spPr>
      </p:sp>
      <p:sp>
        <p:nvSpPr>
          <p:cNvPr id="29" name="Shape 27"/>
          <p:cNvSpPr/>
          <p:nvPr/>
        </p:nvSpPr>
        <p:spPr>
          <a:xfrm>
            <a:off x="2066464" y="2423160"/>
            <a:ext cx="55659" cy="55659"/>
          </a:xfrm>
          <a:prstGeom prst="ellipse">
            <a:avLst/>
          </a:prstGeom>
          <a:solidFill>
            <a:srgbClr val="26364E">
              <a:alpha val="84000"/>
            </a:srgbClr>
          </a:solidFill>
          <a:ln w="3810">
            <a:solidFill>
              <a:srgbClr val="26364E">
                <a:alpha val="0"/>
              </a:srgbClr>
            </a:solidFill>
            <a:prstDash val="solid"/>
          </a:ln>
        </p:spPr>
      </p:sp>
      <p:sp>
        <p:nvSpPr>
          <p:cNvPr id="30" name="Shape 28"/>
          <p:cNvSpPr/>
          <p:nvPr/>
        </p:nvSpPr>
        <p:spPr>
          <a:xfrm>
            <a:off x="2145500" y="2423160"/>
            <a:ext cx="55659" cy="55659"/>
          </a:xfrm>
          <a:prstGeom prst="ellipse">
            <a:avLst/>
          </a:prstGeom>
          <a:solidFill>
            <a:srgbClr val="26364E">
              <a:alpha val="84000"/>
            </a:srgbClr>
          </a:solidFill>
          <a:ln w="3810">
            <a:solidFill>
              <a:srgbClr val="26364E">
                <a:alpha val="0"/>
              </a:srgbClr>
            </a:solidFill>
            <a:prstDash val="solid"/>
          </a:ln>
        </p:spPr>
      </p:sp>
      <p:sp>
        <p:nvSpPr>
          <p:cNvPr id="31" name="Shape 29"/>
          <p:cNvSpPr/>
          <p:nvPr/>
        </p:nvSpPr>
        <p:spPr>
          <a:xfrm>
            <a:off x="2224536" y="2423160"/>
            <a:ext cx="55659" cy="55659"/>
          </a:xfrm>
          <a:prstGeom prst="ellipse">
            <a:avLst/>
          </a:prstGeom>
          <a:solidFill>
            <a:srgbClr val="26364E">
              <a:alpha val="84000"/>
            </a:srgbClr>
          </a:solidFill>
          <a:ln w="3810">
            <a:solidFill>
              <a:srgbClr val="26364E">
                <a:alpha val="0"/>
              </a:srgbClr>
            </a:solidFill>
            <a:prstDash val="solid"/>
          </a:ln>
        </p:spPr>
      </p:sp>
      <p:sp>
        <p:nvSpPr>
          <p:cNvPr id="32" name="Shape 30"/>
          <p:cNvSpPr/>
          <p:nvPr/>
        </p:nvSpPr>
        <p:spPr>
          <a:xfrm>
            <a:off x="2303572" y="2423160"/>
            <a:ext cx="55659" cy="55659"/>
          </a:xfrm>
          <a:prstGeom prst="ellipse">
            <a:avLst/>
          </a:prstGeom>
          <a:solidFill>
            <a:srgbClr val="26364E">
              <a:alpha val="84000"/>
            </a:srgbClr>
          </a:solidFill>
          <a:ln w="3810">
            <a:solidFill>
              <a:srgbClr val="26364E">
                <a:alpha val="0"/>
              </a:srgbClr>
            </a:solidFill>
            <a:prstDash val="solid"/>
          </a:ln>
        </p:spPr>
      </p:sp>
      <p:sp>
        <p:nvSpPr>
          <p:cNvPr id="33" name="Shape 31"/>
          <p:cNvSpPr/>
          <p:nvPr/>
        </p:nvSpPr>
        <p:spPr>
          <a:xfrm>
            <a:off x="2382608" y="2423160"/>
            <a:ext cx="55659" cy="55659"/>
          </a:xfrm>
          <a:prstGeom prst="ellipse">
            <a:avLst/>
          </a:prstGeom>
          <a:solidFill>
            <a:srgbClr val="26364E">
              <a:alpha val="84000"/>
            </a:srgbClr>
          </a:solidFill>
          <a:ln w="3810">
            <a:solidFill>
              <a:srgbClr val="26364E">
                <a:alpha val="0"/>
              </a:srgbClr>
            </a:solidFill>
            <a:prstDash val="solid"/>
          </a:ln>
        </p:spPr>
      </p:sp>
      <p:sp>
        <p:nvSpPr>
          <p:cNvPr id="34" name="Shape 32"/>
          <p:cNvSpPr/>
          <p:nvPr/>
        </p:nvSpPr>
        <p:spPr>
          <a:xfrm>
            <a:off x="2461644" y="2423160"/>
            <a:ext cx="55659" cy="55659"/>
          </a:xfrm>
          <a:prstGeom prst="ellipse">
            <a:avLst/>
          </a:prstGeom>
          <a:solidFill>
            <a:srgbClr val="26364E">
              <a:alpha val="84000"/>
            </a:srgbClr>
          </a:solidFill>
          <a:ln w="3810">
            <a:solidFill>
              <a:srgbClr val="26364E">
                <a:alpha val="0"/>
              </a:srgbClr>
            </a:solidFill>
            <a:prstDash val="solid"/>
          </a:ln>
        </p:spPr>
      </p:sp>
      <p:sp>
        <p:nvSpPr>
          <p:cNvPr id="35" name="Shape 33"/>
          <p:cNvSpPr/>
          <p:nvPr/>
        </p:nvSpPr>
        <p:spPr>
          <a:xfrm>
            <a:off x="2540680" y="2423160"/>
            <a:ext cx="55659" cy="55659"/>
          </a:xfrm>
          <a:prstGeom prst="ellipse">
            <a:avLst/>
          </a:prstGeom>
          <a:solidFill>
            <a:srgbClr val="26364E">
              <a:alpha val="84000"/>
            </a:srgbClr>
          </a:solidFill>
          <a:ln w="3810">
            <a:solidFill>
              <a:srgbClr val="26364E">
                <a:alpha val="0"/>
              </a:srgbClr>
            </a:solidFill>
            <a:prstDash val="solid"/>
          </a:ln>
        </p:spPr>
      </p:sp>
      <p:sp>
        <p:nvSpPr>
          <p:cNvPr id="36" name="Shape 34"/>
          <p:cNvSpPr/>
          <p:nvPr/>
        </p:nvSpPr>
        <p:spPr>
          <a:xfrm>
            <a:off x="2619716" y="2423160"/>
            <a:ext cx="55659" cy="55659"/>
          </a:xfrm>
          <a:prstGeom prst="ellipse">
            <a:avLst/>
          </a:prstGeom>
          <a:solidFill>
            <a:srgbClr val="26364E">
              <a:alpha val="84000"/>
            </a:srgbClr>
          </a:solidFill>
          <a:ln w="3810">
            <a:solidFill>
              <a:srgbClr val="26364E">
                <a:alpha val="0"/>
              </a:srgbClr>
            </a:solidFill>
            <a:prstDash val="solid"/>
          </a:ln>
        </p:spPr>
      </p:sp>
      <p:sp>
        <p:nvSpPr>
          <p:cNvPr id="37" name="Shape 35"/>
          <p:cNvSpPr/>
          <p:nvPr/>
        </p:nvSpPr>
        <p:spPr>
          <a:xfrm>
            <a:off x="2698752" y="2423160"/>
            <a:ext cx="55659" cy="55659"/>
          </a:xfrm>
          <a:prstGeom prst="ellipse">
            <a:avLst/>
          </a:prstGeom>
          <a:solidFill>
            <a:srgbClr val="26364E">
              <a:alpha val="84000"/>
            </a:srgbClr>
          </a:solidFill>
          <a:ln w="3810">
            <a:solidFill>
              <a:srgbClr val="26364E">
                <a:alpha val="0"/>
              </a:srgbClr>
            </a:solidFill>
            <a:prstDash val="solid"/>
          </a:ln>
        </p:spPr>
      </p:sp>
      <p:sp>
        <p:nvSpPr>
          <p:cNvPr id="38" name="Shape 36"/>
          <p:cNvSpPr/>
          <p:nvPr/>
        </p:nvSpPr>
        <p:spPr>
          <a:xfrm>
            <a:off x="2777788" y="2423160"/>
            <a:ext cx="55659" cy="55659"/>
          </a:xfrm>
          <a:prstGeom prst="ellipse">
            <a:avLst/>
          </a:prstGeom>
          <a:solidFill>
            <a:srgbClr val="26364E">
              <a:alpha val="84000"/>
            </a:srgbClr>
          </a:solidFill>
          <a:ln w="3810">
            <a:solidFill>
              <a:srgbClr val="26364E">
                <a:alpha val="0"/>
              </a:srgbClr>
            </a:solidFill>
            <a:prstDash val="solid"/>
          </a:ln>
        </p:spPr>
      </p:sp>
      <p:sp>
        <p:nvSpPr>
          <p:cNvPr id="39" name="Shape 37"/>
          <p:cNvSpPr/>
          <p:nvPr/>
        </p:nvSpPr>
        <p:spPr>
          <a:xfrm>
            <a:off x="2856824" y="2423160"/>
            <a:ext cx="55659" cy="55659"/>
          </a:xfrm>
          <a:prstGeom prst="ellipse">
            <a:avLst/>
          </a:prstGeom>
          <a:solidFill>
            <a:srgbClr val="26364E">
              <a:alpha val="84000"/>
            </a:srgbClr>
          </a:solidFill>
          <a:ln w="3810">
            <a:solidFill>
              <a:srgbClr val="26364E">
                <a:alpha val="0"/>
              </a:srgbClr>
            </a:solidFill>
            <a:prstDash val="solid"/>
          </a:ln>
        </p:spPr>
      </p:sp>
      <p:sp>
        <p:nvSpPr>
          <p:cNvPr id="40" name="Shape 38"/>
          <p:cNvSpPr/>
          <p:nvPr/>
        </p:nvSpPr>
        <p:spPr>
          <a:xfrm>
            <a:off x="2935860" y="2423160"/>
            <a:ext cx="55659" cy="55659"/>
          </a:xfrm>
          <a:prstGeom prst="ellipse">
            <a:avLst/>
          </a:prstGeom>
          <a:solidFill>
            <a:srgbClr val="26364E">
              <a:alpha val="84000"/>
            </a:srgbClr>
          </a:solidFill>
          <a:ln w="3810">
            <a:solidFill>
              <a:srgbClr val="26364E">
                <a:alpha val="0"/>
              </a:srgbClr>
            </a:solidFill>
            <a:prstDash val="solid"/>
          </a:ln>
        </p:spPr>
      </p:sp>
      <p:sp>
        <p:nvSpPr>
          <p:cNvPr id="41" name="Shape 39"/>
          <p:cNvSpPr/>
          <p:nvPr/>
        </p:nvSpPr>
        <p:spPr>
          <a:xfrm>
            <a:off x="3014896" y="2423160"/>
            <a:ext cx="55659" cy="55659"/>
          </a:xfrm>
          <a:prstGeom prst="ellipse">
            <a:avLst/>
          </a:prstGeom>
          <a:solidFill>
            <a:srgbClr val="26364E">
              <a:alpha val="84000"/>
            </a:srgbClr>
          </a:solidFill>
          <a:ln w="3810">
            <a:solidFill>
              <a:srgbClr val="26364E">
                <a:alpha val="0"/>
              </a:srgbClr>
            </a:solidFill>
            <a:prstDash val="solid"/>
          </a:ln>
        </p:spPr>
      </p:sp>
      <p:sp>
        <p:nvSpPr>
          <p:cNvPr id="42" name="Shape 40"/>
          <p:cNvSpPr/>
          <p:nvPr/>
        </p:nvSpPr>
        <p:spPr>
          <a:xfrm>
            <a:off x="3093932" y="2423160"/>
            <a:ext cx="55659" cy="55659"/>
          </a:xfrm>
          <a:prstGeom prst="ellipse">
            <a:avLst/>
          </a:prstGeom>
          <a:solidFill>
            <a:srgbClr val="26364E">
              <a:alpha val="84000"/>
            </a:srgbClr>
          </a:solidFill>
          <a:ln w="3810">
            <a:solidFill>
              <a:srgbClr val="26364E">
                <a:alpha val="0"/>
              </a:srgbClr>
            </a:solidFill>
            <a:prstDash val="solid"/>
          </a:ln>
        </p:spPr>
      </p:sp>
      <p:sp>
        <p:nvSpPr>
          <p:cNvPr id="43" name="Shape 41"/>
          <p:cNvSpPr/>
          <p:nvPr/>
        </p:nvSpPr>
        <p:spPr>
          <a:xfrm>
            <a:off x="3172968" y="2423160"/>
            <a:ext cx="55659" cy="55659"/>
          </a:xfrm>
          <a:prstGeom prst="ellipse">
            <a:avLst/>
          </a:prstGeom>
          <a:solidFill>
            <a:srgbClr val="26364E">
              <a:alpha val="84000"/>
            </a:srgbClr>
          </a:solidFill>
          <a:ln w="3810">
            <a:solidFill>
              <a:srgbClr val="26364E">
                <a:alpha val="0"/>
              </a:srgbClr>
            </a:solidFill>
            <a:prstDash val="solid"/>
          </a:ln>
        </p:spPr>
      </p:sp>
      <p:sp>
        <p:nvSpPr>
          <p:cNvPr id="44" name="Shape 42"/>
          <p:cNvSpPr/>
          <p:nvPr/>
        </p:nvSpPr>
        <p:spPr>
          <a:xfrm>
            <a:off x="3252004" y="2423160"/>
            <a:ext cx="55659" cy="55659"/>
          </a:xfrm>
          <a:prstGeom prst="ellipse">
            <a:avLst/>
          </a:prstGeom>
          <a:solidFill>
            <a:srgbClr val="26364E">
              <a:alpha val="84000"/>
            </a:srgbClr>
          </a:solidFill>
          <a:ln w="3810">
            <a:solidFill>
              <a:srgbClr val="26364E">
                <a:alpha val="0"/>
              </a:srgbClr>
            </a:solidFill>
            <a:prstDash val="solid"/>
          </a:ln>
        </p:spPr>
      </p:sp>
      <p:sp>
        <p:nvSpPr>
          <p:cNvPr id="45" name="Shape 43"/>
          <p:cNvSpPr/>
          <p:nvPr/>
        </p:nvSpPr>
        <p:spPr>
          <a:xfrm>
            <a:off x="3331040" y="2423160"/>
            <a:ext cx="55659" cy="55659"/>
          </a:xfrm>
          <a:prstGeom prst="ellipse">
            <a:avLst/>
          </a:prstGeom>
          <a:solidFill>
            <a:srgbClr val="42E0CB"/>
          </a:solidFill>
          <a:ln w="3810">
            <a:solidFill>
              <a:srgbClr val="42E0CB">
                <a:alpha val="0"/>
              </a:srgbClr>
            </a:solidFill>
            <a:prstDash val="solid"/>
          </a:ln>
        </p:spPr>
      </p:sp>
      <p:sp>
        <p:nvSpPr>
          <p:cNvPr id="46" name="Shape 44"/>
          <p:cNvSpPr/>
          <p:nvPr/>
        </p:nvSpPr>
        <p:spPr>
          <a:xfrm>
            <a:off x="3410076" y="2423160"/>
            <a:ext cx="55659" cy="55659"/>
          </a:xfrm>
          <a:prstGeom prst="ellipse">
            <a:avLst/>
          </a:prstGeom>
          <a:solidFill>
            <a:srgbClr val="26364E">
              <a:alpha val="84000"/>
            </a:srgbClr>
          </a:solidFill>
          <a:ln w="3810">
            <a:solidFill>
              <a:srgbClr val="26364E">
                <a:alpha val="0"/>
              </a:srgbClr>
            </a:solidFill>
            <a:prstDash val="solid"/>
          </a:ln>
        </p:spPr>
      </p:sp>
      <p:sp>
        <p:nvSpPr>
          <p:cNvPr id="47" name="Shape 45"/>
          <p:cNvSpPr/>
          <p:nvPr/>
        </p:nvSpPr>
        <p:spPr>
          <a:xfrm>
            <a:off x="959961" y="2502196"/>
            <a:ext cx="55659" cy="55659"/>
          </a:xfrm>
          <a:prstGeom prst="ellipse">
            <a:avLst/>
          </a:prstGeom>
          <a:solidFill>
            <a:srgbClr val="42E0CB"/>
          </a:solidFill>
          <a:ln w="3810">
            <a:solidFill>
              <a:srgbClr val="42E0CB">
                <a:alpha val="0"/>
              </a:srgbClr>
            </a:solidFill>
            <a:prstDash val="solid"/>
          </a:ln>
        </p:spPr>
      </p:sp>
      <p:sp>
        <p:nvSpPr>
          <p:cNvPr id="48" name="Shape 46"/>
          <p:cNvSpPr/>
          <p:nvPr/>
        </p:nvSpPr>
        <p:spPr>
          <a:xfrm>
            <a:off x="1038997" y="2502196"/>
            <a:ext cx="55659" cy="55659"/>
          </a:xfrm>
          <a:prstGeom prst="ellipse">
            <a:avLst/>
          </a:prstGeom>
          <a:solidFill>
            <a:srgbClr val="26364E">
              <a:alpha val="84000"/>
            </a:srgbClr>
          </a:solidFill>
          <a:ln w="3810">
            <a:solidFill>
              <a:srgbClr val="26364E">
                <a:alpha val="0"/>
              </a:srgbClr>
            </a:solidFill>
            <a:prstDash val="solid"/>
          </a:ln>
        </p:spPr>
      </p:sp>
      <p:sp>
        <p:nvSpPr>
          <p:cNvPr id="49" name="Shape 47"/>
          <p:cNvSpPr/>
          <p:nvPr/>
        </p:nvSpPr>
        <p:spPr>
          <a:xfrm>
            <a:off x="1118033" y="2502196"/>
            <a:ext cx="55659" cy="55659"/>
          </a:xfrm>
          <a:prstGeom prst="ellipse">
            <a:avLst/>
          </a:prstGeom>
          <a:solidFill>
            <a:srgbClr val="42E0CB"/>
          </a:solidFill>
          <a:ln w="3810">
            <a:solidFill>
              <a:srgbClr val="42E0CB">
                <a:alpha val="0"/>
              </a:srgbClr>
            </a:solidFill>
            <a:prstDash val="solid"/>
          </a:ln>
        </p:spPr>
      </p:sp>
      <p:sp>
        <p:nvSpPr>
          <p:cNvPr id="50" name="Shape 48"/>
          <p:cNvSpPr/>
          <p:nvPr/>
        </p:nvSpPr>
        <p:spPr>
          <a:xfrm>
            <a:off x="1197069" y="2502196"/>
            <a:ext cx="55659" cy="55659"/>
          </a:xfrm>
          <a:prstGeom prst="ellipse">
            <a:avLst/>
          </a:prstGeom>
          <a:solidFill>
            <a:srgbClr val="26364E">
              <a:alpha val="84000"/>
            </a:srgbClr>
          </a:solidFill>
          <a:ln w="3810">
            <a:solidFill>
              <a:srgbClr val="26364E">
                <a:alpha val="0"/>
              </a:srgbClr>
            </a:solidFill>
            <a:prstDash val="solid"/>
          </a:ln>
        </p:spPr>
      </p:sp>
      <p:sp>
        <p:nvSpPr>
          <p:cNvPr id="51" name="Shape 49"/>
          <p:cNvSpPr/>
          <p:nvPr/>
        </p:nvSpPr>
        <p:spPr>
          <a:xfrm>
            <a:off x="1276105" y="2502196"/>
            <a:ext cx="55659" cy="55659"/>
          </a:xfrm>
          <a:prstGeom prst="ellipse">
            <a:avLst/>
          </a:prstGeom>
          <a:solidFill>
            <a:srgbClr val="42E0CB"/>
          </a:solidFill>
          <a:ln w="3810">
            <a:solidFill>
              <a:srgbClr val="42E0CB">
                <a:alpha val="0"/>
              </a:srgbClr>
            </a:solidFill>
            <a:prstDash val="solid"/>
          </a:ln>
        </p:spPr>
      </p:sp>
      <p:sp>
        <p:nvSpPr>
          <p:cNvPr id="52" name="Shape 50"/>
          <p:cNvSpPr/>
          <p:nvPr/>
        </p:nvSpPr>
        <p:spPr>
          <a:xfrm>
            <a:off x="1355141" y="2502196"/>
            <a:ext cx="55659" cy="55659"/>
          </a:xfrm>
          <a:prstGeom prst="ellipse">
            <a:avLst/>
          </a:prstGeom>
          <a:solidFill>
            <a:srgbClr val="26364E">
              <a:alpha val="84000"/>
            </a:srgbClr>
          </a:solidFill>
          <a:ln w="3810">
            <a:solidFill>
              <a:srgbClr val="26364E">
                <a:alpha val="0"/>
              </a:srgbClr>
            </a:solidFill>
            <a:prstDash val="solid"/>
          </a:ln>
        </p:spPr>
      </p:sp>
      <p:sp>
        <p:nvSpPr>
          <p:cNvPr id="53" name="Shape 51"/>
          <p:cNvSpPr/>
          <p:nvPr/>
        </p:nvSpPr>
        <p:spPr>
          <a:xfrm>
            <a:off x="1434177" y="2502196"/>
            <a:ext cx="55659" cy="55659"/>
          </a:xfrm>
          <a:prstGeom prst="ellipse">
            <a:avLst/>
          </a:prstGeom>
          <a:solidFill>
            <a:srgbClr val="26364E">
              <a:alpha val="84000"/>
            </a:srgbClr>
          </a:solidFill>
          <a:ln w="3810">
            <a:solidFill>
              <a:srgbClr val="26364E">
                <a:alpha val="0"/>
              </a:srgbClr>
            </a:solidFill>
            <a:prstDash val="solid"/>
          </a:ln>
        </p:spPr>
      </p:sp>
      <p:sp>
        <p:nvSpPr>
          <p:cNvPr id="54" name="Shape 52"/>
          <p:cNvSpPr/>
          <p:nvPr/>
        </p:nvSpPr>
        <p:spPr>
          <a:xfrm>
            <a:off x="1513213" y="2502196"/>
            <a:ext cx="55659" cy="55659"/>
          </a:xfrm>
          <a:prstGeom prst="ellipse">
            <a:avLst/>
          </a:prstGeom>
          <a:solidFill>
            <a:srgbClr val="42E0CB"/>
          </a:solidFill>
          <a:ln w="3810">
            <a:solidFill>
              <a:srgbClr val="42E0CB">
                <a:alpha val="0"/>
              </a:srgbClr>
            </a:solidFill>
            <a:prstDash val="solid"/>
          </a:ln>
        </p:spPr>
      </p:sp>
      <p:sp>
        <p:nvSpPr>
          <p:cNvPr id="55" name="Shape 53"/>
          <p:cNvSpPr/>
          <p:nvPr/>
        </p:nvSpPr>
        <p:spPr>
          <a:xfrm>
            <a:off x="1592249" y="2502196"/>
            <a:ext cx="55659" cy="55659"/>
          </a:xfrm>
          <a:prstGeom prst="ellipse">
            <a:avLst/>
          </a:prstGeom>
          <a:solidFill>
            <a:srgbClr val="26364E">
              <a:alpha val="84000"/>
            </a:srgbClr>
          </a:solidFill>
          <a:ln w="3810">
            <a:solidFill>
              <a:srgbClr val="26364E">
                <a:alpha val="0"/>
              </a:srgbClr>
            </a:solidFill>
            <a:prstDash val="solid"/>
          </a:ln>
        </p:spPr>
      </p:sp>
      <p:sp>
        <p:nvSpPr>
          <p:cNvPr id="56" name="Shape 54"/>
          <p:cNvSpPr/>
          <p:nvPr/>
        </p:nvSpPr>
        <p:spPr>
          <a:xfrm>
            <a:off x="1671285" y="2502196"/>
            <a:ext cx="55659" cy="55659"/>
          </a:xfrm>
          <a:prstGeom prst="ellipse">
            <a:avLst/>
          </a:prstGeom>
          <a:solidFill>
            <a:srgbClr val="26364E">
              <a:alpha val="84000"/>
            </a:srgbClr>
          </a:solidFill>
          <a:ln w="3810">
            <a:solidFill>
              <a:srgbClr val="26364E">
                <a:alpha val="0"/>
              </a:srgbClr>
            </a:solidFill>
            <a:prstDash val="solid"/>
          </a:ln>
        </p:spPr>
      </p:sp>
      <p:sp>
        <p:nvSpPr>
          <p:cNvPr id="57" name="Shape 55"/>
          <p:cNvSpPr/>
          <p:nvPr/>
        </p:nvSpPr>
        <p:spPr>
          <a:xfrm>
            <a:off x="1750321" y="2502196"/>
            <a:ext cx="55659" cy="55659"/>
          </a:xfrm>
          <a:prstGeom prst="ellipse">
            <a:avLst/>
          </a:prstGeom>
          <a:solidFill>
            <a:srgbClr val="26364E">
              <a:alpha val="84000"/>
            </a:srgbClr>
          </a:solidFill>
          <a:ln w="3810">
            <a:solidFill>
              <a:srgbClr val="26364E">
                <a:alpha val="0"/>
              </a:srgbClr>
            </a:solidFill>
            <a:prstDash val="solid"/>
          </a:ln>
        </p:spPr>
      </p:sp>
      <p:sp>
        <p:nvSpPr>
          <p:cNvPr id="58" name="Shape 56"/>
          <p:cNvSpPr/>
          <p:nvPr/>
        </p:nvSpPr>
        <p:spPr>
          <a:xfrm>
            <a:off x="1829357" y="2502196"/>
            <a:ext cx="55659" cy="55659"/>
          </a:xfrm>
          <a:prstGeom prst="ellipse">
            <a:avLst/>
          </a:prstGeom>
          <a:solidFill>
            <a:srgbClr val="26364E">
              <a:alpha val="84000"/>
            </a:srgbClr>
          </a:solidFill>
          <a:ln w="3810">
            <a:solidFill>
              <a:srgbClr val="26364E">
                <a:alpha val="0"/>
              </a:srgbClr>
            </a:solidFill>
            <a:prstDash val="solid"/>
          </a:ln>
        </p:spPr>
      </p:sp>
      <p:sp>
        <p:nvSpPr>
          <p:cNvPr id="59" name="Shape 57"/>
          <p:cNvSpPr/>
          <p:nvPr/>
        </p:nvSpPr>
        <p:spPr>
          <a:xfrm>
            <a:off x="1908393" y="2502196"/>
            <a:ext cx="55659" cy="55659"/>
          </a:xfrm>
          <a:prstGeom prst="ellipse">
            <a:avLst/>
          </a:prstGeom>
          <a:solidFill>
            <a:srgbClr val="26364E">
              <a:alpha val="84000"/>
            </a:srgbClr>
          </a:solidFill>
          <a:ln w="3810">
            <a:solidFill>
              <a:srgbClr val="26364E">
                <a:alpha val="0"/>
              </a:srgbClr>
            </a:solidFill>
            <a:prstDash val="solid"/>
          </a:ln>
        </p:spPr>
      </p:sp>
      <p:sp>
        <p:nvSpPr>
          <p:cNvPr id="60" name="Shape 58"/>
          <p:cNvSpPr/>
          <p:nvPr/>
        </p:nvSpPr>
        <p:spPr>
          <a:xfrm>
            <a:off x="1987429" y="2502196"/>
            <a:ext cx="55659" cy="55659"/>
          </a:xfrm>
          <a:prstGeom prst="ellipse">
            <a:avLst/>
          </a:prstGeom>
          <a:solidFill>
            <a:srgbClr val="42E0CB"/>
          </a:solidFill>
          <a:ln w="3810">
            <a:solidFill>
              <a:srgbClr val="42E0CB">
                <a:alpha val="0"/>
              </a:srgbClr>
            </a:solidFill>
            <a:prstDash val="solid"/>
          </a:ln>
        </p:spPr>
      </p:sp>
      <p:sp>
        <p:nvSpPr>
          <p:cNvPr id="61" name="Shape 59"/>
          <p:cNvSpPr/>
          <p:nvPr/>
        </p:nvSpPr>
        <p:spPr>
          <a:xfrm>
            <a:off x="2066464" y="2502196"/>
            <a:ext cx="55659" cy="55659"/>
          </a:xfrm>
          <a:prstGeom prst="ellipse">
            <a:avLst/>
          </a:prstGeom>
          <a:solidFill>
            <a:srgbClr val="26364E">
              <a:alpha val="84000"/>
            </a:srgbClr>
          </a:solidFill>
          <a:ln w="3810">
            <a:solidFill>
              <a:srgbClr val="26364E">
                <a:alpha val="0"/>
              </a:srgbClr>
            </a:solidFill>
            <a:prstDash val="solid"/>
          </a:ln>
        </p:spPr>
      </p:sp>
      <p:sp>
        <p:nvSpPr>
          <p:cNvPr id="62" name="Shape 60"/>
          <p:cNvSpPr/>
          <p:nvPr/>
        </p:nvSpPr>
        <p:spPr>
          <a:xfrm>
            <a:off x="2145500" y="2502196"/>
            <a:ext cx="55659" cy="55659"/>
          </a:xfrm>
          <a:prstGeom prst="ellipse">
            <a:avLst/>
          </a:prstGeom>
          <a:solidFill>
            <a:srgbClr val="26364E">
              <a:alpha val="84000"/>
            </a:srgbClr>
          </a:solidFill>
          <a:ln w="3810">
            <a:solidFill>
              <a:srgbClr val="26364E">
                <a:alpha val="0"/>
              </a:srgbClr>
            </a:solidFill>
            <a:prstDash val="solid"/>
          </a:ln>
        </p:spPr>
      </p:sp>
      <p:sp>
        <p:nvSpPr>
          <p:cNvPr id="63" name="Shape 61"/>
          <p:cNvSpPr/>
          <p:nvPr/>
        </p:nvSpPr>
        <p:spPr>
          <a:xfrm>
            <a:off x="2224536" y="2502196"/>
            <a:ext cx="55659" cy="55659"/>
          </a:xfrm>
          <a:prstGeom prst="ellipse">
            <a:avLst/>
          </a:prstGeom>
          <a:solidFill>
            <a:srgbClr val="26364E">
              <a:alpha val="84000"/>
            </a:srgbClr>
          </a:solidFill>
          <a:ln w="3810">
            <a:solidFill>
              <a:srgbClr val="26364E">
                <a:alpha val="0"/>
              </a:srgbClr>
            </a:solidFill>
            <a:prstDash val="solid"/>
          </a:ln>
        </p:spPr>
      </p:sp>
      <p:sp>
        <p:nvSpPr>
          <p:cNvPr id="64" name="Shape 62"/>
          <p:cNvSpPr/>
          <p:nvPr/>
        </p:nvSpPr>
        <p:spPr>
          <a:xfrm>
            <a:off x="2303572" y="2502196"/>
            <a:ext cx="55659" cy="55659"/>
          </a:xfrm>
          <a:prstGeom prst="ellipse">
            <a:avLst/>
          </a:prstGeom>
          <a:solidFill>
            <a:srgbClr val="26364E">
              <a:alpha val="84000"/>
            </a:srgbClr>
          </a:solidFill>
          <a:ln w="3810">
            <a:solidFill>
              <a:srgbClr val="26364E">
                <a:alpha val="0"/>
              </a:srgbClr>
            </a:solidFill>
            <a:prstDash val="solid"/>
          </a:ln>
        </p:spPr>
      </p:sp>
      <p:sp>
        <p:nvSpPr>
          <p:cNvPr id="65" name="Shape 63"/>
          <p:cNvSpPr/>
          <p:nvPr/>
        </p:nvSpPr>
        <p:spPr>
          <a:xfrm>
            <a:off x="2382608" y="2502196"/>
            <a:ext cx="55659" cy="55659"/>
          </a:xfrm>
          <a:prstGeom prst="ellipse">
            <a:avLst/>
          </a:prstGeom>
          <a:solidFill>
            <a:srgbClr val="26364E">
              <a:alpha val="84000"/>
            </a:srgbClr>
          </a:solidFill>
          <a:ln w="3810">
            <a:solidFill>
              <a:srgbClr val="26364E">
                <a:alpha val="0"/>
              </a:srgbClr>
            </a:solidFill>
            <a:prstDash val="solid"/>
          </a:ln>
        </p:spPr>
      </p:sp>
      <p:sp>
        <p:nvSpPr>
          <p:cNvPr id="66" name="Shape 64"/>
          <p:cNvSpPr/>
          <p:nvPr/>
        </p:nvSpPr>
        <p:spPr>
          <a:xfrm>
            <a:off x="2461644" y="2502196"/>
            <a:ext cx="55659" cy="55659"/>
          </a:xfrm>
          <a:prstGeom prst="ellipse">
            <a:avLst/>
          </a:prstGeom>
          <a:solidFill>
            <a:srgbClr val="42E0CB"/>
          </a:solidFill>
          <a:ln w="3810">
            <a:solidFill>
              <a:srgbClr val="42E0CB">
                <a:alpha val="0"/>
              </a:srgbClr>
            </a:solidFill>
            <a:prstDash val="solid"/>
          </a:ln>
        </p:spPr>
      </p:sp>
      <p:sp>
        <p:nvSpPr>
          <p:cNvPr id="67" name="Shape 65"/>
          <p:cNvSpPr/>
          <p:nvPr/>
        </p:nvSpPr>
        <p:spPr>
          <a:xfrm>
            <a:off x="2540680" y="2502196"/>
            <a:ext cx="55659" cy="55659"/>
          </a:xfrm>
          <a:prstGeom prst="ellipse">
            <a:avLst/>
          </a:prstGeom>
          <a:solidFill>
            <a:srgbClr val="26364E">
              <a:alpha val="84000"/>
            </a:srgbClr>
          </a:solidFill>
          <a:ln w="3810">
            <a:solidFill>
              <a:srgbClr val="26364E">
                <a:alpha val="0"/>
              </a:srgbClr>
            </a:solidFill>
            <a:prstDash val="solid"/>
          </a:ln>
        </p:spPr>
      </p:sp>
      <p:sp>
        <p:nvSpPr>
          <p:cNvPr id="68" name="Shape 66"/>
          <p:cNvSpPr/>
          <p:nvPr/>
        </p:nvSpPr>
        <p:spPr>
          <a:xfrm>
            <a:off x="2619716" y="2502196"/>
            <a:ext cx="55659" cy="55659"/>
          </a:xfrm>
          <a:prstGeom prst="ellipse">
            <a:avLst/>
          </a:prstGeom>
          <a:solidFill>
            <a:srgbClr val="26364E">
              <a:alpha val="84000"/>
            </a:srgbClr>
          </a:solidFill>
          <a:ln w="3810">
            <a:solidFill>
              <a:srgbClr val="26364E">
                <a:alpha val="0"/>
              </a:srgbClr>
            </a:solidFill>
            <a:prstDash val="solid"/>
          </a:ln>
        </p:spPr>
      </p:sp>
      <p:sp>
        <p:nvSpPr>
          <p:cNvPr id="69" name="Shape 67"/>
          <p:cNvSpPr/>
          <p:nvPr/>
        </p:nvSpPr>
        <p:spPr>
          <a:xfrm>
            <a:off x="2698752" y="2502196"/>
            <a:ext cx="55659" cy="55659"/>
          </a:xfrm>
          <a:prstGeom prst="ellipse">
            <a:avLst/>
          </a:prstGeom>
          <a:solidFill>
            <a:srgbClr val="26364E">
              <a:alpha val="84000"/>
            </a:srgbClr>
          </a:solidFill>
          <a:ln w="3810">
            <a:solidFill>
              <a:srgbClr val="26364E">
                <a:alpha val="0"/>
              </a:srgbClr>
            </a:solidFill>
            <a:prstDash val="solid"/>
          </a:ln>
        </p:spPr>
      </p:sp>
      <p:sp>
        <p:nvSpPr>
          <p:cNvPr id="70" name="Shape 68"/>
          <p:cNvSpPr/>
          <p:nvPr/>
        </p:nvSpPr>
        <p:spPr>
          <a:xfrm>
            <a:off x="2777788" y="2502196"/>
            <a:ext cx="55659" cy="55659"/>
          </a:xfrm>
          <a:prstGeom prst="ellipse">
            <a:avLst/>
          </a:prstGeom>
          <a:solidFill>
            <a:srgbClr val="26364E">
              <a:alpha val="84000"/>
            </a:srgbClr>
          </a:solidFill>
          <a:ln w="3810">
            <a:solidFill>
              <a:srgbClr val="26364E">
                <a:alpha val="0"/>
              </a:srgbClr>
            </a:solidFill>
            <a:prstDash val="solid"/>
          </a:ln>
        </p:spPr>
      </p:sp>
      <p:sp>
        <p:nvSpPr>
          <p:cNvPr id="71" name="Shape 69"/>
          <p:cNvSpPr/>
          <p:nvPr/>
        </p:nvSpPr>
        <p:spPr>
          <a:xfrm>
            <a:off x="2856824" y="2502196"/>
            <a:ext cx="55659" cy="55659"/>
          </a:xfrm>
          <a:prstGeom prst="ellipse">
            <a:avLst/>
          </a:prstGeom>
          <a:solidFill>
            <a:srgbClr val="26364E">
              <a:alpha val="84000"/>
            </a:srgbClr>
          </a:solidFill>
          <a:ln w="3810">
            <a:solidFill>
              <a:srgbClr val="26364E">
                <a:alpha val="0"/>
              </a:srgbClr>
            </a:solidFill>
            <a:prstDash val="solid"/>
          </a:ln>
        </p:spPr>
      </p:sp>
      <p:sp>
        <p:nvSpPr>
          <p:cNvPr id="72" name="Shape 70"/>
          <p:cNvSpPr/>
          <p:nvPr/>
        </p:nvSpPr>
        <p:spPr>
          <a:xfrm>
            <a:off x="2935860" y="2502196"/>
            <a:ext cx="55659" cy="55659"/>
          </a:xfrm>
          <a:prstGeom prst="ellipse">
            <a:avLst/>
          </a:prstGeom>
          <a:solidFill>
            <a:srgbClr val="42E0CB"/>
          </a:solidFill>
          <a:ln w="3810">
            <a:solidFill>
              <a:srgbClr val="42E0CB">
                <a:alpha val="0"/>
              </a:srgbClr>
            </a:solidFill>
            <a:prstDash val="solid"/>
          </a:ln>
        </p:spPr>
      </p:sp>
      <p:sp>
        <p:nvSpPr>
          <p:cNvPr id="73" name="Shape 71"/>
          <p:cNvSpPr/>
          <p:nvPr/>
        </p:nvSpPr>
        <p:spPr>
          <a:xfrm>
            <a:off x="3014896" y="2502196"/>
            <a:ext cx="55659" cy="55659"/>
          </a:xfrm>
          <a:prstGeom prst="ellipse">
            <a:avLst/>
          </a:prstGeom>
          <a:solidFill>
            <a:srgbClr val="26364E">
              <a:alpha val="84000"/>
            </a:srgbClr>
          </a:solidFill>
          <a:ln w="3810">
            <a:solidFill>
              <a:srgbClr val="26364E">
                <a:alpha val="0"/>
              </a:srgbClr>
            </a:solidFill>
            <a:prstDash val="solid"/>
          </a:ln>
        </p:spPr>
      </p:sp>
      <p:sp>
        <p:nvSpPr>
          <p:cNvPr id="74" name="Shape 72"/>
          <p:cNvSpPr/>
          <p:nvPr/>
        </p:nvSpPr>
        <p:spPr>
          <a:xfrm>
            <a:off x="3093932" y="2502196"/>
            <a:ext cx="55659" cy="55659"/>
          </a:xfrm>
          <a:prstGeom prst="ellipse">
            <a:avLst/>
          </a:prstGeom>
          <a:solidFill>
            <a:srgbClr val="26364E">
              <a:alpha val="84000"/>
            </a:srgbClr>
          </a:solidFill>
          <a:ln w="3810">
            <a:solidFill>
              <a:srgbClr val="26364E">
                <a:alpha val="0"/>
              </a:srgbClr>
            </a:solidFill>
            <a:prstDash val="solid"/>
          </a:ln>
        </p:spPr>
      </p:sp>
      <p:sp>
        <p:nvSpPr>
          <p:cNvPr id="75" name="Shape 73"/>
          <p:cNvSpPr/>
          <p:nvPr/>
        </p:nvSpPr>
        <p:spPr>
          <a:xfrm>
            <a:off x="3172968" y="2502196"/>
            <a:ext cx="55659" cy="55659"/>
          </a:xfrm>
          <a:prstGeom prst="ellipse">
            <a:avLst/>
          </a:prstGeom>
          <a:solidFill>
            <a:srgbClr val="26364E">
              <a:alpha val="84000"/>
            </a:srgbClr>
          </a:solidFill>
          <a:ln w="3810">
            <a:solidFill>
              <a:srgbClr val="26364E">
                <a:alpha val="0"/>
              </a:srgbClr>
            </a:solidFill>
            <a:prstDash val="solid"/>
          </a:ln>
        </p:spPr>
      </p:sp>
      <p:sp>
        <p:nvSpPr>
          <p:cNvPr id="76" name="Shape 74"/>
          <p:cNvSpPr/>
          <p:nvPr/>
        </p:nvSpPr>
        <p:spPr>
          <a:xfrm>
            <a:off x="3252004" y="2502196"/>
            <a:ext cx="55659" cy="55659"/>
          </a:xfrm>
          <a:prstGeom prst="ellipse">
            <a:avLst/>
          </a:prstGeom>
          <a:solidFill>
            <a:srgbClr val="26364E">
              <a:alpha val="84000"/>
            </a:srgbClr>
          </a:solidFill>
          <a:ln w="3810">
            <a:solidFill>
              <a:srgbClr val="26364E">
                <a:alpha val="0"/>
              </a:srgbClr>
            </a:solidFill>
            <a:prstDash val="solid"/>
          </a:ln>
        </p:spPr>
      </p:sp>
      <p:sp>
        <p:nvSpPr>
          <p:cNvPr id="77" name="Shape 75"/>
          <p:cNvSpPr/>
          <p:nvPr/>
        </p:nvSpPr>
        <p:spPr>
          <a:xfrm>
            <a:off x="3331040" y="2502196"/>
            <a:ext cx="55659" cy="55659"/>
          </a:xfrm>
          <a:prstGeom prst="ellipse">
            <a:avLst/>
          </a:prstGeom>
          <a:solidFill>
            <a:srgbClr val="42E0CB"/>
          </a:solidFill>
          <a:ln w="3810">
            <a:solidFill>
              <a:srgbClr val="42E0CB">
                <a:alpha val="0"/>
              </a:srgbClr>
            </a:solidFill>
            <a:prstDash val="solid"/>
          </a:ln>
        </p:spPr>
      </p:sp>
      <p:sp>
        <p:nvSpPr>
          <p:cNvPr id="78" name="Shape 76"/>
          <p:cNvSpPr/>
          <p:nvPr/>
        </p:nvSpPr>
        <p:spPr>
          <a:xfrm>
            <a:off x="3410076" y="2502196"/>
            <a:ext cx="55659" cy="55659"/>
          </a:xfrm>
          <a:prstGeom prst="ellipse">
            <a:avLst/>
          </a:prstGeom>
          <a:solidFill>
            <a:srgbClr val="26364E">
              <a:alpha val="84000"/>
            </a:srgbClr>
          </a:solidFill>
          <a:ln w="3810">
            <a:solidFill>
              <a:srgbClr val="26364E">
                <a:alpha val="0"/>
              </a:srgbClr>
            </a:solidFill>
            <a:prstDash val="solid"/>
          </a:ln>
        </p:spPr>
      </p:sp>
      <p:sp>
        <p:nvSpPr>
          <p:cNvPr id="79" name="Shape 77"/>
          <p:cNvSpPr/>
          <p:nvPr/>
        </p:nvSpPr>
        <p:spPr>
          <a:xfrm>
            <a:off x="959961" y="2581232"/>
            <a:ext cx="55659" cy="55659"/>
          </a:xfrm>
          <a:prstGeom prst="ellipse">
            <a:avLst/>
          </a:prstGeom>
          <a:solidFill>
            <a:srgbClr val="26364E">
              <a:alpha val="84000"/>
            </a:srgbClr>
          </a:solidFill>
          <a:ln w="3810">
            <a:solidFill>
              <a:srgbClr val="26364E">
                <a:alpha val="0"/>
              </a:srgbClr>
            </a:solidFill>
            <a:prstDash val="solid"/>
          </a:ln>
        </p:spPr>
      </p:sp>
      <p:sp>
        <p:nvSpPr>
          <p:cNvPr id="80" name="Shape 78"/>
          <p:cNvSpPr/>
          <p:nvPr/>
        </p:nvSpPr>
        <p:spPr>
          <a:xfrm>
            <a:off x="1038997" y="2581232"/>
            <a:ext cx="55659" cy="55659"/>
          </a:xfrm>
          <a:prstGeom prst="ellipse">
            <a:avLst/>
          </a:prstGeom>
          <a:solidFill>
            <a:srgbClr val="26364E">
              <a:alpha val="84000"/>
            </a:srgbClr>
          </a:solidFill>
          <a:ln w="3810">
            <a:solidFill>
              <a:srgbClr val="26364E">
                <a:alpha val="0"/>
              </a:srgbClr>
            </a:solidFill>
            <a:prstDash val="solid"/>
          </a:ln>
        </p:spPr>
      </p:sp>
      <p:sp>
        <p:nvSpPr>
          <p:cNvPr id="81" name="Shape 79"/>
          <p:cNvSpPr/>
          <p:nvPr/>
        </p:nvSpPr>
        <p:spPr>
          <a:xfrm>
            <a:off x="1118033" y="2581232"/>
            <a:ext cx="55659" cy="55659"/>
          </a:xfrm>
          <a:prstGeom prst="ellipse">
            <a:avLst/>
          </a:prstGeom>
          <a:solidFill>
            <a:srgbClr val="26364E">
              <a:alpha val="84000"/>
            </a:srgbClr>
          </a:solidFill>
          <a:ln w="3810">
            <a:solidFill>
              <a:srgbClr val="26364E">
                <a:alpha val="0"/>
              </a:srgbClr>
            </a:solidFill>
            <a:prstDash val="solid"/>
          </a:ln>
        </p:spPr>
      </p:sp>
      <p:sp>
        <p:nvSpPr>
          <p:cNvPr id="82" name="Shape 80"/>
          <p:cNvSpPr/>
          <p:nvPr/>
        </p:nvSpPr>
        <p:spPr>
          <a:xfrm>
            <a:off x="1197069" y="2581232"/>
            <a:ext cx="55659" cy="55659"/>
          </a:xfrm>
          <a:prstGeom prst="ellipse">
            <a:avLst/>
          </a:prstGeom>
          <a:solidFill>
            <a:srgbClr val="26364E">
              <a:alpha val="84000"/>
            </a:srgbClr>
          </a:solidFill>
          <a:ln w="3810">
            <a:solidFill>
              <a:srgbClr val="26364E">
                <a:alpha val="0"/>
              </a:srgbClr>
            </a:solidFill>
            <a:prstDash val="solid"/>
          </a:ln>
        </p:spPr>
      </p:sp>
      <p:sp>
        <p:nvSpPr>
          <p:cNvPr id="83" name="Shape 81"/>
          <p:cNvSpPr/>
          <p:nvPr/>
        </p:nvSpPr>
        <p:spPr>
          <a:xfrm>
            <a:off x="1276105" y="2581232"/>
            <a:ext cx="55659" cy="55659"/>
          </a:xfrm>
          <a:prstGeom prst="ellipse">
            <a:avLst/>
          </a:prstGeom>
          <a:solidFill>
            <a:srgbClr val="26364E">
              <a:alpha val="84000"/>
            </a:srgbClr>
          </a:solidFill>
          <a:ln w="3810">
            <a:solidFill>
              <a:srgbClr val="26364E">
                <a:alpha val="0"/>
              </a:srgbClr>
            </a:solidFill>
            <a:prstDash val="solid"/>
          </a:ln>
        </p:spPr>
      </p:sp>
      <p:sp>
        <p:nvSpPr>
          <p:cNvPr id="84" name="Shape 82"/>
          <p:cNvSpPr/>
          <p:nvPr/>
        </p:nvSpPr>
        <p:spPr>
          <a:xfrm>
            <a:off x="1355141" y="2581232"/>
            <a:ext cx="55659" cy="55659"/>
          </a:xfrm>
          <a:prstGeom prst="ellipse">
            <a:avLst/>
          </a:prstGeom>
          <a:solidFill>
            <a:srgbClr val="26364E">
              <a:alpha val="84000"/>
            </a:srgbClr>
          </a:solidFill>
          <a:ln w="3810">
            <a:solidFill>
              <a:srgbClr val="26364E">
                <a:alpha val="0"/>
              </a:srgbClr>
            </a:solidFill>
            <a:prstDash val="solid"/>
          </a:ln>
        </p:spPr>
      </p:sp>
      <p:sp>
        <p:nvSpPr>
          <p:cNvPr id="85" name="Shape 83"/>
          <p:cNvSpPr/>
          <p:nvPr/>
        </p:nvSpPr>
        <p:spPr>
          <a:xfrm>
            <a:off x="1434177" y="2581232"/>
            <a:ext cx="55659" cy="55659"/>
          </a:xfrm>
          <a:prstGeom prst="ellipse">
            <a:avLst/>
          </a:prstGeom>
          <a:solidFill>
            <a:srgbClr val="26364E">
              <a:alpha val="84000"/>
            </a:srgbClr>
          </a:solidFill>
          <a:ln w="3810">
            <a:solidFill>
              <a:srgbClr val="26364E">
                <a:alpha val="0"/>
              </a:srgbClr>
            </a:solidFill>
            <a:prstDash val="solid"/>
          </a:ln>
        </p:spPr>
      </p:sp>
      <p:sp>
        <p:nvSpPr>
          <p:cNvPr id="86" name="Shape 84"/>
          <p:cNvSpPr/>
          <p:nvPr/>
        </p:nvSpPr>
        <p:spPr>
          <a:xfrm>
            <a:off x="1513213" y="2581232"/>
            <a:ext cx="55659" cy="55659"/>
          </a:xfrm>
          <a:prstGeom prst="ellipse">
            <a:avLst/>
          </a:prstGeom>
          <a:solidFill>
            <a:srgbClr val="42E0CB"/>
          </a:solidFill>
          <a:ln w="3810">
            <a:solidFill>
              <a:srgbClr val="42E0CB">
                <a:alpha val="0"/>
              </a:srgbClr>
            </a:solidFill>
            <a:prstDash val="solid"/>
          </a:ln>
        </p:spPr>
      </p:sp>
      <p:sp>
        <p:nvSpPr>
          <p:cNvPr id="87" name="Shape 85"/>
          <p:cNvSpPr/>
          <p:nvPr/>
        </p:nvSpPr>
        <p:spPr>
          <a:xfrm>
            <a:off x="1592249" y="2581232"/>
            <a:ext cx="55659" cy="55659"/>
          </a:xfrm>
          <a:prstGeom prst="ellipse">
            <a:avLst/>
          </a:prstGeom>
          <a:solidFill>
            <a:srgbClr val="26364E">
              <a:alpha val="84000"/>
            </a:srgbClr>
          </a:solidFill>
          <a:ln w="3810">
            <a:solidFill>
              <a:srgbClr val="26364E">
                <a:alpha val="0"/>
              </a:srgbClr>
            </a:solidFill>
            <a:prstDash val="solid"/>
          </a:ln>
        </p:spPr>
      </p:sp>
      <p:sp>
        <p:nvSpPr>
          <p:cNvPr id="88" name="Shape 86"/>
          <p:cNvSpPr/>
          <p:nvPr/>
        </p:nvSpPr>
        <p:spPr>
          <a:xfrm>
            <a:off x="1671285" y="2581232"/>
            <a:ext cx="55659" cy="55659"/>
          </a:xfrm>
          <a:prstGeom prst="ellipse">
            <a:avLst/>
          </a:prstGeom>
          <a:solidFill>
            <a:srgbClr val="26364E">
              <a:alpha val="84000"/>
            </a:srgbClr>
          </a:solidFill>
          <a:ln w="3810">
            <a:solidFill>
              <a:srgbClr val="26364E">
                <a:alpha val="0"/>
              </a:srgbClr>
            </a:solidFill>
            <a:prstDash val="solid"/>
          </a:ln>
        </p:spPr>
      </p:sp>
      <p:sp>
        <p:nvSpPr>
          <p:cNvPr id="89" name="Shape 87"/>
          <p:cNvSpPr/>
          <p:nvPr/>
        </p:nvSpPr>
        <p:spPr>
          <a:xfrm>
            <a:off x="1750321" y="2581232"/>
            <a:ext cx="55659" cy="55659"/>
          </a:xfrm>
          <a:prstGeom prst="ellipse">
            <a:avLst/>
          </a:prstGeom>
          <a:solidFill>
            <a:srgbClr val="42E0CB"/>
          </a:solidFill>
          <a:ln w="3810">
            <a:solidFill>
              <a:srgbClr val="42E0CB">
                <a:alpha val="0"/>
              </a:srgbClr>
            </a:solidFill>
            <a:prstDash val="solid"/>
          </a:ln>
        </p:spPr>
      </p:sp>
      <p:sp>
        <p:nvSpPr>
          <p:cNvPr id="90" name="Shape 88"/>
          <p:cNvSpPr/>
          <p:nvPr/>
        </p:nvSpPr>
        <p:spPr>
          <a:xfrm>
            <a:off x="1829357" y="2581232"/>
            <a:ext cx="55659" cy="55659"/>
          </a:xfrm>
          <a:prstGeom prst="ellipse">
            <a:avLst/>
          </a:prstGeom>
          <a:solidFill>
            <a:srgbClr val="26364E">
              <a:alpha val="84000"/>
            </a:srgbClr>
          </a:solidFill>
          <a:ln w="3810">
            <a:solidFill>
              <a:srgbClr val="26364E">
                <a:alpha val="0"/>
              </a:srgbClr>
            </a:solidFill>
            <a:prstDash val="solid"/>
          </a:ln>
        </p:spPr>
      </p:sp>
      <p:sp>
        <p:nvSpPr>
          <p:cNvPr id="91" name="Shape 89"/>
          <p:cNvSpPr/>
          <p:nvPr/>
        </p:nvSpPr>
        <p:spPr>
          <a:xfrm>
            <a:off x="1908393" y="2581232"/>
            <a:ext cx="55659" cy="55659"/>
          </a:xfrm>
          <a:prstGeom prst="ellipse">
            <a:avLst/>
          </a:prstGeom>
          <a:solidFill>
            <a:srgbClr val="26364E">
              <a:alpha val="84000"/>
            </a:srgbClr>
          </a:solidFill>
          <a:ln w="3810">
            <a:solidFill>
              <a:srgbClr val="26364E">
                <a:alpha val="0"/>
              </a:srgbClr>
            </a:solidFill>
            <a:prstDash val="solid"/>
          </a:ln>
        </p:spPr>
      </p:sp>
      <p:sp>
        <p:nvSpPr>
          <p:cNvPr id="92" name="Shape 90"/>
          <p:cNvSpPr/>
          <p:nvPr/>
        </p:nvSpPr>
        <p:spPr>
          <a:xfrm>
            <a:off x="1987429" y="2581232"/>
            <a:ext cx="55659" cy="55659"/>
          </a:xfrm>
          <a:prstGeom prst="ellipse">
            <a:avLst/>
          </a:prstGeom>
          <a:solidFill>
            <a:srgbClr val="42E0CB"/>
          </a:solidFill>
          <a:ln w="3810">
            <a:solidFill>
              <a:srgbClr val="42E0CB">
                <a:alpha val="0"/>
              </a:srgbClr>
            </a:solidFill>
            <a:prstDash val="solid"/>
          </a:ln>
        </p:spPr>
      </p:sp>
      <p:sp>
        <p:nvSpPr>
          <p:cNvPr id="93" name="Shape 91"/>
          <p:cNvSpPr/>
          <p:nvPr/>
        </p:nvSpPr>
        <p:spPr>
          <a:xfrm>
            <a:off x="2066464" y="2581232"/>
            <a:ext cx="55659" cy="55659"/>
          </a:xfrm>
          <a:prstGeom prst="ellipse">
            <a:avLst/>
          </a:prstGeom>
          <a:solidFill>
            <a:srgbClr val="26364E">
              <a:alpha val="84000"/>
            </a:srgbClr>
          </a:solidFill>
          <a:ln w="3810">
            <a:solidFill>
              <a:srgbClr val="26364E">
                <a:alpha val="0"/>
              </a:srgbClr>
            </a:solidFill>
            <a:prstDash val="solid"/>
          </a:ln>
        </p:spPr>
      </p:sp>
      <p:sp>
        <p:nvSpPr>
          <p:cNvPr id="94" name="Shape 92"/>
          <p:cNvSpPr/>
          <p:nvPr/>
        </p:nvSpPr>
        <p:spPr>
          <a:xfrm>
            <a:off x="2145500" y="2581232"/>
            <a:ext cx="55659" cy="55659"/>
          </a:xfrm>
          <a:prstGeom prst="ellipse">
            <a:avLst/>
          </a:prstGeom>
          <a:solidFill>
            <a:srgbClr val="26364E">
              <a:alpha val="84000"/>
            </a:srgbClr>
          </a:solidFill>
          <a:ln w="3810">
            <a:solidFill>
              <a:srgbClr val="26364E">
                <a:alpha val="0"/>
              </a:srgbClr>
            </a:solidFill>
            <a:prstDash val="solid"/>
          </a:ln>
        </p:spPr>
      </p:sp>
      <p:sp>
        <p:nvSpPr>
          <p:cNvPr id="95" name="Shape 93"/>
          <p:cNvSpPr/>
          <p:nvPr/>
        </p:nvSpPr>
        <p:spPr>
          <a:xfrm>
            <a:off x="2224536" y="2581232"/>
            <a:ext cx="55659" cy="55659"/>
          </a:xfrm>
          <a:prstGeom prst="ellipse">
            <a:avLst/>
          </a:prstGeom>
          <a:solidFill>
            <a:srgbClr val="42E0CB"/>
          </a:solidFill>
          <a:ln w="3810">
            <a:solidFill>
              <a:srgbClr val="42E0CB">
                <a:alpha val="0"/>
              </a:srgbClr>
            </a:solidFill>
            <a:prstDash val="solid"/>
          </a:ln>
        </p:spPr>
      </p:sp>
      <p:sp>
        <p:nvSpPr>
          <p:cNvPr id="96" name="Shape 94"/>
          <p:cNvSpPr/>
          <p:nvPr/>
        </p:nvSpPr>
        <p:spPr>
          <a:xfrm>
            <a:off x="2303572" y="2581232"/>
            <a:ext cx="55659" cy="55659"/>
          </a:xfrm>
          <a:prstGeom prst="ellipse">
            <a:avLst/>
          </a:prstGeom>
          <a:solidFill>
            <a:srgbClr val="26364E">
              <a:alpha val="84000"/>
            </a:srgbClr>
          </a:solidFill>
          <a:ln w="3810">
            <a:solidFill>
              <a:srgbClr val="26364E">
                <a:alpha val="0"/>
              </a:srgbClr>
            </a:solidFill>
            <a:prstDash val="solid"/>
          </a:ln>
        </p:spPr>
      </p:sp>
      <p:sp>
        <p:nvSpPr>
          <p:cNvPr id="97" name="Shape 95"/>
          <p:cNvSpPr/>
          <p:nvPr/>
        </p:nvSpPr>
        <p:spPr>
          <a:xfrm>
            <a:off x="2382608" y="2581232"/>
            <a:ext cx="55659" cy="55659"/>
          </a:xfrm>
          <a:prstGeom prst="ellipse">
            <a:avLst/>
          </a:prstGeom>
          <a:solidFill>
            <a:srgbClr val="26364E">
              <a:alpha val="84000"/>
            </a:srgbClr>
          </a:solidFill>
          <a:ln w="3810">
            <a:solidFill>
              <a:srgbClr val="26364E">
                <a:alpha val="0"/>
              </a:srgbClr>
            </a:solidFill>
            <a:prstDash val="solid"/>
          </a:ln>
        </p:spPr>
      </p:sp>
      <p:sp>
        <p:nvSpPr>
          <p:cNvPr id="98" name="Shape 96"/>
          <p:cNvSpPr/>
          <p:nvPr/>
        </p:nvSpPr>
        <p:spPr>
          <a:xfrm>
            <a:off x="2461644" y="2581232"/>
            <a:ext cx="55659" cy="55659"/>
          </a:xfrm>
          <a:prstGeom prst="ellipse">
            <a:avLst/>
          </a:prstGeom>
          <a:solidFill>
            <a:srgbClr val="42E0CB"/>
          </a:solidFill>
          <a:ln w="3810">
            <a:solidFill>
              <a:srgbClr val="42E0CB">
                <a:alpha val="0"/>
              </a:srgbClr>
            </a:solidFill>
            <a:prstDash val="solid"/>
          </a:ln>
        </p:spPr>
      </p:sp>
      <p:sp>
        <p:nvSpPr>
          <p:cNvPr id="99" name="Shape 97"/>
          <p:cNvSpPr/>
          <p:nvPr/>
        </p:nvSpPr>
        <p:spPr>
          <a:xfrm>
            <a:off x="2540680" y="2581232"/>
            <a:ext cx="55659" cy="55659"/>
          </a:xfrm>
          <a:prstGeom prst="ellipse">
            <a:avLst/>
          </a:prstGeom>
          <a:solidFill>
            <a:srgbClr val="26364E">
              <a:alpha val="84000"/>
            </a:srgbClr>
          </a:solidFill>
          <a:ln w="3810">
            <a:solidFill>
              <a:srgbClr val="26364E">
                <a:alpha val="0"/>
              </a:srgbClr>
            </a:solidFill>
            <a:prstDash val="solid"/>
          </a:ln>
        </p:spPr>
      </p:sp>
      <p:sp>
        <p:nvSpPr>
          <p:cNvPr id="100" name="Shape 98"/>
          <p:cNvSpPr/>
          <p:nvPr/>
        </p:nvSpPr>
        <p:spPr>
          <a:xfrm>
            <a:off x="2619716" y="2581232"/>
            <a:ext cx="55659" cy="55659"/>
          </a:xfrm>
          <a:prstGeom prst="ellipse">
            <a:avLst/>
          </a:prstGeom>
          <a:solidFill>
            <a:srgbClr val="26364E">
              <a:alpha val="84000"/>
            </a:srgbClr>
          </a:solidFill>
          <a:ln w="3810">
            <a:solidFill>
              <a:srgbClr val="26364E">
                <a:alpha val="0"/>
              </a:srgbClr>
            </a:solidFill>
            <a:prstDash val="solid"/>
          </a:ln>
        </p:spPr>
      </p:sp>
      <p:sp>
        <p:nvSpPr>
          <p:cNvPr id="101" name="Shape 99"/>
          <p:cNvSpPr/>
          <p:nvPr/>
        </p:nvSpPr>
        <p:spPr>
          <a:xfrm>
            <a:off x="2698752" y="2581232"/>
            <a:ext cx="55659" cy="55659"/>
          </a:xfrm>
          <a:prstGeom prst="ellipse">
            <a:avLst/>
          </a:prstGeom>
          <a:solidFill>
            <a:srgbClr val="42E0CB"/>
          </a:solidFill>
          <a:ln w="3810">
            <a:solidFill>
              <a:srgbClr val="42E0CB">
                <a:alpha val="0"/>
              </a:srgbClr>
            </a:solidFill>
            <a:prstDash val="solid"/>
          </a:ln>
        </p:spPr>
      </p:sp>
      <p:sp>
        <p:nvSpPr>
          <p:cNvPr id="102" name="Shape 100"/>
          <p:cNvSpPr/>
          <p:nvPr/>
        </p:nvSpPr>
        <p:spPr>
          <a:xfrm>
            <a:off x="2777788" y="2581232"/>
            <a:ext cx="55659" cy="55659"/>
          </a:xfrm>
          <a:prstGeom prst="ellipse">
            <a:avLst/>
          </a:prstGeom>
          <a:solidFill>
            <a:srgbClr val="26364E">
              <a:alpha val="84000"/>
            </a:srgbClr>
          </a:solidFill>
          <a:ln w="3810">
            <a:solidFill>
              <a:srgbClr val="26364E">
                <a:alpha val="0"/>
              </a:srgbClr>
            </a:solidFill>
            <a:prstDash val="solid"/>
          </a:ln>
        </p:spPr>
      </p:sp>
      <p:sp>
        <p:nvSpPr>
          <p:cNvPr id="103" name="Shape 101"/>
          <p:cNvSpPr/>
          <p:nvPr/>
        </p:nvSpPr>
        <p:spPr>
          <a:xfrm>
            <a:off x="2856824" y="2581232"/>
            <a:ext cx="55659" cy="55659"/>
          </a:xfrm>
          <a:prstGeom prst="ellipse">
            <a:avLst/>
          </a:prstGeom>
          <a:solidFill>
            <a:srgbClr val="26364E">
              <a:alpha val="84000"/>
            </a:srgbClr>
          </a:solidFill>
          <a:ln w="3810">
            <a:solidFill>
              <a:srgbClr val="26364E">
                <a:alpha val="0"/>
              </a:srgbClr>
            </a:solidFill>
            <a:prstDash val="solid"/>
          </a:ln>
        </p:spPr>
      </p:sp>
      <p:sp>
        <p:nvSpPr>
          <p:cNvPr id="104" name="Shape 102"/>
          <p:cNvSpPr/>
          <p:nvPr/>
        </p:nvSpPr>
        <p:spPr>
          <a:xfrm>
            <a:off x="2935860" y="2581232"/>
            <a:ext cx="55659" cy="55659"/>
          </a:xfrm>
          <a:prstGeom prst="ellipse">
            <a:avLst/>
          </a:prstGeom>
          <a:solidFill>
            <a:srgbClr val="42E0CB"/>
          </a:solidFill>
          <a:ln w="3810">
            <a:solidFill>
              <a:srgbClr val="42E0CB">
                <a:alpha val="0"/>
              </a:srgbClr>
            </a:solidFill>
            <a:prstDash val="solid"/>
          </a:ln>
        </p:spPr>
      </p:sp>
      <p:sp>
        <p:nvSpPr>
          <p:cNvPr id="105" name="Shape 103"/>
          <p:cNvSpPr/>
          <p:nvPr/>
        </p:nvSpPr>
        <p:spPr>
          <a:xfrm>
            <a:off x="3014896" y="2581232"/>
            <a:ext cx="55659" cy="55659"/>
          </a:xfrm>
          <a:prstGeom prst="ellipse">
            <a:avLst/>
          </a:prstGeom>
          <a:solidFill>
            <a:srgbClr val="26364E">
              <a:alpha val="84000"/>
            </a:srgbClr>
          </a:solidFill>
          <a:ln w="3810">
            <a:solidFill>
              <a:srgbClr val="26364E">
                <a:alpha val="0"/>
              </a:srgbClr>
            </a:solidFill>
            <a:prstDash val="solid"/>
          </a:ln>
        </p:spPr>
      </p:sp>
      <p:sp>
        <p:nvSpPr>
          <p:cNvPr id="106" name="Shape 104"/>
          <p:cNvSpPr/>
          <p:nvPr/>
        </p:nvSpPr>
        <p:spPr>
          <a:xfrm>
            <a:off x="3093932" y="2581232"/>
            <a:ext cx="55659" cy="55659"/>
          </a:xfrm>
          <a:prstGeom prst="ellipse">
            <a:avLst/>
          </a:prstGeom>
          <a:solidFill>
            <a:srgbClr val="26364E">
              <a:alpha val="84000"/>
            </a:srgbClr>
          </a:solidFill>
          <a:ln w="3810">
            <a:solidFill>
              <a:srgbClr val="26364E">
                <a:alpha val="0"/>
              </a:srgbClr>
            </a:solidFill>
            <a:prstDash val="solid"/>
          </a:ln>
        </p:spPr>
      </p:sp>
      <p:sp>
        <p:nvSpPr>
          <p:cNvPr id="107" name="Shape 105"/>
          <p:cNvSpPr/>
          <p:nvPr/>
        </p:nvSpPr>
        <p:spPr>
          <a:xfrm>
            <a:off x="3172968" y="2581232"/>
            <a:ext cx="55659" cy="55659"/>
          </a:xfrm>
          <a:prstGeom prst="ellipse">
            <a:avLst/>
          </a:prstGeom>
          <a:solidFill>
            <a:srgbClr val="42E0CB"/>
          </a:solidFill>
          <a:ln w="3810">
            <a:solidFill>
              <a:srgbClr val="42E0CB">
                <a:alpha val="0"/>
              </a:srgbClr>
            </a:solidFill>
            <a:prstDash val="solid"/>
          </a:ln>
        </p:spPr>
      </p:sp>
      <p:sp>
        <p:nvSpPr>
          <p:cNvPr id="108" name="Shape 106"/>
          <p:cNvSpPr/>
          <p:nvPr/>
        </p:nvSpPr>
        <p:spPr>
          <a:xfrm>
            <a:off x="3252004" y="2581232"/>
            <a:ext cx="55659" cy="55659"/>
          </a:xfrm>
          <a:prstGeom prst="ellipse">
            <a:avLst/>
          </a:prstGeom>
          <a:solidFill>
            <a:srgbClr val="42E0CB"/>
          </a:solidFill>
          <a:ln w="3810">
            <a:solidFill>
              <a:srgbClr val="42E0CB">
                <a:alpha val="0"/>
              </a:srgbClr>
            </a:solidFill>
            <a:prstDash val="solid"/>
          </a:ln>
        </p:spPr>
      </p:sp>
      <p:sp>
        <p:nvSpPr>
          <p:cNvPr id="109" name="Shape 107"/>
          <p:cNvSpPr/>
          <p:nvPr/>
        </p:nvSpPr>
        <p:spPr>
          <a:xfrm>
            <a:off x="3331040" y="2581232"/>
            <a:ext cx="55659" cy="55659"/>
          </a:xfrm>
          <a:prstGeom prst="ellipse">
            <a:avLst/>
          </a:prstGeom>
          <a:solidFill>
            <a:srgbClr val="42E0CB"/>
          </a:solidFill>
          <a:ln w="3810">
            <a:solidFill>
              <a:srgbClr val="42E0CB">
                <a:alpha val="0"/>
              </a:srgbClr>
            </a:solidFill>
            <a:prstDash val="solid"/>
          </a:ln>
        </p:spPr>
      </p:sp>
      <p:sp>
        <p:nvSpPr>
          <p:cNvPr id="110" name="Shape 108"/>
          <p:cNvSpPr/>
          <p:nvPr/>
        </p:nvSpPr>
        <p:spPr>
          <a:xfrm>
            <a:off x="3410076" y="2581232"/>
            <a:ext cx="55659" cy="55659"/>
          </a:xfrm>
          <a:prstGeom prst="ellipse">
            <a:avLst/>
          </a:prstGeom>
          <a:solidFill>
            <a:srgbClr val="26364E">
              <a:alpha val="84000"/>
            </a:srgbClr>
          </a:solidFill>
          <a:ln w="3810">
            <a:solidFill>
              <a:srgbClr val="26364E">
                <a:alpha val="0"/>
              </a:srgbClr>
            </a:solidFill>
            <a:prstDash val="solid"/>
          </a:ln>
        </p:spPr>
      </p:sp>
      <p:sp>
        <p:nvSpPr>
          <p:cNvPr id="111" name="Shape 109"/>
          <p:cNvSpPr/>
          <p:nvPr/>
        </p:nvSpPr>
        <p:spPr>
          <a:xfrm>
            <a:off x="959961" y="2660268"/>
            <a:ext cx="55659" cy="55659"/>
          </a:xfrm>
          <a:prstGeom prst="ellipse">
            <a:avLst/>
          </a:prstGeom>
          <a:solidFill>
            <a:srgbClr val="42E0CB"/>
          </a:solidFill>
          <a:ln w="3810">
            <a:solidFill>
              <a:srgbClr val="42E0CB">
                <a:alpha val="0"/>
              </a:srgbClr>
            </a:solidFill>
            <a:prstDash val="solid"/>
          </a:ln>
        </p:spPr>
      </p:sp>
      <p:sp>
        <p:nvSpPr>
          <p:cNvPr id="112" name="Shape 110"/>
          <p:cNvSpPr/>
          <p:nvPr/>
        </p:nvSpPr>
        <p:spPr>
          <a:xfrm>
            <a:off x="1038997" y="2660268"/>
            <a:ext cx="55659" cy="55659"/>
          </a:xfrm>
          <a:prstGeom prst="ellipse">
            <a:avLst/>
          </a:prstGeom>
          <a:solidFill>
            <a:srgbClr val="26364E">
              <a:alpha val="84000"/>
            </a:srgbClr>
          </a:solidFill>
          <a:ln w="3810">
            <a:solidFill>
              <a:srgbClr val="26364E">
                <a:alpha val="0"/>
              </a:srgbClr>
            </a:solidFill>
            <a:prstDash val="solid"/>
          </a:ln>
        </p:spPr>
      </p:sp>
      <p:sp>
        <p:nvSpPr>
          <p:cNvPr id="113" name="Shape 111"/>
          <p:cNvSpPr/>
          <p:nvPr/>
        </p:nvSpPr>
        <p:spPr>
          <a:xfrm>
            <a:off x="1118033" y="2660268"/>
            <a:ext cx="55659" cy="55659"/>
          </a:xfrm>
          <a:prstGeom prst="ellipse">
            <a:avLst/>
          </a:prstGeom>
          <a:solidFill>
            <a:srgbClr val="42E0CB"/>
          </a:solidFill>
          <a:ln w="3810">
            <a:solidFill>
              <a:srgbClr val="42E0CB">
                <a:alpha val="0"/>
              </a:srgbClr>
            </a:solidFill>
            <a:prstDash val="solid"/>
          </a:ln>
        </p:spPr>
      </p:sp>
      <p:sp>
        <p:nvSpPr>
          <p:cNvPr id="114" name="Shape 112"/>
          <p:cNvSpPr/>
          <p:nvPr/>
        </p:nvSpPr>
        <p:spPr>
          <a:xfrm>
            <a:off x="1197069" y="2660268"/>
            <a:ext cx="55659" cy="55659"/>
          </a:xfrm>
          <a:prstGeom prst="ellipse">
            <a:avLst/>
          </a:prstGeom>
          <a:solidFill>
            <a:srgbClr val="26364E">
              <a:alpha val="84000"/>
            </a:srgbClr>
          </a:solidFill>
          <a:ln w="3810">
            <a:solidFill>
              <a:srgbClr val="26364E">
                <a:alpha val="0"/>
              </a:srgbClr>
            </a:solidFill>
            <a:prstDash val="solid"/>
          </a:ln>
        </p:spPr>
      </p:sp>
      <p:sp>
        <p:nvSpPr>
          <p:cNvPr id="115" name="Shape 113"/>
          <p:cNvSpPr/>
          <p:nvPr/>
        </p:nvSpPr>
        <p:spPr>
          <a:xfrm>
            <a:off x="1276105" y="2660268"/>
            <a:ext cx="55659" cy="55659"/>
          </a:xfrm>
          <a:prstGeom prst="ellipse">
            <a:avLst/>
          </a:prstGeom>
          <a:solidFill>
            <a:srgbClr val="42E0CB"/>
          </a:solidFill>
          <a:ln w="3810">
            <a:solidFill>
              <a:srgbClr val="42E0CB">
                <a:alpha val="0"/>
              </a:srgbClr>
            </a:solidFill>
            <a:prstDash val="solid"/>
          </a:ln>
        </p:spPr>
      </p:sp>
      <p:sp>
        <p:nvSpPr>
          <p:cNvPr id="116" name="Shape 114"/>
          <p:cNvSpPr/>
          <p:nvPr/>
        </p:nvSpPr>
        <p:spPr>
          <a:xfrm>
            <a:off x="1355141" y="2660268"/>
            <a:ext cx="55659" cy="55659"/>
          </a:xfrm>
          <a:prstGeom prst="ellipse">
            <a:avLst/>
          </a:prstGeom>
          <a:solidFill>
            <a:srgbClr val="26364E">
              <a:alpha val="84000"/>
            </a:srgbClr>
          </a:solidFill>
          <a:ln w="3810">
            <a:solidFill>
              <a:srgbClr val="26364E">
                <a:alpha val="0"/>
              </a:srgbClr>
            </a:solidFill>
            <a:prstDash val="solid"/>
          </a:ln>
        </p:spPr>
      </p:sp>
      <p:sp>
        <p:nvSpPr>
          <p:cNvPr id="117" name="Shape 115"/>
          <p:cNvSpPr/>
          <p:nvPr/>
        </p:nvSpPr>
        <p:spPr>
          <a:xfrm>
            <a:off x="1434177" y="2660268"/>
            <a:ext cx="55659" cy="55659"/>
          </a:xfrm>
          <a:prstGeom prst="ellipse">
            <a:avLst/>
          </a:prstGeom>
          <a:solidFill>
            <a:srgbClr val="26364E">
              <a:alpha val="84000"/>
            </a:srgbClr>
          </a:solidFill>
          <a:ln w="3810">
            <a:solidFill>
              <a:srgbClr val="26364E">
                <a:alpha val="0"/>
              </a:srgbClr>
            </a:solidFill>
            <a:prstDash val="solid"/>
          </a:ln>
        </p:spPr>
      </p:sp>
      <p:sp>
        <p:nvSpPr>
          <p:cNvPr id="118" name="Shape 116"/>
          <p:cNvSpPr/>
          <p:nvPr/>
        </p:nvSpPr>
        <p:spPr>
          <a:xfrm>
            <a:off x="1513213" y="2660268"/>
            <a:ext cx="55659" cy="55659"/>
          </a:xfrm>
          <a:prstGeom prst="ellipse">
            <a:avLst/>
          </a:prstGeom>
          <a:solidFill>
            <a:srgbClr val="26364E">
              <a:alpha val="84000"/>
            </a:srgbClr>
          </a:solidFill>
          <a:ln w="3810">
            <a:solidFill>
              <a:srgbClr val="26364E">
                <a:alpha val="0"/>
              </a:srgbClr>
            </a:solidFill>
            <a:prstDash val="solid"/>
          </a:ln>
        </p:spPr>
      </p:sp>
      <p:sp>
        <p:nvSpPr>
          <p:cNvPr id="119" name="Shape 117"/>
          <p:cNvSpPr/>
          <p:nvPr/>
        </p:nvSpPr>
        <p:spPr>
          <a:xfrm>
            <a:off x="1592249" y="2660268"/>
            <a:ext cx="55659" cy="55659"/>
          </a:xfrm>
          <a:prstGeom prst="ellipse">
            <a:avLst/>
          </a:prstGeom>
          <a:solidFill>
            <a:srgbClr val="26364E">
              <a:alpha val="84000"/>
            </a:srgbClr>
          </a:solidFill>
          <a:ln w="3810">
            <a:solidFill>
              <a:srgbClr val="26364E">
                <a:alpha val="0"/>
              </a:srgbClr>
            </a:solidFill>
            <a:prstDash val="solid"/>
          </a:ln>
        </p:spPr>
      </p:sp>
      <p:sp>
        <p:nvSpPr>
          <p:cNvPr id="120" name="Shape 118"/>
          <p:cNvSpPr/>
          <p:nvPr/>
        </p:nvSpPr>
        <p:spPr>
          <a:xfrm>
            <a:off x="1671285" y="2660268"/>
            <a:ext cx="55659" cy="55659"/>
          </a:xfrm>
          <a:prstGeom prst="ellipse">
            <a:avLst/>
          </a:prstGeom>
          <a:solidFill>
            <a:srgbClr val="26364E">
              <a:alpha val="84000"/>
            </a:srgbClr>
          </a:solidFill>
          <a:ln w="3810">
            <a:solidFill>
              <a:srgbClr val="26364E">
                <a:alpha val="0"/>
              </a:srgbClr>
            </a:solidFill>
            <a:prstDash val="solid"/>
          </a:ln>
        </p:spPr>
      </p:sp>
      <p:sp>
        <p:nvSpPr>
          <p:cNvPr id="121" name="Shape 119"/>
          <p:cNvSpPr/>
          <p:nvPr/>
        </p:nvSpPr>
        <p:spPr>
          <a:xfrm>
            <a:off x="1750321" y="2660268"/>
            <a:ext cx="55659" cy="55659"/>
          </a:xfrm>
          <a:prstGeom prst="ellipse">
            <a:avLst/>
          </a:prstGeom>
          <a:solidFill>
            <a:srgbClr val="26364E">
              <a:alpha val="84000"/>
            </a:srgbClr>
          </a:solidFill>
          <a:ln w="3810">
            <a:solidFill>
              <a:srgbClr val="26364E">
                <a:alpha val="0"/>
              </a:srgbClr>
            </a:solidFill>
            <a:prstDash val="solid"/>
          </a:ln>
        </p:spPr>
      </p:sp>
      <p:sp>
        <p:nvSpPr>
          <p:cNvPr id="122" name="Shape 120"/>
          <p:cNvSpPr/>
          <p:nvPr/>
        </p:nvSpPr>
        <p:spPr>
          <a:xfrm>
            <a:off x="1829357" y="2660268"/>
            <a:ext cx="55659" cy="55659"/>
          </a:xfrm>
          <a:prstGeom prst="ellipse">
            <a:avLst/>
          </a:prstGeom>
          <a:solidFill>
            <a:srgbClr val="26364E">
              <a:alpha val="84000"/>
            </a:srgbClr>
          </a:solidFill>
          <a:ln w="3810">
            <a:solidFill>
              <a:srgbClr val="26364E">
                <a:alpha val="0"/>
              </a:srgbClr>
            </a:solidFill>
            <a:prstDash val="solid"/>
          </a:ln>
        </p:spPr>
      </p:sp>
      <p:sp>
        <p:nvSpPr>
          <p:cNvPr id="123" name="Shape 121"/>
          <p:cNvSpPr/>
          <p:nvPr/>
        </p:nvSpPr>
        <p:spPr>
          <a:xfrm>
            <a:off x="1908393" y="2660268"/>
            <a:ext cx="55659" cy="55659"/>
          </a:xfrm>
          <a:prstGeom prst="ellipse">
            <a:avLst/>
          </a:prstGeom>
          <a:solidFill>
            <a:srgbClr val="26364E">
              <a:alpha val="84000"/>
            </a:srgbClr>
          </a:solidFill>
          <a:ln w="3810">
            <a:solidFill>
              <a:srgbClr val="26364E">
                <a:alpha val="0"/>
              </a:srgbClr>
            </a:solidFill>
            <a:prstDash val="solid"/>
          </a:ln>
        </p:spPr>
      </p:sp>
      <p:sp>
        <p:nvSpPr>
          <p:cNvPr id="124" name="Shape 122"/>
          <p:cNvSpPr/>
          <p:nvPr/>
        </p:nvSpPr>
        <p:spPr>
          <a:xfrm>
            <a:off x="1987429" y="2660268"/>
            <a:ext cx="55659" cy="55659"/>
          </a:xfrm>
          <a:prstGeom prst="ellipse">
            <a:avLst/>
          </a:prstGeom>
          <a:solidFill>
            <a:srgbClr val="26364E">
              <a:alpha val="84000"/>
            </a:srgbClr>
          </a:solidFill>
          <a:ln w="3810">
            <a:solidFill>
              <a:srgbClr val="26364E">
                <a:alpha val="0"/>
              </a:srgbClr>
            </a:solidFill>
            <a:prstDash val="solid"/>
          </a:ln>
        </p:spPr>
      </p:sp>
      <p:sp>
        <p:nvSpPr>
          <p:cNvPr id="125" name="Shape 123"/>
          <p:cNvSpPr/>
          <p:nvPr/>
        </p:nvSpPr>
        <p:spPr>
          <a:xfrm>
            <a:off x="2066464" y="2660268"/>
            <a:ext cx="55659" cy="55659"/>
          </a:xfrm>
          <a:prstGeom prst="ellipse">
            <a:avLst/>
          </a:prstGeom>
          <a:solidFill>
            <a:srgbClr val="26364E">
              <a:alpha val="84000"/>
            </a:srgbClr>
          </a:solidFill>
          <a:ln w="3810">
            <a:solidFill>
              <a:srgbClr val="26364E">
                <a:alpha val="0"/>
              </a:srgbClr>
            </a:solidFill>
            <a:prstDash val="solid"/>
          </a:ln>
        </p:spPr>
      </p:sp>
      <p:sp>
        <p:nvSpPr>
          <p:cNvPr id="126" name="Shape 124"/>
          <p:cNvSpPr/>
          <p:nvPr/>
        </p:nvSpPr>
        <p:spPr>
          <a:xfrm>
            <a:off x="2145500" y="2660268"/>
            <a:ext cx="55659" cy="55659"/>
          </a:xfrm>
          <a:prstGeom prst="ellipse">
            <a:avLst/>
          </a:prstGeom>
          <a:solidFill>
            <a:srgbClr val="26364E">
              <a:alpha val="84000"/>
            </a:srgbClr>
          </a:solidFill>
          <a:ln w="3810">
            <a:solidFill>
              <a:srgbClr val="26364E">
                <a:alpha val="0"/>
              </a:srgbClr>
            </a:solidFill>
            <a:prstDash val="solid"/>
          </a:ln>
        </p:spPr>
      </p:sp>
      <p:sp>
        <p:nvSpPr>
          <p:cNvPr id="127" name="Shape 125"/>
          <p:cNvSpPr/>
          <p:nvPr/>
        </p:nvSpPr>
        <p:spPr>
          <a:xfrm>
            <a:off x="2224536" y="2660268"/>
            <a:ext cx="55659" cy="55659"/>
          </a:xfrm>
          <a:prstGeom prst="ellipse">
            <a:avLst/>
          </a:prstGeom>
          <a:solidFill>
            <a:srgbClr val="26364E">
              <a:alpha val="84000"/>
            </a:srgbClr>
          </a:solidFill>
          <a:ln w="3810">
            <a:solidFill>
              <a:srgbClr val="26364E">
                <a:alpha val="0"/>
              </a:srgbClr>
            </a:solidFill>
            <a:prstDash val="solid"/>
          </a:ln>
        </p:spPr>
      </p:sp>
      <p:sp>
        <p:nvSpPr>
          <p:cNvPr id="128" name="Shape 126"/>
          <p:cNvSpPr/>
          <p:nvPr/>
        </p:nvSpPr>
        <p:spPr>
          <a:xfrm>
            <a:off x="2303572" y="2660268"/>
            <a:ext cx="55659" cy="55659"/>
          </a:xfrm>
          <a:prstGeom prst="ellipse">
            <a:avLst/>
          </a:prstGeom>
          <a:solidFill>
            <a:srgbClr val="26364E">
              <a:alpha val="84000"/>
            </a:srgbClr>
          </a:solidFill>
          <a:ln w="3810">
            <a:solidFill>
              <a:srgbClr val="26364E">
                <a:alpha val="0"/>
              </a:srgbClr>
            </a:solidFill>
            <a:prstDash val="solid"/>
          </a:ln>
        </p:spPr>
      </p:sp>
      <p:sp>
        <p:nvSpPr>
          <p:cNvPr id="129" name="Shape 127"/>
          <p:cNvSpPr/>
          <p:nvPr/>
        </p:nvSpPr>
        <p:spPr>
          <a:xfrm>
            <a:off x="2382608" y="2660268"/>
            <a:ext cx="55659" cy="55659"/>
          </a:xfrm>
          <a:prstGeom prst="ellipse">
            <a:avLst/>
          </a:prstGeom>
          <a:solidFill>
            <a:srgbClr val="26364E">
              <a:alpha val="84000"/>
            </a:srgbClr>
          </a:solidFill>
          <a:ln w="3810">
            <a:solidFill>
              <a:srgbClr val="26364E">
                <a:alpha val="0"/>
              </a:srgbClr>
            </a:solidFill>
            <a:prstDash val="solid"/>
          </a:ln>
        </p:spPr>
      </p:sp>
      <p:sp>
        <p:nvSpPr>
          <p:cNvPr id="130" name="Shape 128"/>
          <p:cNvSpPr/>
          <p:nvPr/>
        </p:nvSpPr>
        <p:spPr>
          <a:xfrm>
            <a:off x="2461644" y="2660268"/>
            <a:ext cx="55659" cy="55659"/>
          </a:xfrm>
          <a:prstGeom prst="ellipse">
            <a:avLst/>
          </a:prstGeom>
          <a:solidFill>
            <a:srgbClr val="26364E">
              <a:alpha val="84000"/>
            </a:srgbClr>
          </a:solidFill>
          <a:ln w="3810">
            <a:solidFill>
              <a:srgbClr val="26364E">
                <a:alpha val="0"/>
              </a:srgbClr>
            </a:solidFill>
            <a:prstDash val="solid"/>
          </a:ln>
        </p:spPr>
      </p:sp>
      <p:sp>
        <p:nvSpPr>
          <p:cNvPr id="131" name="Shape 129"/>
          <p:cNvSpPr/>
          <p:nvPr/>
        </p:nvSpPr>
        <p:spPr>
          <a:xfrm>
            <a:off x="2540680" y="2660268"/>
            <a:ext cx="55659" cy="55659"/>
          </a:xfrm>
          <a:prstGeom prst="ellipse">
            <a:avLst/>
          </a:prstGeom>
          <a:solidFill>
            <a:srgbClr val="26364E">
              <a:alpha val="84000"/>
            </a:srgbClr>
          </a:solidFill>
          <a:ln w="3810">
            <a:solidFill>
              <a:srgbClr val="26364E">
                <a:alpha val="0"/>
              </a:srgbClr>
            </a:solidFill>
            <a:prstDash val="solid"/>
          </a:ln>
        </p:spPr>
      </p:sp>
      <p:sp>
        <p:nvSpPr>
          <p:cNvPr id="132" name="Shape 130"/>
          <p:cNvSpPr/>
          <p:nvPr/>
        </p:nvSpPr>
        <p:spPr>
          <a:xfrm>
            <a:off x="2619716" y="2660268"/>
            <a:ext cx="55659" cy="55659"/>
          </a:xfrm>
          <a:prstGeom prst="ellipse">
            <a:avLst/>
          </a:prstGeom>
          <a:solidFill>
            <a:srgbClr val="26364E">
              <a:alpha val="84000"/>
            </a:srgbClr>
          </a:solidFill>
          <a:ln w="3810">
            <a:solidFill>
              <a:srgbClr val="26364E">
                <a:alpha val="0"/>
              </a:srgbClr>
            </a:solidFill>
            <a:prstDash val="solid"/>
          </a:ln>
        </p:spPr>
      </p:sp>
      <p:sp>
        <p:nvSpPr>
          <p:cNvPr id="133" name="Shape 131"/>
          <p:cNvSpPr/>
          <p:nvPr/>
        </p:nvSpPr>
        <p:spPr>
          <a:xfrm>
            <a:off x="2698752" y="2660268"/>
            <a:ext cx="55659" cy="55659"/>
          </a:xfrm>
          <a:prstGeom prst="ellipse">
            <a:avLst/>
          </a:prstGeom>
          <a:solidFill>
            <a:srgbClr val="26364E">
              <a:alpha val="84000"/>
            </a:srgbClr>
          </a:solidFill>
          <a:ln w="3810">
            <a:solidFill>
              <a:srgbClr val="26364E">
                <a:alpha val="0"/>
              </a:srgbClr>
            </a:solidFill>
            <a:prstDash val="solid"/>
          </a:ln>
        </p:spPr>
      </p:sp>
      <p:sp>
        <p:nvSpPr>
          <p:cNvPr id="134" name="Shape 132"/>
          <p:cNvSpPr/>
          <p:nvPr/>
        </p:nvSpPr>
        <p:spPr>
          <a:xfrm>
            <a:off x="2777788" y="2660268"/>
            <a:ext cx="55659" cy="55659"/>
          </a:xfrm>
          <a:prstGeom prst="ellipse">
            <a:avLst/>
          </a:prstGeom>
          <a:solidFill>
            <a:srgbClr val="26364E">
              <a:alpha val="84000"/>
            </a:srgbClr>
          </a:solidFill>
          <a:ln w="3810">
            <a:solidFill>
              <a:srgbClr val="26364E">
                <a:alpha val="0"/>
              </a:srgbClr>
            </a:solidFill>
            <a:prstDash val="solid"/>
          </a:ln>
        </p:spPr>
      </p:sp>
      <p:sp>
        <p:nvSpPr>
          <p:cNvPr id="135" name="Shape 133"/>
          <p:cNvSpPr/>
          <p:nvPr/>
        </p:nvSpPr>
        <p:spPr>
          <a:xfrm>
            <a:off x="2856824" y="2660268"/>
            <a:ext cx="55659" cy="55659"/>
          </a:xfrm>
          <a:prstGeom prst="ellipse">
            <a:avLst/>
          </a:prstGeom>
          <a:solidFill>
            <a:srgbClr val="26364E">
              <a:alpha val="84000"/>
            </a:srgbClr>
          </a:solidFill>
          <a:ln w="3810">
            <a:solidFill>
              <a:srgbClr val="26364E">
                <a:alpha val="0"/>
              </a:srgbClr>
            </a:solidFill>
            <a:prstDash val="solid"/>
          </a:ln>
        </p:spPr>
      </p:sp>
      <p:sp>
        <p:nvSpPr>
          <p:cNvPr id="136" name="Shape 134"/>
          <p:cNvSpPr/>
          <p:nvPr/>
        </p:nvSpPr>
        <p:spPr>
          <a:xfrm>
            <a:off x="2935860" y="2660268"/>
            <a:ext cx="55659" cy="55659"/>
          </a:xfrm>
          <a:prstGeom prst="ellipse">
            <a:avLst/>
          </a:prstGeom>
          <a:solidFill>
            <a:srgbClr val="26364E">
              <a:alpha val="84000"/>
            </a:srgbClr>
          </a:solidFill>
          <a:ln w="3810">
            <a:solidFill>
              <a:srgbClr val="26364E">
                <a:alpha val="0"/>
              </a:srgbClr>
            </a:solidFill>
            <a:prstDash val="solid"/>
          </a:ln>
        </p:spPr>
      </p:sp>
      <p:sp>
        <p:nvSpPr>
          <p:cNvPr id="137" name="Shape 135"/>
          <p:cNvSpPr/>
          <p:nvPr/>
        </p:nvSpPr>
        <p:spPr>
          <a:xfrm>
            <a:off x="3014896" y="2660268"/>
            <a:ext cx="55659" cy="55659"/>
          </a:xfrm>
          <a:prstGeom prst="ellipse">
            <a:avLst/>
          </a:prstGeom>
          <a:solidFill>
            <a:srgbClr val="26364E">
              <a:alpha val="84000"/>
            </a:srgbClr>
          </a:solidFill>
          <a:ln w="3810">
            <a:solidFill>
              <a:srgbClr val="26364E">
                <a:alpha val="0"/>
              </a:srgbClr>
            </a:solidFill>
            <a:prstDash val="solid"/>
          </a:ln>
        </p:spPr>
      </p:sp>
      <p:sp>
        <p:nvSpPr>
          <p:cNvPr id="138" name="Shape 136"/>
          <p:cNvSpPr/>
          <p:nvPr/>
        </p:nvSpPr>
        <p:spPr>
          <a:xfrm>
            <a:off x="3093932" y="2660268"/>
            <a:ext cx="55659" cy="55659"/>
          </a:xfrm>
          <a:prstGeom prst="ellipse">
            <a:avLst/>
          </a:prstGeom>
          <a:solidFill>
            <a:srgbClr val="26364E">
              <a:alpha val="84000"/>
            </a:srgbClr>
          </a:solidFill>
          <a:ln w="3810">
            <a:solidFill>
              <a:srgbClr val="26364E">
                <a:alpha val="0"/>
              </a:srgbClr>
            </a:solidFill>
            <a:prstDash val="solid"/>
          </a:ln>
        </p:spPr>
      </p:sp>
      <p:sp>
        <p:nvSpPr>
          <p:cNvPr id="139" name="Shape 137"/>
          <p:cNvSpPr/>
          <p:nvPr/>
        </p:nvSpPr>
        <p:spPr>
          <a:xfrm>
            <a:off x="3172968" y="2660268"/>
            <a:ext cx="55659" cy="55659"/>
          </a:xfrm>
          <a:prstGeom prst="ellipse">
            <a:avLst/>
          </a:prstGeom>
          <a:solidFill>
            <a:srgbClr val="42E0CB"/>
          </a:solidFill>
          <a:ln w="3810">
            <a:solidFill>
              <a:srgbClr val="42E0CB">
                <a:alpha val="0"/>
              </a:srgbClr>
            </a:solidFill>
            <a:prstDash val="solid"/>
          </a:ln>
        </p:spPr>
      </p:sp>
      <p:sp>
        <p:nvSpPr>
          <p:cNvPr id="140" name="Shape 138"/>
          <p:cNvSpPr/>
          <p:nvPr/>
        </p:nvSpPr>
        <p:spPr>
          <a:xfrm>
            <a:off x="3252004" y="2660268"/>
            <a:ext cx="55659" cy="55659"/>
          </a:xfrm>
          <a:prstGeom prst="ellipse">
            <a:avLst/>
          </a:prstGeom>
          <a:solidFill>
            <a:srgbClr val="26364E">
              <a:alpha val="84000"/>
            </a:srgbClr>
          </a:solidFill>
          <a:ln w="3810">
            <a:solidFill>
              <a:srgbClr val="26364E">
                <a:alpha val="0"/>
              </a:srgbClr>
            </a:solidFill>
            <a:prstDash val="solid"/>
          </a:ln>
        </p:spPr>
      </p:sp>
      <p:sp>
        <p:nvSpPr>
          <p:cNvPr id="141" name="Shape 139"/>
          <p:cNvSpPr/>
          <p:nvPr/>
        </p:nvSpPr>
        <p:spPr>
          <a:xfrm>
            <a:off x="3331040" y="2660268"/>
            <a:ext cx="55659" cy="55659"/>
          </a:xfrm>
          <a:prstGeom prst="ellipse">
            <a:avLst/>
          </a:prstGeom>
          <a:solidFill>
            <a:srgbClr val="42E0CB"/>
          </a:solidFill>
          <a:ln w="3810">
            <a:solidFill>
              <a:srgbClr val="42E0CB">
                <a:alpha val="0"/>
              </a:srgbClr>
            </a:solidFill>
            <a:prstDash val="solid"/>
          </a:ln>
        </p:spPr>
      </p:sp>
      <p:sp>
        <p:nvSpPr>
          <p:cNvPr id="142" name="Shape 140"/>
          <p:cNvSpPr/>
          <p:nvPr/>
        </p:nvSpPr>
        <p:spPr>
          <a:xfrm>
            <a:off x="3410076" y="2660268"/>
            <a:ext cx="55659" cy="55659"/>
          </a:xfrm>
          <a:prstGeom prst="ellipse">
            <a:avLst/>
          </a:prstGeom>
          <a:solidFill>
            <a:srgbClr val="26364E">
              <a:alpha val="84000"/>
            </a:srgbClr>
          </a:solidFill>
          <a:ln w="3810">
            <a:solidFill>
              <a:srgbClr val="26364E">
                <a:alpha val="0"/>
              </a:srgbClr>
            </a:solidFill>
            <a:prstDash val="solid"/>
          </a:ln>
        </p:spPr>
      </p:sp>
      <p:sp>
        <p:nvSpPr>
          <p:cNvPr id="143" name="Shape 141"/>
          <p:cNvSpPr/>
          <p:nvPr/>
        </p:nvSpPr>
        <p:spPr>
          <a:xfrm>
            <a:off x="959961" y="2739304"/>
            <a:ext cx="55659" cy="55659"/>
          </a:xfrm>
          <a:prstGeom prst="ellipse">
            <a:avLst/>
          </a:prstGeom>
          <a:solidFill>
            <a:srgbClr val="26364E">
              <a:alpha val="84000"/>
            </a:srgbClr>
          </a:solidFill>
          <a:ln w="3810">
            <a:solidFill>
              <a:srgbClr val="26364E">
                <a:alpha val="0"/>
              </a:srgbClr>
            </a:solidFill>
            <a:prstDash val="solid"/>
          </a:ln>
        </p:spPr>
      </p:sp>
      <p:sp>
        <p:nvSpPr>
          <p:cNvPr id="144" name="Shape 142"/>
          <p:cNvSpPr/>
          <p:nvPr/>
        </p:nvSpPr>
        <p:spPr>
          <a:xfrm>
            <a:off x="1038997" y="2739304"/>
            <a:ext cx="55659" cy="55659"/>
          </a:xfrm>
          <a:prstGeom prst="ellipse">
            <a:avLst/>
          </a:prstGeom>
          <a:solidFill>
            <a:srgbClr val="26364E">
              <a:alpha val="84000"/>
            </a:srgbClr>
          </a:solidFill>
          <a:ln w="3810">
            <a:solidFill>
              <a:srgbClr val="26364E">
                <a:alpha val="0"/>
              </a:srgbClr>
            </a:solidFill>
            <a:prstDash val="solid"/>
          </a:ln>
        </p:spPr>
      </p:sp>
      <p:sp>
        <p:nvSpPr>
          <p:cNvPr id="145" name="Shape 143"/>
          <p:cNvSpPr/>
          <p:nvPr/>
        </p:nvSpPr>
        <p:spPr>
          <a:xfrm>
            <a:off x="1118033" y="2739304"/>
            <a:ext cx="55659" cy="55659"/>
          </a:xfrm>
          <a:prstGeom prst="ellipse">
            <a:avLst/>
          </a:prstGeom>
          <a:solidFill>
            <a:srgbClr val="26364E">
              <a:alpha val="84000"/>
            </a:srgbClr>
          </a:solidFill>
          <a:ln w="3810">
            <a:solidFill>
              <a:srgbClr val="26364E">
                <a:alpha val="0"/>
              </a:srgbClr>
            </a:solidFill>
            <a:prstDash val="solid"/>
          </a:ln>
        </p:spPr>
      </p:sp>
      <p:sp>
        <p:nvSpPr>
          <p:cNvPr id="146" name="Shape 144"/>
          <p:cNvSpPr/>
          <p:nvPr/>
        </p:nvSpPr>
        <p:spPr>
          <a:xfrm>
            <a:off x="1197069" y="2739304"/>
            <a:ext cx="55659" cy="55659"/>
          </a:xfrm>
          <a:prstGeom prst="ellipse">
            <a:avLst/>
          </a:prstGeom>
          <a:solidFill>
            <a:srgbClr val="26364E">
              <a:alpha val="84000"/>
            </a:srgbClr>
          </a:solidFill>
          <a:ln w="3810">
            <a:solidFill>
              <a:srgbClr val="26364E">
                <a:alpha val="0"/>
              </a:srgbClr>
            </a:solidFill>
            <a:prstDash val="solid"/>
          </a:ln>
        </p:spPr>
      </p:sp>
      <p:sp>
        <p:nvSpPr>
          <p:cNvPr id="147" name="Shape 145"/>
          <p:cNvSpPr/>
          <p:nvPr/>
        </p:nvSpPr>
        <p:spPr>
          <a:xfrm>
            <a:off x="1276105" y="2739304"/>
            <a:ext cx="55659" cy="55659"/>
          </a:xfrm>
          <a:prstGeom prst="ellipse">
            <a:avLst/>
          </a:prstGeom>
          <a:solidFill>
            <a:srgbClr val="26364E">
              <a:alpha val="84000"/>
            </a:srgbClr>
          </a:solidFill>
          <a:ln w="3810">
            <a:solidFill>
              <a:srgbClr val="26364E">
                <a:alpha val="0"/>
              </a:srgbClr>
            </a:solidFill>
            <a:prstDash val="solid"/>
          </a:ln>
        </p:spPr>
      </p:sp>
      <p:sp>
        <p:nvSpPr>
          <p:cNvPr id="148" name="Shape 146"/>
          <p:cNvSpPr/>
          <p:nvPr/>
        </p:nvSpPr>
        <p:spPr>
          <a:xfrm>
            <a:off x="1355141" y="2739304"/>
            <a:ext cx="55659" cy="55659"/>
          </a:xfrm>
          <a:prstGeom prst="ellipse">
            <a:avLst/>
          </a:prstGeom>
          <a:solidFill>
            <a:srgbClr val="26364E">
              <a:alpha val="84000"/>
            </a:srgbClr>
          </a:solidFill>
          <a:ln w="3810">
            <a:solidFill>
              <a:srgbClr val="26364E">
                <a:alpha val="0"/>
              </a:srgbClr>
            </a:solidFill>
            <a:prstDash val="solid"/>
          </a:ln>
        </p:spPr>
      </p:sp>
      <p:sp>
        <p:nvSpPr>
          <p:cNvPr id="149" name="Shape 147"/>
          <p:cNvSpPr/>
          <p:nvPr/>
        </p:nvSpPr>
        <p:spPr>
          <a:xfrm>
            <a:off x="1434177" y="2739304"/>
            <a:ext cx="55659" cy="55659"/>
          </a:xfrm>
          <a:prstGeom prst="ellipse">
            <a:avLst/>
          </a:prstGeom>
          <a:solidFill>
            <a:srgbClr val="26364E">
              <a:alpha val="84000"/>
            </a:srgbClr>
          </a:solidFill>
          <a:ln w="3810">
            <a:solidFill>
              <a:srgbClr val="26364E">
                <a:alpha val="0"/>
              </a:srgbClr>
            </a:solidFill>
            <a:prstDash val="solid"/>
          </a:ln>
        </p:spPr>
      </p:sp>
      <p:sp>
        <p:nvSpPr>
          <p:cNvPr id="150" name="Shape 148"/>
          <p:cNvSpPr/>
          <p:nvPr/>
        </p:nvSpPr>
        <p:spPr>
          <a:xfrm>
            <a:off x="1513213" y="2739304"/>
            <a:ext cx="55659" cy="55659"/>
          </a:xfrm>
          <a:prstGeom prst="ellipse">
            <a:avLst/>
          </a:prstGeom>
          <a:solidFill>
            <a:srgbClr val="26364E">
              <a:alpha val="84000"/>
            </a:srgbClr>
          </a:solidFill>
          <a:ln w="3810">
            <a:solidFill>
              <a:srgbClr val="26364E">
                <a:alpha val="0"/>
              </a:srgbClr>
            </a:solidFill>
            <a:prstDash val="solid"/>
          </a:ln>
        </p:spPr>
      </p:sp>
      <p:sp>
        <p:nvSpPr>
          <p:cNvPr id="151" name="Shape 149"/>
          <p:cNvSpPr/>
          <p:nvPr/>
        </p:nvSpPr>
        <p:spPr>
          <a:xfrm>
            <a:off x="1592249" y="2739304"/>
            <a:ext cx="55659" cy="55659"/>
          </a:xfrm>
          <a:prstGeom prst="ellipse">
            <a:avLst/>
          </a:prstGeom>
          <a:solidFill>
            <a:srgbClr val="26364E">
              <a:alpha val="84000"/>
            </a:srgbClr>
          </a:solidFill>
          <a:ln w="3810">
            <a:solidFill>
              <a:srgbClr val="26364E">
                <a:alpha val="0"/>
              </a:srgbClr>
            </a:solidFill>
            <a:prstDash val="solid"/>
          </a:ln>
        </p:spPr>
      </p:sp>
      <p:sp>
        <p:nvSpPr>
          <p:cNvPr id="152" name="Shape 150"/>
          <p:cNvSpPr/>
          <p:nvPr/>
        </p:nvSpPr>
        <p:spPr>
          <a:xfrm>
            <a:off x="1671285" y="2739304"/>
            <a:ext cx="55659" cy="55659"/>
          </a:xfrm>
          <a:prstGeom prst="ellipse">
            <a:avLst/>
          </a:prstGeom>
          <a:solidFill>
            <a:srgbClr val="26364E">
              <a:alpha val="84000"/>
            </a:srgbClr>
          </a:solidFill>
          <a:ln w="3810">
            <a:solidFill>
              <a:srgbClr val="26364E">
                <a:alpha val="0"/>
              </a:srgbClr>
            </a:solidFill>
            <a:prstDash val="solid"/>
          </a:ln>
        </p:spPr>
      </p:sp>
      <p:sp>
        <p:nvSpPr>
          <p:cNvPr id="153" name="Shape 151"/>
          <p:cNvSpPr/>
          <p:nvPr/>
        </p:nvSpPr>
        <p:spPr>
          <a:xfrm>
            <a:off x="1750321" y="2739304"/>
            <a:ext cx="55659" cy="55659"/>
          </a:xfrm>
          <a:prstGeom prst="ellipse">
            <a:avLst/>
          </a:prstGeom>
          <a:solidFill>
            <a:srgbClr val="26364E">
              <a:alpha val="84000"/>
            </a:srgbClr>
          </a:solidFill>
          <a:ln w="3810">
            <a:solidFill>
              <a:srgbClr val="26364E">
                <a:alpha val="0"/>
              </a:srgbClr>
            </a:solidFill>
            <a:prstDash val="solid"/>
          </a:ln>
        </p:spPr>
      </p:sp>
      <p:sp>
        <p:nvSpPr>
          <p:cNvPr id="154" name="Shape 152"/>
          <p:cNvSpPr/>
          <p:nvPr/>
        </p:nvSpPr>
        <p:spPr>
          <a:xfrm>
            <a:off x="1829357" y="2739304"/>
            <a:ext cx="55659" cy="55659"/>
          </a:xfrm>
          <a:prstGeom prst="ellipse">
            <a:avLst/>
          </a:prstGeom>
          <a:solidFill>
            <a:srgbClr val="26364E">
              <a:alpha val="84000"/>
            </a:srgbClr>
          </a:solidFill>
          <a:ln w="3810">
            <a:solidFill>
              <a:srgbClr val="26364E">
                <a:alpha val="0"/>
              </a:srgbClr>
            </a:solidFill>
            <a:prstDash val="solid"/>
          </a:ln>
        </p:spPr>
      </p:sp>
      <p:sp>
        <p:nvSpPr>
          <p:cNvPr id="155" name="Shape 153"/>
          <p:cNvSpPr/>
          <p:nvPr/>
        </p:nvSpPr>
        <p:spPr>
          <a:xfrm>
            <a:off x="1908393" y="2739304"/>
            <a:ext cx="55659" cy="55659"/>
          </a:xfrm>
          <a:prstGeom prst="ellipse">
            <a:avLst/>
          </a:prstGeom>
          <a:solidFill>
            <a:srgbClr val="26364E">
              <a:alpha val="84000"/>
            </a:srgbClr>
          </a:solidFill>
          <a:ln w="3810">
            <a:solidFill>
              <a:srgbClr val="26364E">
                <a:alpha val="0"/>
              </a:srgbClr>
            </a:solidFill>
            <a:prstDash val="solid"/>
          </a:ln>
        </p:spPr>
      </p:sp>
      <p:sp>
        <p:nvSpPr>
          <p:cNvPr id="156" name="Shape 154"/>
          <p:cNvSpPr/>
          <p:nvPr/>
        </p:nvSpPr>
        <p:spPr>
          <a:xfrm>
            <a:off x="1987429" y="2739304"/>
            <a:ext cx="55659" cy="55659"/>
          </a:xfrm>
          <a:prstGeom prst="ellipse">
            <a:avLst/>
          </a:prstGeom>
          <a:solidFill>
            <a:srgbClr val="26364E">
              <a:alpha val="84000"/>
            </a:srgbClr>
          </a:solidFill>
          <a:ln w="3810">
            <a:solidFill>
              <a:srgbClr val="26364E">
                <a:alpha val="0"/>
              </a:srgbClr>
            </a:solidFill>
            <a:prstDash val="solid"/>
          </a:ln>
        </p:spPr>
      </p:sp>
      <p:sp>
        <p:nvSpPr>
          <p:cNvPr id="157" name="Shape 155"/>
          <p:cNvSpPr/>
          <p:nvPr/>
        </p:nvSpPr>
        <p:spPr>
          <a:xfrm>
            <a:off x="2066464" y="2739304"/>
            <a:ext cx="55659" cy="55659"/>
          </a:xfrm>
          <a:prstGeom prst="ellipse">
            <a:avLst/>
          </a:prstGeom>
          <a:solidFill>
            <a:srgbClr val="26364E">
              <a:alpha val="84000"/>
            </a:srgbClr>
          </a:solidFill>
          <a:ln w="3810">
            <a:solidFill>
              <a:srgbClr val="26364E">
                <a:alpha val="0"/>
              </a:srgbClr>
            </a:solidFill>
            <a:prstDash val="solid"/>
          </a:ln>
        </p:spPr>
      </p:sp>
      <p:sp>
        <p:nvSpPr>
          <p:cNvPr id="158" name="Shape 156"/>
          <p:cNvSpPr/>
          <p:nvPr/>
        </p:nvSpPr>
        <p:spPr>
          <a:xfrm>
            <a:off x="2145500" y="2739304"/>
            <a:ext cx="55659" cy="55659"/>
          </a:xfrm>
          <a:prstGeom prst="ellipse">
            <a:avLst/>
          </a:prstGeom>
          <a:solidFill>
            <a:srgbClr val="26364E">
              <a:alpha val="84000"/>
            </a:srgbClr>
          </a:solidFill>
          <a:ln w="3810">
            <a:solidFill>
              <a:srgbClr val="26364E">
                <a:alpha val="0"/>
              </a:srgbClr>
            </a:solidFill>
            <a:prstDash val="solid"/>
          </a:ln>
        </p:spPr>
      </p:sp>
      <p:sp>
        <p:nvSpPr>
          <p:cNvPr id="159" name="Shape 157"/>
          <p:cNvSpPr/>
          <p:nvPr/>
        </p:nvSpPr>
        <p:spPr>
          <a:xfrm>
            <a:off x="2224536" y="2739304"/>
            <a:ext cx="55659" cy="55659"/>
          </a:xfrm>
          <a:prstGeom prst="ellipse">
            <a:avLst/>
          </a:prstGeom>
          <a:solidFill>
            <a:srgbClr val="26364E">
              <a:alpha val="84000"/>
            </a:srgbClr>
          </a:solidFill>
          <a:ln w="3810">
            <a:solidFill>
              <a:srgbClr val="26364E">
                <a:alpha val="0"/>
              </a:srgbClr>
            </a:solidFill>
            <a:prstDash val="solid"/>
          </a:ln>
        </p:spPr>
      </p:sp>
      <p:sp>
        <p:nvSpPr>
          <p:cNvPr id="160" name="Shape 158"/>
          <p:cNvSpPr/>
          <p:nvPr/>
        </p:nvSpPr>
        <p:spPr>
          <a:xfrm>
            <a:off x="2303572" y="2739304"/>
            <a:ext cx="55659" cy="55659"/>
          </a:xfrm>
          <a:prstGeom prst="ellipse">
            <a:avLst/>
          </a:prstGeom>
          <a:solidFill>
            <a:srgbClr val="26364E">
              <a:alpha val="84000"/>
            </a:srgbClr>
          </a:solidFill>
          <a:ln w="3810">
            <a:solidFill>
              <a:srgbClr val="26364E">
                <a:alpha val="0"/>
              </a:srgbClr>
            </a:solidFill>
            <a:prstDash val="solid"/>
          </a:ln>
        </p:spPr>
      </p:sp>
      <p:sp>
        <p:nvSpPr>
          <p:cNvPr id="161" name="Shape 159"/>
          <p:cNvSpPr/>
          <p:nvPr/>
        </p:nvSpPr>
        <p:spPr>
          <a:xfrm>
            <a:off x="2382608" y="2739304"/>
            <a:ext cx="55659" cy="55659"/>
          </a:xfrm>
          <a:prstGeom prst="ellipse">
            <a:avLst/>
          </a:prstGeom>
          <a:solidFill>
            <a:srgbClr val="26364E">
              <a:alpha val="84000"/>
            </a:srgbClr>
          </a:solidFill>
          <a:ln w="3810">
            <a:solidFill>
              <a:srgbClr val="26364E">
                <a:alpha val="0"/>
              </a:srgbClr>
            </a:solidFill>
            <a:prstDash val="solid"/>
          </a:ln>
        </p:spPr>
      </p:sp>
      <p:sp>
        <p:nvSpPr>
          <p:cNvPr id="162" name="Shape 160"/>
          <p:cNvSpPr/>
          <p:nvPr/>
        </p:nvSpPr>
        <p:spPr>
          <a:xfrm>
            <a:off x="2461644" y="2739304"/>
            <a:ext cx="55659" cy="55659"/>
          </a:xfrm>
          <a:prstGeom prst="ellipse">
            <a:avLst/>
          </a:prstGeom>
          <a:solidFill>
            <a:srgbClr val="26364E">
              <a:alpha val="84000"/>
            </a:srgbClr>
          </a:solidFill>
          <a:ln w="3810">
            <a:solidFill>
              <a:srgbClr val="26364E">
                <a:alpha val="0"/>
              </a:srgbClr>
            </a:solidFill>
            <a:prstDash val="solid"/>
          </a:ln>
        </p:spPr>
      </p:sp>
      <p:sp>
        <p:nvSpPr>
          <p:cNvPr id="163" name="Shape 161"/>
          <p:cNvSpPr/>
          <p:nvPr/>
        </p:nvSpPr>
        <p:spPr>
          <a:xfrm>
            <a:off x="2540680" y="2739304"/>
            <a:ext cx="55659" cy="55659"/>
          </a:xfrm>
          <a:prstGeom prst="ellipse">
            <a:avLst/>
          </a:prstGeom>
          <a:solidFill>
            <a:srgbClr val="26364E">
              <a:alpha val="84000"/>
            </a:srgbClr>
          </a:solidFill>
          <a:ln w="3810">
            <a:solidFill>
              <a:srgbClr val="26364E">
                <a:alpha val="0"/>
              </a:srgbClr>
            </a:solidFill>
            <a:prstDash val="solid"/>
          </a:ln>
        </p:spPr>
      </p:sp>
      <p:sp>
        <p:nvSpPr>
          <p:cNvPr id="164" name="Shape 162"/>
          <p:cNvSpPr/>
          <p:nvPr/>
        </p:nvSpPr>
        <p:spPr>
          <a:xfrm>
            <a:off x="2619716" y="2739304"/>
            <a:ext cx="55659" cy="55659"/>
          </a:xfrm>
          <a:prstGeom prst="ellipse">
            <a:avLst/>
          </a:prstGeom>
          <a:solidFill>
            <a:srgbClr val="26364E">
              <a:alpha val="84000"/>
            </a:srgbClr>
          </a:solidFill>
          <a:ln w="3810">
            <a:solidFill>
              <a:srgbClr val="26364E">
                <a:alpha val="0"/>
              </a:srgbClr>
            </a:solidFill>
            <a:prstDash val="solid"/>
          </a:ln>
        </p:spPr>
      </p:sp>
      <p:sp>
        <p:nvSpPr>
          <p:cNvPr id="165" name="Shape 163"/>
          <p:cNvSpPr/>
          <p:nvPr/>
        </p:nvSpPr>
        <p:spPr>
          <a:xfrm>
            <a:off x="2698752" y="2739304"/>
            <a:ext cx="55659" cy="55659"/>
          </a:xfrm>
          <a:prstGeom prst="ellipse">
            <a:avLst/>
          </a:prstGeom>
          <a:solidFill>
            <a:srgbClr val="26364E">
              <a:alpha val="84000"/>
            </a:srgbClr>
          </a:solidFill>
          <a:ln w="3810">
            <a:solidFill>
              <a:srgbClr val="26364E">
                <a:alpha val="0"/>
              </a:srgbClr>
            </a:solidFill>
            <a:prstDash val="solid"/>
          </a:ln>
        </p:spPr>
      </p:sp>
      <p:sp>
        <p:nvSpPr>
          <p:cNvPr id="166" name="Shape 164"/>
          <p:cNvSpPr/>
          <p:nvPr/>
        </p:nvSpPr>
        <p:spPr>
          <a:xfrm>
            <a:off x="2777788" y="2739304"/>
            <a:ext cx="55659" cy="55659"/>
          </a:xfrm>
          <a:prstGeom prst="ellipse">
            <a:avLst/>
          </a:prstGeom>
          <a:solidFill>
            <a:srgbClr val="26364E">
              <a:alpha val="84000"/>
            </a:srgbClr>
          </a:solidFill>
          <a:ln w="3810">
            <a:solidFill>
              <a:srgbClr val="26364E">
                <a:alpha val="0"/>
              </a:srgbClr>
            </a:solidFill>
            <a:prstDash val="solid"/>
          </a:ln>
        </p:spPr>
      </p:sp>
      <p:sp>
        <p:nvSpPr>
          <p:cNvPr id="167" name="Shape 165"/>
          <p:cNvSpPr/>
          <p:nvPr/>
        </p:nvSpPr>
        <p:spPr>
          <a:xfrm>
            <a:off x="2856824" y="2739304"/>
            <a:ext cx="55659" cy="55659"/>
          </a:xfrm>
          <a:prstGeom prst="ellipse">
            <a:avLst/>
          </a:prstGeom>
          <a:solidFill>
            <a:srgbClr val="26364E">
              <a:alpha val="84000"/>
            </a:srgbClr>
          </a:solidFill>
          <a:ln w="3810">
            <a:solidFill>
              <a:srgbClr val="26364E">
                <a:alpha val="0"/>
              </a:srgbClr>
            </a:solidFill>
            <a:prstDash val="solid"/>
          </a:ln>
        </p:spPr>
      </p:sp>
      <p:sp>
        <p:nvSpPr>
          <p:cNvPr id="168" name="Shape 166"/>
          <p:cNvSpPr/>
          <p:nvPr/>
        </p:nvSpPr>
        <p:spPr>
          <a:xfrm>
            <a:off x="2935860" y="2739304"/>
            <a:ext cx="55659" cy="55659"/>
          </a:xfrm>
          <a:prstGeom prst="ellipse">
            <a:avLst/>
          </a:prstGeom>
          <a:solidFill>
            <a:srgbClr val="26364E">
              <a:alpha val="84000"/>
            </a:srgbClr>
          </a:solidFill>
          <a:ln w="3810">
            <a:solidFill>
              <a:srgbClr val="26364E">
                <a:alpha val="0"/>
              </a:srgbClr>
            </a:solidFill>
            <a:prstDash val="solid"/>
          </a:ln>
        </p:spPr>
      </p:sp>
      <p:sp>
        <p:nvSpPr>
          <p:cNvPr id="169" name="Shape 167"/>
          <p:cNvSpPr/>
          <p:nvPr/>
        </p:nvSpPr>
        <p:spPr>
          <a:xfrm>
            <a:off x="3014896" y="2739304"/>
            <a:ext cx="55659" cy="55659"/>
          </a:xfrm>
          <a:prstGeom prst="ellipse">
            <a:avLst/>
          </a:prstGeom>
          <a:solidFill>
            <a:srgbClr val="26364E">
              <a:alpha val="84000"/>
            </a:srgbClr>
          </a:solidFill>
          <a:ln w="3810">
            <a:solidFill>
              <a:srgbClr val="26364E">
                <a:alpha val="0"/>
              </a:srgbClr>
            </a:solidFill>
            <a:prstDash val="solid"/>
          </a:ln>
        </p:spPr>
      </p:sp>
      <p:sp>
        <p:nvSpPr>
          <p:cNvPr id="170" name="Shape 168"/>
          <p:cNvSpPr/>
          <p:nvPr/>
        </p:nvSpPr>
        <p:spPr>
          <a:xfrm>
            <a:off x="3093932" y="2739304"/>
            <a:ext cx="55659" cy="55659"/>
          </a:xfrm>
          <a:prstGeom prst="ellipse">
            <a:avLst/>
          </a:prstGeom>
          <a:solidFill>
            <a:srgbClr val="26364E">
              <a:alpha val="84000"/>
            </a:srgbClr>
          </a:solidFill>
          <a:ln w="3810">
            <a:solidFill>
              <a:srgbClr val="26364E">
                <a:alpha val="0"/>
              </a:srgbClr>
            </a:solidFill>
            <a:prstDash val="solid"/>
          </a:ln>
        </p:spPr>
      </p:sp>
      <p:sp>
        <p:nvSpPr>
          <p:cNvPr id="171" name="Shape 169"/>
          <p:cNvSpPr/>
          <p:nvPr/>
        </p:nvSpPr>
        <p:spPr>
          <a:xfrm>
            <a:off x="3172968" y="2739304"/>
            <a:ext cx="55659" cy="55659"/>
          </a:xfrm>
          <a:prstGeom prst="ellipse">
            <a:avLst/>
          </a:prstGeom>
          <a:solidFill>
            <a:srgbClr val="42E0CB"/>
          </a:solidFill>
          <a:ln w="3810">
            <a:solidFill>
              <a:srgbClr val="42E0CB">
                <a:alpha val="0"/>
              </a:srgbClr>
            </a:solidFill>
            <a:prstDash val="solid"/>
          </a:ln>
        </p:spPr>
      </p:sp>
      <p:sp>
        <p:nvSpPr>
          <p:cNvPr id="172" name="Shape 170"/>
          <p:cNvSpPr/>
          <p:nvPr/>
        </p:nvSpPr>
        <p:spPr>
          <a:xfrm>
            <a:off x="3252004" y="2739304"/>
            <a:ext cx="55659" cy="55659"/>
          </a:xfrm>
          <a:prstGeom prst="ellipse">
            <a:avLst/>
          </a:prstGeom>
          <a:solidFill>
            <a:srgbClr val="26364E">
              <a:alpha val="84000"/>
            </a:srgbClr>
          </a:solidFill>
          <a:ln w="3810">
            <a:solidFill>
              <a:srgbClr val="26364E">
                <a:alpha val="0"/>
              </a:srgbClr>
            </a:solidFill>
            <a:prstDash val="solid"/>
          </a:ln>
        </p:spPr>
      </p:sp>
      <p:sp>
        <p:nvSpPr>
          <p:cNvPr id="173" name="Shape 171"/>
          <p:cNvSpPr/>
          <p:nvPr/>
        </p:nvSpPr>
        <p:spPr>
          <a:xfrm>
            <a:off x="3331040" y="2739304"/>
            <a:ext cx="55659" cy="55659"/>
          </a:xfrm>
          <a:prstGeom prst="ellipse">
            <a:avLst/>
          </a:prstGeom>
          <a:solidFill>
            <a:srgbClr val="42E0CB"/>
          </a:solidFill>
          <a:ln w="3810">
            <a:solidFill>
              <a:srgbClr val="42E0CB">
                <a:alpha val="0"/>
              </a:srgbClr>
            </a:solidFill>
            <a:prstDash val="solid"/>
          </a:ln>
        </p:spPr>
      </p:sp>
      <p:sp>
        <p:nvSpPr>
          <p:cNvPr id="174" name="Shape 172"/>
          <p:cNvSpPr/>
          <p:nvPr/>
        </p:nvSpPr>
        <p:spPr>
          <a:xfrm>
            <a:off x="3410076" y="2739304"/>
            <a:ext cx="55659" cy="55659"/>
          </a:xfrm>
          <a:prstGeom prst="ellipse">
            <a:avLst/>
          </a:prstGeom>
          <a:solidFill>
            <a:srgbClr val="26364E">
              <a:alpha val="84000"/>
            </a:srgbClr>
          </a:solidFill>
          <a:ln w="3810">
            <a:solidFill>
              <a:srgbClr val="26364E">
                <a:alpha val="0"/>
              </a:srgbClr>
            </a:solidFill>
            <a:prstDash val="solid"/>
          </a:ln>
        </p:spPr>
      </p:sp>
      <p:sp>
        <p:nvSpPr>
          <p:cNvPr id="175" name="Shape 173"/>
          <p:cNvSpPr/>
          <p:nvPr/>
        </p:nvSpPr>
        <p:spPr>
          <a:xfrm>
            <a:off x="959961" y="2818340"/>
            <a:ext cx="55659" cy="55659"/>
          </a:xfrm>
          <a:prstGeom prst="ellipse">
            <a:avLst/>
          </a:prstGeom>
          <a:solidFill>
            <a:srgbClr val="42E0CB"/>
          </a:solidFill>
          <a:ln w="3810">
            <a:solidFill>
              <a:srgbClr val="42E0CB">
                <a:alpha val="0"/>
              </a:srgbClr>
            </a:solidFill>
            <a:prstDash val="solid"/>
          </a:ln>
        </p:spPr>
      </p:sp>
      <p:sp>
        <p:nvSpPr>
          <p:cNvPr id="176" name="Shape 174"/>
          <p:cNvSpPr/>
          <p:nvPr/>
        </p:nvSpPr>
        <p:spPr>
          <a:xfrm>
            <a:off x="1038997" y="2818340"/>
            <a:ext cx="55659" cy="55659"/>
          </a:xfrm>
          <a:prstGeom prst="ellipse">
            <a:avLst/>
          </a:prstGeom>
          <a:solidFill>
            <a:srgbClr val="26364E">
              <a:alpha val="84000"/>
            </a:srgbClr>
          </a:solidFill>
          <a:ln w="3810">
            <a:solidFill>
              <a:srgbClr val="26364E">
                <a:alpha val="0"/>
              </a:srgbClr>
            </a:solidFill>
            <a:prstDash val="solid"/>
          </a:ln>
        </p:spPr>
      </p:sp>
      <p:sp>
        <p:nvSpPr>
          <p:cNvPr id="177" name="Shape 175"/>
          <p:cNvSpPr/>
          <p:nvPr/>
        </p:nvSpPr>
        <p:spPr>
          <a:xfrm>
            <a:off x="1118033" y="2818340"/>
            <a:ext cx="55659" cy="55659"/>
          </a:xfrm>
          <a:prstGeom prst="ellipse">
            <a:avLst/>
          </a:prstGeom>
          <a:solidFill>
            <a:srgbClr val="42E0CB"/>
          </a:solidFill>
          <a:ln w="3810">
            <a:solidFill>
              <a:srgbClr val="42E0CB">
                <a:alpha val="0"/>
              </a:srgbClr>
            </a:solidFill>
            <a:prstDash val="solid"/>
          </a:ln>
        </p:spPr>
      </p:sp>
      <p:sp>
        <p:nvSpPr>
          <p:cNvPr id="178" name="Shape 176"/>
          <p:cNvSpPr/>
          <p:nvPr/>
        </p:nvSpPr>
        <p:spPr>
          <a:xfrm>
            <a:off x="1197069" y="2818340"/>
            <a:ext cx="55659" cy="55659"/>
          </a:xfrm>
          <a:prstGeom prst="ellipse">
            <a:avLst/>
          </a:prstGeom>
          <a:solidFill>
            <a:srgbClr val="26364E">
              <a:alpha val="84000"/>
            </a:srgbClr>
          </a:solidFill>
          <a:ln w="3810">
            <a:solidFill>
              <a:srgbClr val="26364E">
                <a:alpha val="0"/>
              </a:srgbClr>
            </a:solidFill>
            <a:prstDash val="solid"/>
          </a:ln>
        </p:spPr>
      </p:sp>
      <p:sp>
        <p:nvSpPr>
          <p:cNvPr id="179" name="Shape 177"/>
          <p:cNvSpPr/>
          <p:nvPr/>
        </p:nvSpPr>
        <p:spPr>
          <a:xfrm>
            <a:off x="1276105" y="2818340"/>
            <a:ext cx="55659" cy="55659"/>
          </a:xfrm>
          <a:prstGeom prst="ellipse">
            <a:avLst/>
          </a:prstGeom>
          <a:solidFill>
            <a:srgbClr val="42E0CB"/>
          </a:solidFill>
          <a:ln w="3810">
            <a:solidFill>
              <a:srgbClr val="42E0CB">
                <a:alpha val="0"/>
              </a:srgbClr>
            </a:solidFill>
            <a:prstDash val="solid"/>
          </a:ln>
        </p:spPr>
      </p:sp>
      <p:sp>
        <p:nvSpPr>
          <p:cNvPr id="180" name="Shape 178"/>
          <p:cNvSpPr/>
          <p:nvPr/>
        </p:nvSpPr>
        <p:spPr>
          <a:xfrm>
            <a:off x="1355141" y="2818340"/>
            <a:ext cx="55659" cy="55659"/>
          </a:xfrm>
          <a:prstGeom prst="ellipse">
            <a:avLst/>
          </a:prstGeom>
          <a:solidFill>
            <a:srgbClr val="26364E">
              <a:alpha val="84000"/>
            </a:srgbClr>
          </a:solidFill>
          <a:ln w="3810">
            <a:solidFill>
              <a:srgbClr val="26364E">
                <a:alpha val="0"/>
              </a:srgbClr>
            </a:solidFill>
            <a:prstDash val="solid"/>
          </a:ln>
        </p:spPr>
      </p:sp>
      <p:sp>
        <p:nvSpPr>
          <p:cNvPr id="181" name="Shape 179"/>
          <p:cNvSpPr/>
          <p:nvPr/>
        </p:nvSpPr>
        <p:spPr>
          <a:xfrm>
            <a:off x="1434177" y="2818340"/>
            <a:ext cx="55659" cy="55659"/>
          </a:xfrm>
          <a:prstGeom prst="ellipse">
            <a:avLst/>
          </a:prstGeom>
          <a:solidFill>
            <a:srgbClr val="26364E">
              <a:alpha val="84000"/>
            </a:srgbClr>
          </a:solidFill>
          <a:ln w="3810">
            <a:solidFill>
              <a:srgbClr val="26364E">
                <a:alpha val="0"/>
              </a:srgbClr>
            </a:solidFill>
            <a:prstDash val="solid"/>
          </a:ln>
        </p:spPr>
      </p:sp>
      <p:sp>
        <p:nvSpPr>
          <p:cNvPr id="182" name="Shape 180"/>
          <p:cNvSpPr/>
          <p:nvPr/>
        </p:nvSpPr>
        <p:spPr>
          <a:xfrm>
            <a:off x="1513213" y="2818340"/>
            <a:ext cx="55659" cy="55659"/>
          </a:xfrm>
          <a:prstGeom prst="ellipse">
            <a:avLst/>
          </a:prstGeom>
          <a:solidFill>
            <a:srgbClr val="42E0CB"/>
          </a:solidFill>
          <a:ln w="3810">
            <a:solidFill>
              <a:srgbClr val="42E0CB">
                <a:alpha val="0"/>
              </a:srgbClr>
            </a:solidFill>
            <a:prstDash val="solid"/>
          </a:ln>
        </p:spPr>
      </p:sp>
      <p:sp>
        <p:nvSpPr>
          <p:cNvPr id="183" name="Shape 181"/>
          <p:cNvSpPr/>
          <p:nvPr/>
        </p:nvSpPr>
        <p:spPr>
          <a:xfrm>
            <a:off x="1592249" y="2818340"/>
            <a:ext cx="55659" cy="55659"/>
          </a:xfrm>
          <a:prstGeom prst="ellipse">
            <a:avLst/>
          </a:prstGeom>
          <a:solidFill>
            <a:srgbClr val="26364E">
              <a:alpha val="84000"/>
            </a:srgbClr>
          </a:solidFill>
          <a:ln w="3810">
            <a:solidFill>
              <a:srgbClr val="26364E">
                <a:alpha val="0"/>
              </a:srgbClr>
            </a:solidFill>
            <a:prstDash val="solid"/>
          </a:ln>
        </p:spPr>
      </p:sp>
      <p:sp>
        <p:nvSpPr>
          <p:cNvPr id="184" name="Shape 182"/>
          <p:cNvSpPr/>
          <p:nvPr/>
        </p:nvSpPr>
        <p:spPr>
          <a:xfrm>
            <a:off x="1671285" y="2818340"/>
            <a:ext cx="55659" cy="55659"/>
          </a:xfrm>
          <a:prstGeom prst="ellipse">
            <a:avLst/>
          </a:prstGeom>
          <a:solidFill>
            <a:srgbClr val="26364E">
              <a:alpha val="84000"/>
            </a:srgbClr>
          </a:solidFill>
          <a:ln w="3810">
            <a:solidFill>
              <a:srgbClr val="26364E">
                <a:alpha val="0"/>
              </a:srgbClr>
            </a:solidFill>
            <a:prstDash val="solid"/>
          </a:ln>
        </p:spPr>
      </p:sp>
      <p:sp>
        <p:nvSpPr>
          <p:cNvPr id="185" name="Shape 183"/>
          <p:cNvSpPr/>
          <p:nvPr/>
        </p:nvSpPr>
        <p:spPr>
          <a:xfrm>
            <a:off x="1750321" y="2818340"/>
            <a:ext cx="55659" cy="55659"/>
          </a:xfrm>
          <a:prstGeom prst="ellipse">
            <a:avLst/>
          </a:prstGeom>
          <a:solidFill>
            <a:srgbClr val="42E0CB"/>
          </a:solidFill>
          <a:ln w="3810">
            <a:solidFill>
              <a:srgbClr val="42E0CB">
                <a:alpha val="0"/>
              </a:srgbClr>
            </a:solidFill>
            <a:prstDash val="solid"/>
          </a:ln>
        </p:spPr>
      </p:sp>
      <p:sp>
        <p:nvSpPr>
          <p:cNvPr id="186" name="Shape 184"/>
          <p:cNvSpPr/>
          <p:nvPr/>
        </p:nvSpPr>
        <p:spPr>
          <a:xfrm>
            <a:off x="1829357" y="2818340"/>
            <a:ext cx="55659" cy="55659"/>
          </a:xfrm>
          <a:prstGeom prst="ellipse">
            <a:avLst/>
          </a:prstGeom>
          <a:solidFill>
            <a:srgbClr val="26364E">
              <a:alpha val="84000"/>
            </a:srgbClr>
          </a:solidFill>
          <a:ln w="3810">
            <a:solidFill>
              <a:srgbClr val="26364E">
                <a:alpha val="0"/>
              </a:srgbClr>
            </a:solidFill>
            <a:prstDash val="solid"/>
          </a:ln>
        </p:spPr>
      </p:sp>
      <p:sp>
        <p:nvSpPr>
          <p:cNvPr id="187" name="Shape 185"/>
          <p:cNvSpPr/>
          <p:nvPr/>
        </p:nvSpPr>
        <p:spPr>
          <a:xfrm>
            <a:off x="1908393" y="2818340"/>
            <a:ext cx="55659" cy="55659"/>
          </a:xfrm>
          <a:prstGeom prst="ellipse">
            <a:avLst/>
          </a:prstGeom>
          <a:solidFill>
            <a:srgbClr val="26364E">
              <a:alpha val="84000"/>
            </a:srgbClr>
          </a:solidFill>
          <a:ln w="3810">
            <a:solidFill>
              <a:srgbClr val="26364E">
                <a:alpha val="0"/>
              </a:srgbClr>
            </a:solidFill>
            <a:prstDash val="solid"/>
          </a:ln>
        </p:spPr>
      </p:sp>
      <p:sp>
        <p:nvSpPr>
          <p:cNvPr id="188" name="Shape 186"/>
          <p:cNvSpPr/>
          <p:nvPr/>
        </p:nvSpPr>
        <p:spPr>
          <a:xfrm>
            <a:off x="1987429" y="2818340"/>
            <a:ext cx="55659" cy="55659"/>
          </a:xfrm>
          <a:prstGeom prst="ellipse">
            <a:avLst/>
          </a:prstGeom>
          <a:solidFill>
            <a:srgbClr val="42E0CB"/>
          </a:solidFill>
          <a:ln w="3810">
            <a:solidFill>
              <a:srgbClr val="42E0CB">
                <a:alpha val="0"/>
              </a:srgbClr>
            </a:solidFill>
            <a:prstDash val="solid"/>
          </a:ln>
        </p:spPr>
      </p:sp>
      <p:sp>
        <p:nvSpPr>
          <p:cNvPr id="189" name="Shape 187"/>
          <p:cNvSpPr/>
          <p:nvPr/>
        </p:nvSpPr>
        <p:spPr>
          <a:xfrm>
            <a:off x="2066464" y="2818340"/>
            <a:ext cx="55659" cy="55659"/>
          </a:xfrm>
          <a:prstGeom prst="ellipse">
            <a:avLst/>
          </a:prstGeom>
          <a:solidFill>
            <a:srgbClr val="26364E">
              <a:alpha val="84000"/>
            </a:srgbClr>
          </a:solidFill>
          <a:ln w="3810">
            <a:solidFill>
              <a:srgbClr val="26364E">
                <a:alpha val="0"/>
              </a:srgbClr>
            </a:solidFill>
            <a:prstDash val="solid"/>
          </a:ln>
        </p:spPr>
      </p:sp>
      <p:sp>
        <p:nvSpPr>
          <p:cNvPr id="190" name="Shape 188"/>
          <p:cNvSpPr/>
          <p:nvPr/>
        </p:nvSpPr>
        <p:spPr>
          <a:xfrm>
            <a:off x="2145500" y="2818340"/>
            <a:ext cx="55659" cy="55659"/>
          </a:xfrm>
          <a:prstGeom prst="ellipse">
            <a:avLst/>
          </a:prstGeom>
          <a:solidFill>
            <a:srgbClr val="26364E">
              <a:alpha val="84000"/>
            </a:srgbClr>
          </a:solidFill>
          <a:ln w="3810">
            <a:solidFill>
              <a:srgbClr val="26364E">
                <a:alpha val="0"/>
              </a:srgbClr>
            </a:solidFill>
            <a:prstDash val="solid"/>
          </a:ln>
        </p:spPr>
      </p:sp>
      <p:sp>
        <p:nvSpPr>
          <p:cNvPr id="191" name="Shape 189"/>
          <p:cNvSpPr/>
          <p:nvPr/>
        </p:nvSpPr>
        <p:spPr>
          <a:xfrm>
            <a:off x="2224536" y="2818340"/>
            <a:ext cx="55659" cy="55659"/>
          </a:xfrm>
          <a:prstGeom prst="ellipse">
            <a:avLst/>
          </a:prstGeom>
          <a:solidFill>
            <a:srgbClr val="42E0CB"/>
          </a:solidFill>
          <a:ln w="3810">
            <a:solidFill>
              <a:srgbClr val="42E0CB">
                <a:alpha val="0"/>
              </a:srgbClr>
            </a:solidFill>
            <a:prstDash val="solid"/>
          </a:ln>
        </p:spPr>
      </p:sp>
      <p:sp>
        <p:nvSpPr>
          <p:cNvPr id="192" name="Shape 190"/>
          <p:cNvSpPr/>
          <p:nvPr/>
        </p:nvSpPr>
        <p:spPr>
          <a:xfrm>
            <a:off x="2303572" y="2818340"/>
            <a:ext cx="55659" cy="55659"/>
          </a:xfrm>
          <a:prstGeom prst="ellipse">
            <a:avLst/>
          </a:prstGeom>
          <a:solidFill>
            <a:srgbClr val="26364E">
              <a:alpha val="84000"/>
            </a:srgbClr>
          </a:solidFill>
          <a:ln w="3810">
            <a:solidFill>
              <a:srgbClr val="26364E">
                <a:alpha val="0"/>
              </a:srgbClr>
            </a:solidFill>
            <a:prstDash val="solid"/>
          </a:ln>
        </p:spPr>
      </p:sp>
      <p:sp>
        <p:nvSpPr>
          <p:cNvPr id="193" name="Shape 191"/>
          <p:cNvSpPr/>
          <p:nvPr/>
        </p:nvSpPr>
        <p:spPr>
          <a:xfrm>
            <a:off x="2382608" y="2818340"/>
            <a:ext cx="55659" cy="55659"/>
          </a:xfrm>
          <a:prstGeom prst="ellipse">
            <a:avLst/>
          </a:prstGeom>
          <a:solidFill>
            <a:srgbClr val="26364E">
              <a:alpha val="84000"/>
            </a:srgbClr>
          </a:solidFill>
          <a:ln w="3810">
            <a:solidFill>
              <a:srgbClr val="26364E">
                <a:alpha val="0"/>
              </a:srgbClr>
            </a:solidFill>
            <a:prstDash val="solid"/>
          </a:ln>
        </p:spPr>
      </p:sp>
      <p:sp>
        <p:nvSpPr>
          <p:cNvPr id="194" name="Shape 192"/>
          <p:cNvSpPr/>
          <p:nvPr/>
        </p:nvSpPr>
        <p:spPr>
          <a:xfrm>
            <a:off x="2461644" y="2818340"/>
            <a:ext cx="55659" cy="55659"/>
          </a:xfrm>
          <a:prstGeom prst="ellipse">
            <a:avLst/>
          </a:prstGeom>
          <a:solidFill>
            <a:srgbClr val="42E0CB"/>
          </a:solidFill>
          <a:ln w="3810">
            <a:solidFill>
              <a:srgbClr val="42E0CB">
                <a:alpha val="0"/>
              </a:srgbClr>
            </a:solidFill>
            <a:prstDash val="solid"/>
          </a:ln>
        </p:spPr>
      </p:sp>
      <p:sp>
        <p:nvSpPr>
          <p:cNvPr id="195" name="Shape 193"/>
          <p:cNvSpPr/>
          <p:nvPr/>
        </p:nvSpPr>
        <p:spPr>
          <a:xfrm>
            <a:off x="2540680" y="2818340"/>
            <a:ext cx="55659" cy="55659"/>
          </a:xfrm>
          <a:prstGeom prst="ellipse">
            <a:avLst/>
          </a:prstGeom>
          <a:solidFill>
            <a:srgbClr val="26364E">
              <a:alpha val="84000"/>
            </a:srgbClr>
          </a:solidFill>
          <a:ln w="3810">
            <a:solidFill>
              <a:srgbClr val="26364E">
                <a:alpha val="0"/>
              </a:srgbClr>
            </a:solidFill>
            <a:prstDash val="solid"/>
          </a:ln>
        </p:spPr>
      </p:sp>
      <p:sp>
        <p:nvSpPr>
          <p:cNvPr id="196" name="Shape 194"/>
          <p:cNvSpPr/>
          <p:nvPr/>
        </p:nvSpPr>
        <p:spPr>
          <a:xfrm>
            <a:off x="2619716" y="2818340"/>
            <a:ext cx="55659" cy="55659"/>
          </a:xfrm>
          <a:prstGeom prst="ellipse">
            <a:avLst/>
          </a:prstGeom>
          <a:solidFill>
            <a:srgbClr val="26364E">
              <a:alpha val="84000"/>
            </a:srgbClr>
          </a:solidFill>
          <a:ln w="3810">
            <a:solidFill>
              <a:srgbClr val="26364E">
                <a:alpha val="0"/>
              </a:srgbClr>
            </a:solidFill>
            <a:prstDash val="solid"/>
          </a:ln>
        </p:spPr>
      </p:sp>
      <p:sp>
        <p:nvSpPr>
          <p:cNvPr id="197" name="Shape 195"/>
          <p:cNvSpPr/>
          <p:nvPr/>
        </p:nvSpPr>
        <p:spPr>
          <a:xfrm>
            <a:off x="2698752" y="2818340"/>
            <a:ext cx="55659" cy="55659"/>
          </a:xfrm>
          <a:prstGeom prst="ellipse">
            <a:avLst/>
          </a:prstGeom>
          <a:solidFill>
            <a:srgbClr val="42E0CB"/>
          </a:solidFill>
          <a:ln w="3810">
            <a:solidFill>
              <a:srgbClr val="42E0CB">
                <a:alpha val="0"/>
              </a:srgbClr>
            </a:solidFill>
            <a:prstDash val="solid"/>
          </a:ln>
        </p:spPr>
      </p:sp>
      <p:sp>
        <p:nvSpPr>
          <p:cNvPr id="198" name="Shape 196"/>
          <p:cNvSpPr/>
          <p:nvPr/>
        </p:nvSpPr>
        <p:spPr>
          <a:xfrm>
            <a:off x="2777788" y="2818340"/>
            <a:ext cx="55659" cy="55659"/>
          </a:xfrm>
          <a:prstGeom prst="ellipse">
            <a:avLst/>
          </a:prstGeom>
          <a:solidFill>
            <a:srgbClr val="26364E">
              <a:alpha val="84000"/>
            </a:srgbClr>
          </a:solidFill>
          <a:ln w="3810">
            <a:solidFill>
              <a:srgbClr val="26364E">
                <a:alpha val="0"/>
              </a:srgbClr>
            </a:solidFill>
            <a:prstDash val="solid"/>
          </a:ln>
        </p:spPr>
      </p:sp>
      <p:sp>
        <p:nvSpPr>
          <p:cNvPr id="199" name="Shape 197"/>
          <p:cNvSpPr/>
          <p:nvPr/>
        </p:nvSpPr>
        <p:spPr>
          <a:xfrm>
            <a:off x="2856824" y="2818340"/>
            <a:ext cx="55659" cy="55659"/>
          </a:xfrm>
          <a:prstGeom prst="ellipse">
            <a:avLst/>
          </a:prstGeom>
          <a:solidFill>
            <a:srgbClr val="26364E">
              <a:alpha val="84000"/>
            </a:srgbClr>
          </a:solidFill>
          <a:ln w="3810">
            <a:solidFill>
              <a:srgbClr val="26364E">
                <a:alpha val="0"/>
              </a:srgbClr>
            </a:solidFill>
            <a:prstDash val="solid"/>
          </a:ln>
        </p:spPr>
      </p:sp>
      <p:sp>
        <p:nvSpPr>
          <p:cNvPr id="200" name="Shape 198"/>
          <p:cNvSpPr/>
          <p:nvPr/>
        </p:nvSpPr>
        <p:spPr>
          <a:xfrm>
            <a:off x="2935860" y="2818340"/>
            <a:ext cx="55659" cy="55659"/>
          </a:xfrm>
          <a:prstGeom prst="ellipse">
            <a:avLst/>
          </a:prstGeom>
          <a:solidFill>
            <a:srgbClr val="42E0CB"/>
          </a:solidFill>
          <a:ln w="3810">
            <a:solidFill>
              <a:srgbClr val="42E0CB">
                <a:alpha val="0"/>
              </a:srgbClr>
            </a:solidFill>
            <a:prstDash val="solid"/>
          </a:ln>
        </p:spPr>
      </p:sp>
      <p:sp>
        <p:nvSpPr>
          <p:cNvPr id="201" name="Shape 199"/>
          <p:cNvSpPr/>
          <p:nvPr/>
        </p:nvSpPr>
        <p:spPr>
          <a:xfrm>
            <a:off x="3014896" y="2818340"/>
            <a:ext cx="55659" cy="55659"/>
          </a:xfrm>
          <a:prstGeom prst="ellipse">
            <a:avLst/>
          </a:prstGeom>
          <a:solidFill>
            <a:srgbClr val="26364E">
              <a:alpha val="84000"/>
            </a:srgbClr>
          </a:solidFill>
          <a:ln w="3810">
            <a:solidFill>
              <a:srgbClr val="26364E">
                <a:alpha val="0"/>
              </a:srgbClr>
            </a:solidFill>
            <a:prstDash val="solid"/>
          </a:ln>
        </p:spPr>
      </p:sp>
      <p:sp>
        <p:nvSpPr>
          <p:cNvPr id="202" name="Shape 200"/>
          <p:cNvSpPr/>
          <p:nvPr/>
        </p:nvSpPr>
        <p:spPr>
          <a:xfrm>
            <a:off x="3093932" y="2818340"/>
            <a:ext cx="55659" cy="55659"/>
          </a:xfrm>
          <a:prstGeom prst="ellipse">
            <a:avLst/>
          </a:prstGeom>
          <a:solidFill>
            <a:srgbClr val="26364E">
              <a:alpha val="84000"/>
            </a:srgbClr>
          </a:solidFill>
          <a:ln w="3810">
            <a:solidFill>
              <a:srgbClr val="26364E">
                <a:alpha val="0"/>
              </a:srgbClr>
            </a:solidFill>
            <a:prstDash val="solid"/>
          </a:ln>
        </p:spPr>
      </p:sp>
      <p:sp>
        <p:nvSpPr>
          <p:cNvPr id="203" name="Shape 201"/>
          <p:cNvSpPr/>
          <p:nvPr/>
        </p:nvSpPr>
        <p:spPr>
          <a:xfrm>
            <a:off x="3172968" y="2818340"/>
            <a:ext cx="55659" cy="55659"/>
          </a:xfrm>
          <a:prstGeom prst="ellipse">
            <a:avLst/>
          </a:prstGeom>
          <a:solidFill>
            <a:srgbClr val="42E0CB"/>
          </a:solidFill>
          <a:ln w="3810">
            <a:solidFill>
              <a:srgbClr val="42E0CB">
                <a:alpha val="0"/>
              </a:srgbClr>
            </a:solidFill>
            <a:prstDash val="solid"/>
          </a:ln>
        </p:spPr>
      </p:sp>
      <p:sp>
        <p:nvSpPr>
          <p:cNvPr id="204" name="Shape 202"/>
          <p:cNvSpPr/>
          <p:nvPr/>
        </p:nvSpPr>
        <p:spPr>
          <a:xfrm>
            <a:off x="3252004" y="2818340"/>
            <a:ext cx="55659" cy="55659"/>
          </a:xfrm>
          <a:prstGeom prst="ellipse">
            <a:avLst/>
          </a:prstGeom>
          <a:solidFill>
            <a:srgbClr val="42E0CB"/>
          </a:solidFill>
          <a:ln w="3810">
            <a:solidFill>
              <a:srgbClr val="42E0CB">
                <a:alpha val="0"/>
              </a:srgbClr>
            </a:solidFill>
            <a:prstDash val="solid"/>
          </a:ln>
        </p:spPr>
      </p:sp>
      <p:sp>
        <p:nvSpPr>
          <p:cNvPr id="205" name="Shape 203"/>
          <p:cNvSpPr/>
          <p:nvPr/>
        </p:nvSpPr>
        <p:spPr>
          <a:xfrm>
            <a:off x="3331040" y="2818340"/>
            <a:ext cx="55659" cy="55659"/>
          </a:xfrm>
          <a:prstGeom prst="ellipse">
            <a:avLst/>
          </a:prstGeom>
          <a:solidFill>
            <a:srgbClr val="42E0CB"/>
          </a:solidFill>
          <a:ln w="3810">
            <a:solidFill>
              <a:srgbClr val="42E0CB">
                <a:alpha val="0"/>
              </a:srgbClr>
            </a:solidFill>
            <a:prstDash val="solid"/>
          </a:ln>
        </p:spPr>
      </p:sp>
      <p:sp>
        <p:nvSpPr>
          <p:cNvPr id="206" name="Shape 204"/>
          <p:cNvSpPr/>
          <p:nvPr/>
        </p:nvSpPr>
        <p:spPr>
          <a:xfrm>
            <a:off x="3410076" y="2818340"/>
            <a:ext cx="55659" cy="55659"/>
          </a:xfrm>
          <a:prstGeom prst="ellipse">
            <a:avLst/>
          </a:prstGeom>
          <a:solidFill>
            <a:srgbClr val="26364E">
              <a:alpha val="84000"/>
            </a:srgbClr>
          </a:solidFill>
          <a:ln w="3810">
            <a:solidFill>
              <a:srgbClr val="26364E">
                <a:alpha val="0"/>
              </a:srgbClr>
            </a:solidFill>
            <a:prstDash val="solid"/>
          </a:ln>
        </p:spPr>
      </p:sp>
      <p:sp>
        <p:nvSpPr>
          <p:cNvPr id="207" name="Shape 205"/>
          <p:cNvSpPr/>
          <p:nvPr/>
        </p:nvSpPr>
        <p:spPr>
          <a:xfrm>
            <a:off x="959961" y="2897376"/>
            <a:ext cx="55659" cy="55659"/>
          </a:xfrm>
          <a:prstGeom prst="ellipse">
            <a:avLst/>
          </a:prstGeom>
          <a:solidFill>
            <a:srgbClr val="26364E">
              <a:alpha val="84000"/>
            </a:srgbClr>
          </a:solidFill>
          <a:ln w="3810">
            <a:solidFill>
              <a:srgbClr val="26364E">
                <a:alpha val="0"/>
              </a:srgbClr>
            </a:solidFill>
            <a:prstDash val="solid"/>
          </a:ln>
        </p:spPr>
      </p:sp>
      <p:sp>
        <p:nvSpPr>
          <p:cNvPr id="208" name="Shape 206"/>
          <p:cNvSpPr/>
          <p:nvPr/>
        </p:nvSpPr>
        <p:spPr>
          <a:xfrm>
            <a:off x="1038997" y="2897376"/>
            <a:ext cx="55659" cy="55659"/>
          </a:xfrm>
          <a:prstGeom prst="ellipse">
            <a:avLst/>
          </a:prstGeom>
          <a:solidFill>
            <a:srgbClr val="26364E">
              <a:alpha val="84000"/>
            </a:srgbClr>
          </a:solidFill>
          <a:ln w="3810">
            <a:solidFill>
              <a:srgbClr val="26364E">
                <a:alpha val="0"/>
              </a:srgbClr>
            </a:solidFill>
            <a:prstDash val="solid"/>
          </a:ln>
        </p:spPr>
      </p:sp>
      <p:sp>
        <p:nvSpPr>
          <p:cNvPr id="209" name="Shape 207"/>
          <p:cNvSpPr/>
          <p:nvPr/>
        </p:nvSpPr>
        <p:spPr>
          <a:xfrm>
            <a:off x="1118033" y="2897376"/>
            <a:ext cx="55659" cy="55659"/>
          </a:xfrm>
          <a:prstGeom prst="ellipse">
            <a:avLst/>
          </a:prstGeom>
          <a:solidFill>
            <a:srgbClr val="26364E">
              <a:alpha val="84000"/>
            </a:srgbClr>
          </a:solidFill>
          <a:ln w="3810">
            <a:solidFill>
              <a:srgbClr val="26364E">
                <a:alpha val="0"/>
              </a:srgbClr>
            </a:solidFill>
            <a:prstDash val="solid"/>
          </a:ln>
        </p:spPr>
      </p:sp>
      <p:sp>
        <p:nvSpPr>
          <p:cNvPr id="210" name="Shape 208"/>
          <p:cNvSpPr/>
          <p:nvPr/>
        </p:nvSpPr>
        <p:spPr>
          <a:xfrm>
            <a:off x="1197069" y="2897376"/>
            <a:ext cx="55659" cy="55659"/>
          </a:xfrm>
          <a:prstGeom prst="ellipse">
            <a:avLst/>
          </a:prstGeom>
          <a:solidFill>
            <a:srgbClr val="26364E">
              <a:alpha val="84000"/>
            </a:srgbClr>
          </a:solidFill>
          <a:ln w="3810">
            <a:solidFill>
              <a:srgbClr val="26364E">
                <a:alpha val="0"/>
              </a:srgbClr>
            </a:solidFill>
            <a:prstDash val="solid"/>
          </a:ln>
        </p:spPr>
      </p:sp>
      <p:sp>
        <p:nvSpPr>
          <p:cNvPr id="211" name="Shape 209"/>
          <p:cNvSpPr/>
          <p:nvPr/>
        </p:nvSpPr>
        <p:spPr>
          <a:xfrm>
            <a:off x="1276105" y="2897376"/>
            <a:ext cx="55659" cy="55659"/>
          </a:xfrm>
          <a:prstGeom prst="ellipse">
            <a:avLst/>
          </a:prstGeom>
          <a:solidFill>
            <a:srgbClr val="26364E">
              <a:alpha val="84000"/>
            </a:srgbClr>
          </a:solidFill>
          <a:ln w="3810">
            <a:solidFill>
              <a:srgbClr val="26364E">
                <a:alpha val="0"/>
              </a:srgbClr>
            </a:solidFill>
            <a:prstDash val="solid"/>
          </a:ln>
        </p:spPr>
      </p:sp>
      <p:sp>
        <p:nvSpPr>
          <p:cNvPr id="212" name="Shape 210"/>
          <p:cNvSpPr/>
          <p:nvPr/>
        </p:nvSpPr>
        <p:spPr>
          <a:xfrm>
            <a:off x="1355141" y="2897376"/>
            <a:ext cx="55659" cy="55659"/>
          </a:xfrm>
          <a:prstGeom prst="ellipse">
            <a:avLst/>
          </a:prstGeom>
          <a:solidFill>
            <a:srgbClr val="26364E">
              <a:alpha val="84000"/>
            </a:srgbClr>
          </a:solidFill>
          <a:ln w="3810">
            <a:solidFill>
              <a:srgbClr val="26364E">
                <a:alpha val="0"/>
              </a:srgbClr>
            </a:solidFill>
            <a:prstDash val="solid"/>
          </a:ln>
        </p:spPr>
      </p:sp>
      <p:sp>
        <p:nvSpPr>
          <p:cNvPr id="213" name="Shape 211"/>
          <p:cNvSpPr/>
          <p:nvPr/>
        </p:nvSpPr>
        <p:spPr>
          <a:xfrm>
            <a:off x="1434177" y="2897376"/>
            <a:ext cx="55659" cy="55659"/>
          </a:xfrm>
          <a:prstGeom prst="ellipse">
            <a:avLst/>
          </a:prstGeom>
          <a:solidFill>
            <a:srgbClr val="26364E">
              <a:alpha val="84000"/>
            </a:srgbClr>
          </a:solidFill>
          <a:ln w="3810">
            <a:solidFill>
              <a:srgbClr val="26364E">
                <a:alpha val="0"/>
              </a:srgbClr>
            </a:solidFill>
            <a:prstDash val="solid"/>
          </a:ln>
        </p:spPr>
      </p:sp>
      <p:sp>
        <p:nvSpPr>
          <p:cNvPr id="214" name="Shape 212"/>
          <p:cNvSpPr/>
          <p:nvPr/>
        </p:nvSpPr>
        <p:spPr>
          <a:xfrm>
            <a:off x="1513213" y="2897376"/>
            <a:ext cx="55659" cy="55659"/>
          </a:xfrm>
          <a:prstGeom prst="ellipse">
            <a:avLst/>
          </a:prstGeom>
          <a:solidFill>
            <a:srgbClr val="42E0CB"/>
          </a:solidFill>
          <a:ln w="3810">
            <a:solidFill>
              <a:srgbClr val="42E0CB">
                <a:alpha val="0"/>
              </a:srgbClr>
            </a:solidFill>
            <a:prstDash val="solid"/>
          </a:ln>
        </p:spPr>
      </p:sp>
      <p:sp>
        <p:nvSpPr>
          <p:cNvPr id="215" name="Shape 213"/>
          <p:cNvSpPr/>
          <p:nvPr/>
        </p:nvSpPr>
        <p:spPr>
          <a:xfrm>
            <a:off x="1592249" y="2897376"/>
            <a:ext cx="55659" cy="55659"/>
          </a:xfrm>
          <a:prstGeom prst="ellipse">
            <a:avLst/>
          </a:prstGeom>
          <a:solidFill>
            <a:srgbClr val="26364E">
              <a:alpha val="84000"/>
            </a:srgbClr>
          </a:solidFill>
          <a:ln w="3810">
            <a:solidFill>
              <a:srgbClr val="26364E">
                <a:alpha val="0"/>
              </a:srgbClr>
            </a:solidFill>
            <a:prstDash val="solid"/>
          </a:ln>
        </p:spPr>
      </p:sp>
      <p:sp>
        <p:nvSpPr>
          <p:cNvPr id="216" name="Shape 214"/>
          <p:cNvSpPr/>
          <p:nvPr/>
        </p:nvSpPr>
        <p:spPr>
          <a:xfrm>
            <a:off x="1671285" y="2897376"/>
            <a:ext cx="55659" cy="55659"/>
          </a:xfrm>
          <a:prstGeom prst="ellipse">
            <a:avLst/>
          </a:prstGeom>
          <a:solidFill>
            <a:srgbClr val="26364E">
              <a:alpha val="84000"/>
            </a:srgbClr>
          </a:solidFill>
          <a:ln w="3810">
            <a:solidFill>
              <a:srgbClr val="26364E">
                <a:alpha val="0"/>
              </a:srgbClr>
            </a:solidFill>
            <a:prstDash val="solid"/>
          </a:ln>
        </p:spPr>
      </p:sp>
      <p:sp>
        <p:nvSpPr>
          <p:cNvPr id="217" name="Shape 215"/>
          <p:cNvSpPr/>
          <p:nvPr/>
        </p:nvSpPr>
        <p:spPr>
          <a:xfrm>
            <a:off x="1750321" y="2897376"/>
            <a:ext cx="55659" cy="55659"/>
          </a:xfrm>
          <a:prstGeom prst="ellipse">
            <a:avLst/>
          </a:prstGeom>
          <a:solidFill>
            <a:srgbClr val="26364E">
              <a:alpha val="84000"/>
            </a:srgbClr>
          </a:solidFill>
          <a:ln w="3810">
            <a:solidFill>
              <a:srgbClr val="26364E">
                <a:alpha val="0"/>
              </a:srgbClr>
            </a:solidFill>
            <a:prstDash val="solid"/>
          </a:ln>
        </p:spPr>
      </p:sp>
      <p:sp>
        <p:nvSpPr>
          <p:cNvPr id="218" name="Shape 216"/>
          <p:cNvSpPr/>
          <p:nvPr/>
        </p:nvSpPr>
        <p:spPr>
          <a:xfrm>
            <a:off x="1829357" y="2897376"/>
            <a:ext cx="55659" cy="55659"/>
          </a:xfrm>
          <a:prstGeom prst="ellipse">
            <a:avLst/>
          </a:prstGeom>
          <a:solidFill>
            <a:srgbClr val="26364E">
              <a:alpha val="84000"/>
            </a:srgbClr>
          </a:solidFill>
          <a:ln w="3810">
            <a:solidFill>
              <a:srgbClr val="26364E">
                <a:alpha val="0"/>
              </a:srgbClr>
            </a:solidFill>
            <a:prstDash val="solid"/>
          </a:ln>
        </p:spPr>
      </p:sp>
      <p:sp>
        <p:nvSpPr>
          <p:cNvPr id="219" name="Shape 217"/>
          <p:cNvSpPr/>
          <p:nvPr/>
        </p:nvSpPr>
        <p:spPr>
          <a:xfrm>
            <a:off x="1908393" y="2897376"/>
            <a:ext cx="55659" cy="55659"/>
          </a:xfrm>
          <a:prstGeom prst="ellipse">
            <a:avLst/>
          </a:prstGeom>
          <a:solidFill>
            <a:srgbClr val="26364E">
              <a:alpha val="84000"/>
            </a:srgbClr>
          </a:solidFill>
          <a:ln w="3810">
            <a:solidFill>
              <a:srgbClr val="26364E">
                <a:alpha val="0"/>
              </a:srgbClr>
            </a:solidFill>
            <a:prstDash val="solid"/>
          </a:ln>
        </p:spPr>
      </p:sp>
      <p:sp>
        <p:nvSpPr>
          <p:cNvPr id="220" name="Shape 218"/>
          <p:cNvSpPr/>
          <p:nvPr/>
        </p:nvSpPr>
        <p:spPr>
          <a:xfrm>
            <a:off x="1987429" y="2897376"/>
            <a:ext cx="55659" cy="55659"/>
          </a:xfrm>
          <a:prstGeom prst="ellipse">
            <a:avLst/>
          </a:prstGeom>
          <a:solidFill>
            <a:srgbClr val="42E0CB"/>
          </a:solidFill>
          <a:ln w="3810">
            <a:solidFill>
              <a:srgbClr val="42E0CB">
                <a:alpha val="0"/>
              </a:srgbClr>
            </a:solidFill>
            <a:prstDash val="solid"/>
          </a:ln>
        </p:spPr>
      </p:sp>
      <p:sp>
        <p:nvSpPr>
          <p:cNvPr id="221" name="Shape 219"/>
          <p:cNvSpPr/>
          <p:nvPr/>
        </p:nvSpPr>
        <p:spPr>
          <a:xfrm>
            <a:off x="2066464" y="2897376"/>
            <a:ext cx="55659" cy="55659"/>
          </a:xfrm>
          <a:prstGeom prst="ellipse">
            <a:avLst/>
          </a:prstGeom>
          <a:solidFill>
            <a:srgbClr val="26364E">
              <a:alpha val="84000"/>
            </a:srgbClr>
          </a:solidFill>
          <a:ln w="3810">
            <a:solidFill>
              <a:srgbClr val="26364E">
                <a:alpha val="0"/>
              </a:srgbClr>
            </a:solidFill>
            <a:prstDash val="solid"/>
          </a:ln>
        </p:spPr>
      </p:sp>
      <p:sp>
        <p:nvSpPr>
          <p:cNvPr id="222" name="Shape 220"/>
          <p:cNvSpPr/>
          <p:nvPr/>
        </p:nvSpPr>
        <p:spPr>
          <a:xfrm>
            <a:off x="2145500" y="2897376"/>
            <a:ext cx="55659" cy="55659"/>
          </a:xfrm>
          <a:prstGeom prst="ellipse">
            <a:avLst/>
          </a:prstGeom>
          <a:solidFill>
            <a:srgbClr val="26364E">
              <a:alpha val="84000"/>
            </a:srgbClr>
          </a:solidFill>
          <a:ln w="3810">
            <a:solidFill>
              <a:srgbClr val="26364E">
                <a:alpha val="0"/>
              </a:srgbClr>
            </a:solidFill>
            <a:prstDash val="solid"/>
          </a:ln>
        </p:spPr>
      </p:sp>
      <p:sp>
        <p:nvSpPr>
          <p:cNvPr id="223" name="Shape 221"/>
          <p:cNvSpPr/>
          <p:nvPr/>
        </p:nvSpPr>
        <p:spPr>
          <a:xfrm>
            <a:off x="2224536" y="2897376"/>
            <a:ext cx="55659" cy="55659"/>
          </a:xfrm>
          <a:prstGeom prst="ellipse">
            <a:avLst/>
          </a:prstGeom>
          <a:solidFill>
            <a:srgbClr val="26364E">
              <a:alpha val="84000"/>
            </a:srgbClr>
          </a:solidFill>
          <a:ln w="3810">
            <a:solidFill>
              <a:srgbClr val="26364E">
                <a:alpha val="0"/>
              </a:srgbClr>
            </a:solidFill>
            <a:prstDash val="solid"/>
          </a:ln>
        </p:spPr>
      </p:sp>
      <p:sp>
        <p:nvSpPr>
          <p:cNvPr id="224" name="Shape 222"/>
          <p:cNvSpPr/>
          <p:nvPr/>
        </p:nvSpPr>
        <p:spPr>
          <a:xfrm>
            <a:off x="2303572" y="2897376"/>
            <a:ext cx="55659" cy="55659"/>
          </a:xfrm>
          <a:prstGeom prst="ellipse">
            <a:avLst/>
          </a:prstGeom>
          <a:solidFill>
            <a:srgbClr val="26364E">
              <a:alpha val="84000"/>
            </a:srgbClr>
          </a:solidFill>
          <a:ln w="3810">
            <a:solidFill>
              <a:srgbClr val="26364E">
                <a:alpha val="0"/>
              </a:srgbClr>
            </a:solidFill>
            <a:prstDash val="solid"/>
          </a:ln>
        </p:spPr>
      </p:sp>
      <p:sp>
        <p:nvSpPr>
          <p:cNvPr id="225" name="Shape 223"/>
          <p:cNvSpPr/>
          <p:nvPr/>
        </p:nvSpPr>
        <p:spPr>
          <a:xfrm>
            <a:off x="2382608" y="2897376"/>
            <a:ext cx="55659" cy="55659"/>
          </a:xfrm>
          <a:prstGeom prst="ellipse">
            <a:avLst/>
          </a:prstGeom>
          <a:solidFill>
            <a:srgbClr val="26364E">
              <a:alpha val="84000"/>
            </a:srgbClr>
          </a:solidFill>
          <a:ln w="3810">
            <a:solidFill>
              <a:srgbClr val="26364E">
                <a:alpha val="0"/>
              </a:srgbClr>
            </a:solidFill>
            <a:prstDash val="solid"/>
          </a:ln>
        </p:spPr>
      </p:sp>
      <p:sp>
        <p:nvSpPr>
          <p:cNvPr id="226" name="Shape 224"/>
          <p:cNvSpPr/>
          <p:nvPr/>
        </p:nvSpPr>
        <p:spPr>
          <a:xfrm>
            <a:off x="2461644" y="2897376"/>
            <a:ext cx="55659" cy="55659"/>
          </a:xfrm>
          <a:prstGeom prst="ellipse">
            <a:avLst/>
          </a:prstGeom>
          <a:solidFill>
            <a:srgbClr val="42E0CB"/>
          </a:solidFill>
          <a:ln w="3810">
            <a:solidFill>
              <a:srgbClr val="42E0CB">
                <a:alpha val="0"/>
              </a:srgbClr>
            </a:solidFill>
            <a:prstDash val="solid"/>
          </a:ln>
        </p:spPr>
      </p:sp>
      <p:sp>
        <p:nvSpPr>
          <p:cNvPr id="227" name="Shape 225"/>
          <p:cNvSpPr/>
          <p:nvPr/>
        </p:nvSpPr>
        <p:spPr>
          <a:xfrm>
            <a:off x="2540680" y="2897376"/>
            <a:ext cx="55659" cy="55659"/>
          </a:xfrm>
          <a:prstGeom prst="ellipse">
            <a:avLst/>
          </a:prstGeom>
          <a:solidFill>
            <a:srgbClr val="26364E">
              <a:alpha val="84000"/>
            </a:srgbClr>
          </a:solidFill>
          <a:ln w="3810">
            <a:solidFill>
              <a:srgbClr val="26364E">
                <a:alpha val="0"/>
              </a:srgbClr>
            </a:solidFill>
            <a:prstDash val="solid"/>
          </a:ln>
        </p:spPr>
      </p:sp>
      <p:sp>
        <p:nvSpPr>
          <p:cNvPr id="228" name="Shape 226"/>
          <p:cNvSpPr/>
          <p:nvPr/>
        </p:nvSpPr>
        <p:spPr>
          <a:xfrm>
            <a:off x="2619716" y="2897376"/>
            <a:ext cx="55659" cy="55659"/>
          </a:xfrm>
          <a:prstGeom prst="ellipse">
            <a:avLst/>
          </a:prstGeom>
          <a:solidFill>
            <a:srgbClr val="26364E">
              <a:alpha val="84000"/>
            </a:srgbClr>
          </a:solidFill>
          <a:ln w="3810">
            <a:solidFill>
              <a:srgbClr val="26364E">
                <a:alpha val="0"/>
              </a:srgbClr>
            </a:solidFill>
            <a:prstDash val="solid"/>
          </a:ln>
        </p:spPr>
      </p:sp>
      <p:sp>
        <p:nvSpPr>
          <p:cNvPr id="229" name="Shape 227"/>
          <p:cNvSpPr/>
          <p:nvPr/>
        </p:nvSpPr>
        <p:spPr>
          <a:xfrm>
            <a:off x="2698752" y="2897376"/>
            <a:ext cx="55659" cy="55659"/>
          </a:xfrm>
          <a:prstGeom prst="ellipse">
            <a:avLst/>
          </a:prstGeom>
          <a:solidFill>
            <a:srgbClr val="26364E">
              <a:alpha val="84000"/>
            </a:srgbClr>
          </a:solidFill>
          <a:ln w="3810">
            <a:solidFill>
              <a:srgbClr val="26364E">
                <a:alpha val="0"/>
              </a:srgbClr>
            </a:solidFill>
            <a:prstDash val="solid"/>
          </a:ln>
        </p:spPr>
      </p:sp>
      <p:sp>
        <p:nvSpPr>
          <p:cNvPr id="230" name="Shape 228"/>
          <p:cNvSpPr/>
          <p:nvPr/>
        </p:nvSpPr>
        <p:spPr>
          <a:xfrm>
            <a:off x="2777788" y="2897376"/>
            <a:ext cx="55659" cy="55659"/>
          </a:xfrm>
          <a:prstGeom prst="ellipse">
            <a:avLst/>
          </a:prstGeom>
          <a:solidFill>
            <a:srgbClr val="26364E">
              <a:alpha val="84000"/>
            </a:srgbClr>
          </a:solidFill>
          <a:ln w="3810">
            <a:solidFill>
              <a:srgbClr val="26364E">
                <a:alpha val="0"/>
              </a:srgbClr>
            </a:solidFill>
            <a:prstDash val="solid"/>
          </a:ln>
        </p:spPr>
      </p:sp>
      <p:sp>
        <p:nvSpPr>
          <p:cNvPr id="231" name="Shape 229"/>
          <p:cNvSpPr/>
          <p:nvPr/>
        </p:nvSpPr>
        <p:spPr>
          <a:xfrm>
            <a:off x="2856824" y="2897376"/>
            <a:ext cx="55659" cy="55659"/>
          </a:xfrm>
          <a:prstGeom prst="ellipse">
            <a:avLst/>
          </a:prstGeom>
          <a:solidFill>
            <a:srgbClr val="26364E">
              <a:alpha val="84000"/>
            </a:srgbClr>
          </a:solidFill>
          <a:ln w="3810">
            <a:solidFill>
              <a:srgbClr val="26364E">
                <a:alpha val="0"/>
              </a:srgbClr>
            </a:solidFill>
            <a:prstDash val="solid"/>
          </a:ln>
        </p:spPr>
      </p:sp>
      <p:sp>
        <p:nvSpPr>
          <p:cNvPr id="232" name="Shape 230"/>
          <p:cNvSpPr/>
          <p:nvPr/>
        </p:nvSpPr>
        <p:spPr>
          <a:xfrm>
            <a:off x="2935860" y="2897376"/>
            <a:ext cx="55659" cy="55659"/>
          </a:xfrm>
          <a:prstGeom prst="ellipse">
            <a:avLst/>
          </a:prstGeom>
          <a:solidFill>
            <a:srgbClr val="42E0CB"/>
          </a:solidFill>
          <a:ln w="3810">
            <a:solidFill>
              <a:srgbClr val="42E0CB">
                <a:alpha val="0"/>
              </a:srgbClr>
            </a:solidFill>
            <a:prstDash val="solid"/>
          </a:ln>
        </p:spPr>
      </p:sp>
      <p:sp>
        <p:nvSpPr>
          <p:cNvPr id="233" name="Shape 231"/>
          <p:cNvSpPr/>
          <p:nvPr/>
        </p:nvSpPr>
        <p:spPr>
          <a:xfrm>
            <a:off x="3014896" y="2897376"/>
            <a:ext cx="55659" cy="55659"/>
          </a:xfrm>
          <a:prstGeom prst="ellipse">
            <a:avLst/>
          </a:prstGeom>
          <a:solidFill>
            <a:srgbClr val="26364E">
              <a:alpha val="84000"/>
            </a:srgbClr>
          </a:solidFill>
          <a:ln w="3810">
            <a:solidFill>
              <a:srgbClr val="26364E">
                <a:alpha val="0"/>
              </a:srgbClr>
            </a:solidFill>
            <a:prstDash val="solid"/>
          </a:ln>
        </p:spPr>
      </p:sp>
      <p:sp>
        <p:nvSpPr>
          <p:cNvPr id="234" name="Shape 232"/>
          <p:cNvSpPr/>
          <p:nvPr/>
        </p:nvSpPr>
        <p:spPr>
          <a:xfrm>
            <a:off x="3093932" y="2897376"/>
            <a:ext cx="55659" cy="55659"/>
          </a:xfrm>
          <a:prstGeom prst="ellipse">
            <a:avLst/>
          </a:prstGeom>
          <a:solidFill>
            <a:srgbClr val="26364E">
              <a:alpha val="84000"/>
            </a:srgbClr>
          </a:solidFill>
          <a:ln w="3810">
            <a:solidFill>
              <a:srgbClr val="26364E">
                <a:alpha val="0"/>
              </a:srgbClr>
            </a:solidFill>
            <a:prstDash val="solid"/>
          </a:ln>
        </p:spPr>
      </p:sp>
      <p:sp>
        <p:nvSpPr>
          <p:cNvPr id="235" name="Shape 233"/>
          <p:cNvSpPr/>
          <p:nvPr/>
        </p:nvSpPr>
        <p:spPr>
          <a:xfrm>
            <a:off x="3172968" y="2897376"/>
            <a:ext cx="55659" cy="55659"/>
          </a:xfrm>
          <a:prstGeom prst="ellipse">
            <a:avLst/>
          </a:prstGeom>
          <a:solidFill>
            <a:srgbClr val="26364E">
              <a:alpha val="84000"/>
            </a:srgbClr>
          </a:solidFill>
          <a:ln w="3810">
            <a:solidFill>
              <a:srgbClr val="26364E">
                <a:alpha val="0"/>
              </a:srgbClr>
            </a:solidFill>
            <a:prstDash val="solid"/>
          </a:ln>
        </p:spPr>
      </p:sp>
      <p:sp>
        <p:nvSpPr>
          <p:cNvPr id="236" name="Shape 234"/>
          <p:cNvSpPr/>
          <p:nvPr/>
        </p:nvSpPr>
        <p:spPr>
          <a:xfrm>
            <a:off x="3252004" y="2897376"/>
            <a:ext cx="55659" cy="55659"/>
          </a:xfrm>
          <a:prstGeom prst="ellipse">
            <a:avLst/>
          </a:prstGeom>
          <a:solidFill>
            <a:srgbClr val="26364E">
              <a:alpha val="84000"/>
            </a:srgbClr>
          </a:solidFill>
          <a:ln w="3810">
            <a:solidFill>
              <a:srgbClr val="26364E">
                <a:alpha val="0"/>
              </a:srgbClr>
            </a:solidFill>
            <a:prstDash val="solid"/>
          </a:ln>
        </p:spPr>
      </p:sp>
      <p:sp>
        <p:nvSpPr>
          <p:cNvPr id="237" name="Shape 235"/>
          <p:cNvSpPr/>
          <p:nvPr/>
        </p:nvSpPr>
        <p:spPr>
          <a:xfrm>
            <a:off x="3331040" y="2897376"/>
            <a:ext cx="55659" cy="55659"/>
          </a:xfrm>
          <a:prstGeom prst="ellipse">
            <a:avLst/>
          </a:prstGeom>
          <a:solidFill>
            <a:srgbClr val="42E0CB"/>
          </a:solidFill>
          <a:ln w="3810">
            <a:solidFill>
              <a:srgbClr val="42E0CB">
                <a:alpha val="0"/>
              </a:srgbClr>
            </a:solidFill>
            <a:prstDash val="solid"/>
          </a:ln>
        </p:spPr>
      </p:sp>
      <p:sp>
        <p:nvSpPr>
          <p:cNvPr id="238" name="Shape 236"/>
          <p:cNvSpPr/>
          <p:nvPr/>
        </p:nvSpPr>
        <p:spPr>
          <a:xfrm>
            <a:off x="3410076" y="2897376"/>
            <a:ext cx="55659" cy="55659"/>
          </a:xfrm>
          <a:prstGeom prst="ellipse">
            <a:avLst/>
          </a:prstGeom>
          <a:solidFill>
            <a:srgbClr val="26364E">
              <a:alpha val="84000"/>
            </a:srgbClr>
          </a:solidFill>
          <a:ln w="3810">
            <a:solidFill>
              <a:srgbClr val="26364E">
                <a:alpha val="0"/>
              </a:srgbClr>
            </a:solidFill>
            <a:prstDash val="solid"/>
          </a:ln>
        </p:spPr>
      </p:sp>
      <p:sp>
        <p:nvSpPr>
          <p:cNvPr id="239" name="Shape 237"/>
          <p:cNvSpPr/>
          <p:nvPr/>
        </p:nvSpPr>
        <p:spPr>
          <a:xfrm>
            <a:off x="959961" y="2976412"/>
            <a:ext cx="55659" cy="55659"/>
          </a:xfrm>
          <a:prstGeom prst="ellipse">
            <a:avLst/>
          </a:prstGeom>
          <a:solidFill>
            <a:srgbClr val="26364E">
              <a:alpha val="84000"/>
            </a:srgbClr>
          </a:solidFill>
          <a:ln w="3810">
            <a:solidFill>
              <a:srgbClr val="26364E">
                <a:alpha val="0"/>
              </a:srgbClr>
            </a:solidFill>
            <a:prstDash val="solid"/>
          </a:ln>
        </p:spPr>
      </p:sp>
      <p:sp>
        <p:nvSpPr>
          <p:cNvPr id="240" name="Shape 238"/>
          <p:cNvSpPr/>
          <p:nvPr/>
        </p:nvSpPr>
        <p:spPr>
          <a:xfrm>
            <a:off x="1038997" y="2976412"/>
            <a:ext cx="55659" cy="55659"/>
          </a:xfrm>
          <a:prstGeom prst="ellipse">
            <a:avLst/>
          </a:prstGeom>
          <a:solidFill>
            <a:srgbClr val="26364E">
              <a:alpha val="84000"/>
            </a:srgbClr>
          </a:solidFill>
          <a:ln w="3810">
            <a:solidFill>
              <a:srgbClr val="26364E">
                <a:alpha val="0"/>
              </a:srgbClr>
            </a:solidFill>
            <a:prstDash val="solid"/>
          </a:ln>
        </p:spPr>
      </p:sp>
      <p:sp>
        <p:nvSpPr>
          <p:cNvPr id="241" name="Shape 239"/>
          <p:cNvSpPr/>
          <p:nvPr/>
        </p:nvSpPr>
        <p:spPr>
          <a:xfrm>
            <a:off x="1118033" y="2976412"/>
            <a:ext cx="55659" cy="55659"/>
          </a:xfrm>
          <a:prstGeom prst="ellipse">
            <a:avLst/>
          </a:prstGeom>
          <a:solidFill>
            <a:srgbClr val="42E0CB"/>
          </a:solidFill>
          <a:ln w="3810">
            <a:solidFill>
              <a:srgbClr val="42E0CB">
                <a:alpha val="0"/>
              </a:srgbClr>
            </a:solidFill>
            <a:prstDash val="solid"/>
          </a:ln>
        </p:spPr>
      </p:sp>
      <p:sp>
        <p:nvSpPr>
          <p:cNvPr id="242" name="Shape 240"/>
          <p:cNvSpPr/>
          <p:nvPr/>
        </p:nvSpPr>
        <p:spPr>
          <a:xfrm>
            <a:off x="1197069" y="2976412"/>
            <a:ext cx="55659" cy="55659"/>
          </a:xfrm>
          <a:prstGeom prst="ellipse">
            <a:avLst/>
          </a:prstGeom>
          <a:solidFill>
            <a:srgbClr val="26364E">
              <a:alpha val="84000"/>
            </a:srgbClr>
          </a:solidFill>
          <a:ln w="3810">
            <a:solidFill>
              <a:srgbClr val="26364E">
                <a:alpha val="0"/>
              </a:srgbClr>
            </a:solidFill>
            <a:prstDash val="solid"/>
          </a:ln>
        </p:spPr>
      </p:sp>
      <p:sp>
        <p:nvSpPr>
          <p:cNvPr id="243" name="Shape 241"/>
          <p:cNvSpPr/>
          <p:nvPr/>
        </p:nvSpPr>
        <p:spPr>
          <a:xfrm>
            <a:off x="1276105" y="2976412"/>
            <a:ext cx="55659" cy="55659"/>
          </a:xfrm>
          <a:prstGeom prst="ellipse">
            <a:avLst/>
          </a:prstGeom>
          <a:solidFill>
            <a:srgbClr val="26364E">
              <a:alpha val="84000"/>
            </a:srgbClr>
          </a:solidFill>
          <a:ln w="3810">
            <a:solidFill>
              <a:srgbClr val="26364E">
                <a:alpha val="0"/>
              </a:srgbClr>
            </a:solidFill>
            <a:prstDash val="solid"/>
          </a:ln>
        </p:spPr>
      </p:sp>
      <p:sp>
        <p:nvSpPr>
          <p:cNvPr id="244" name="Shape 242"/>
          <p:cNvSpPr/>
          <p:nvPr/>
        </p:nvSpPr>
        <p:spPr>
          <a:xfrm>
            <a:off x="1355141" y="2976412"/>
            <a:ext cx="55659" cy="55659"/>
          </a:xfrm>
          <a:prstGeom prst="ellipse">
            <a:avLst/>
          </a:prstGeom>
          <a:solidFill>
            <a:srgbClr val="26364E">
              <a:alpha val="84000"/>
            </a:srgbClr>
          </a:solidFill>
          <a:ln w="3810">
            <a:solidFill>
              <a:srgbClr val="26364E">
                <a:alpha val="0"/>
              </a:srgbClr>
            </a:solidFill>
            <a:prstDash val="solid"/>
          </a:ln>
        </p:spPr>
      </p:sp>
      <p:sp>
        <p:nvSpPr>
          <p:cNvPr id="245" name="Shape 243"/>
          <p:cNvSpPr/>
          <p:nvPr/>
        </p:nvSpPr>
        <p:spPr>
          <a:xfrm>
            <a:off x="1434177" y="2976412"/>
            <a:ext cx="55659" cy="55659"/>
          </a:xfrm>
          <a:prstGeom prst="ellipse">
            <a:avLst/>
          </a:prstGeom>
          <a:solidFill>
            <a:srgbClr val="26364E">
              <a:alpha val="84000"/>
            </a:srgbClr>
          </a:solidFill>
          <a:ln w="3810">
            <a:solidFill>
              <a:srgbClr val="26364E">
                <a:alpha val="0"/>
              </a:srgbClr>
            </a:solidFill>
            <a:prstDash val="solid"/>
          </a:ln>
        </p:spPr>
      </p:sp>
      <p:sp>
        <p:nvSpPr>
          <p:cNvPr id="246" name="Shape 244"/>
          <p:cNvSpPr/>
          <p:nvPr/>
        </p:nvSpPr>
        <p:spPr>
          <a:xfrm>
            <a:off x="1513213" y="2976412"/>
            <a:ext cx="55659" cy="55659"/>
          </a:xfrm>
          <a:prstGeom prst="ellipse">
            <a:avLst/>
          </a:prstGeom>
          <a:solidFill>
            <a:srgbClr val="26364E">
              <a:alpha val="84000"/>
            </a:srgbClr>
          </a:solidFill>
          <a:ln w="3810">
            <a:solidFill>
              <a:srgbClr val="26364E">
                <a:alpha val="0"/>
              </a:srgbClr>
            </a:solidFill>
            <a:prstDash val="solid"/>
          </a:ln>
        </p:spPr>
      </p:sp>
      <p:sp>
        <p:nvSpPr>
          <p:cNvPr id="247" name="Shape 245"/>
          <p:cNvSpPr/>
          <p:nvPr/>
        </p:nvSpPr>
        <p:spPr>
          <a:xfrm>
            <a:off x="1592249" y="2976412"/>
            <a:ext cx="55659" cy="55659"/>
          </a:xfrm>
          <a:prstGeom prst="ellipse">
            <a:avLst/>
          </a:prstGeom>
          <a:solidFill>
            <a:srgbClr val="26364E">
              <a:alpha val="84000"/>
            </a:srgbClr>
          </a:solidFill>
          <a:ln w="3810">
            <a:solidFill>
              <a:srgbClr val="26364E">
                <a:alpha val="0"/>
              </a:srgbClr>
            </a:solidFill>
            <a:prstDash val="solid"/>
          </a:ln>
        </p:spPr>
      </p:sp>
      <p:sp>
        <p:nvSpPr>
          <p:cNvPr id="248" name="Shape 246"/>
          <p:cNvSpPr/>
          <p:nvPr/>
        </p:nvSpPr>
        <p:spPr>
          <a:xfrm>
            <a:off x="1671285" y="2976412"/>
            <a:ext cx="55659" cy="55659"/>
          </a:xfrm>
          <a:prstGeom prst="ellipse">
            <a:avLst/>
          </a:prstGeom>
          <a:solidFill>
            <a:srgbClr val="26364E">
              <a:alpha val="84000"/>
            </a:srgbClr>
          </a:solidFill>
          <a:ln w="3810">
            <a:solidFill>
              <a:srgbClr val="26364E">
                <a:alpha val="0"/>
              </a:srgbClr>
            </a:solidFill>
            <a:prstDash val="solid"/>
          </a:ln>
        </p:spPr>
      </p:sp>
      <p:sp>
        <p:nvSpPr>
          <p:cNvPr id="249" name="Shape 247"/>
          <p:cNvSpPr/>
          <p:nvPr/>
        </p:nvSpPr>
        <p:spPr>
          <a:xfrm>
            <a:off x="1750321" y="2976412"/>
            <a:ext cx="55659" cy="55659"/>
          </a:xfrm>
          <a:prstGeom prst="ellipse">
            <a:avLst/>
          </a:prstGeom>
          <a:solidFill>
            <a:srgbClr val="26364E">
              <a:alpha val="84000"/>
            </a:srgbClr>
          </a:solidFill>
          <a:ln w="3810">
            <a:solidFill>
              <a:srgbClr val="26364E">
                <a:alpha val="0"/>
              </a:srgbClr>
            </a:solidFill>
            <a:prstDash val="solid"/>
          </a:ln>
        </p:spPr>
      </p:sp>
      <p:sp>
        <p:nvSpPr>
          <p:cNvPr id="250" name="Shape 248"/>
          <p:cNvSpPr/>
          <p:nvPr/>
        </p:nvSpPr>
        <p:spPr>
          <a:xfrm>
            <a:off x="1829357" y="2976412"/>
            <a:ext cx="55659" cy="55659"/>
          </a:xfrm>
          <a:prstGeom prst="ellipse">
            <a:avLst/>
          </a:prstGeom>
          <a:solidFill>
            <a:srgbClr val="26364E">
              <a:alpha val="84000"/>
            </a:srgbClr>
          </a:solidFill>
          <a:ln w="3810">
            <a:solidFill>
              <a:srgbClr val="26364E">
                <a:alpha val="0"/>
              </a:srgbClr>
            </a:solidFill>
            <a:prstDash val="solid"/>
          </a:ln>
        </p:spPr>
      </p:sp>
      <p:sp>
        <p:nvSpPr>
          <p:cNvPr id="251" name="Shape 249"/>
          <p:cNvSpPr/>
          <p:nvPr/>
        </p:nvSpPr>
        <p:spPr>
          <a:xfrm>
            <a:off x="1908393" y="2976412"/>
            <a:ext cx="55659" cy="55659"/>
          </a:xfrm>
          <a:prstGeom prst="ellipse">
            <a:avLst/>
          </a:prstGeom>
          <a:solidFill>
            <a:srgbClr val="26364E">
              <a:alpha val="84000"/>
            </a:srgbClr>
          </a:solidFill>
          <a:ln w="3810">
            <a:solidFill>
              <a:srgbClr val="26364E">
                <a:alpha val="0"/>
              </a:srgbClr>
            </a:solidFill>
            <a:prstDash val="solid"/>
          </a:ln>
        </p:spPr>
      </p:sp>
      <p:sp>
        <p:nvSpPr>
          <p:cNvPr id="252" name="Shape 250"/>
          <p:cNvSpPr/>
          <p:nvPr/>
        </p:nvSpPr>
        <p:spPr>
          <a:xfrm>
            <a:off x="1987429" y="2976412"/>
            <a:ext cx="55659" cy="55659"/>
          </a:xfrm>
          <a:prstGeom prst="ellipse">
            <a:avLst/>
          </a:prstGeom>
          <a:solidFill>
            <a:srgbClr val="26364E">
              <a:alpha val="84000"/>
            </a:srgbClr>
          </a:solidFill>
          <a:ln w="3810">
            <a:solidFill>
              <a:srgbClr val="26364E">
                <a:alpha val="0"/>
              </a:srgbClr>
            </a:solidFill>
            <a:prstDash val="solid"/>
          </a:ln>
        </p:spPr>
      </p:sp>
      <p:sp>
        <p:nvSpPr>
          <p:cNvPr id="253" name="Shape 251"/>
          <p:cNvSpPr/>
          <p:nvPr/>
        </p:nvSpPr>
        <p:spPr>
          <a:xfrm>
            <a:off x="2066464" y="2976412"/>
            <a:ext cx="55659" cy="55659"/>
          </a:xfrm>
          <a:prstGeom prst="ellipse">
            <a:avLst/>
          </a:prstGeom>
          <a:solidFill>
            <a:srgbClr val="26364E">
              <a:alpha val="84000"/>
            </a:srgbClr>
          </a:solidFill>
          <a:ln w="3810">
            <a:solidFill>
              <a:srgbClr val="26364E">
                <a:alpha val="0"/>
              </a:srgbClr>
            </a:solidFill>
            <a:prstDash val="solid"/>
          </a:ln>
        </p:spPr>
      </p:sp>
      <p:sp>
        <p:nvSpPr>
          <p:cNvPr id="254" name="Shape 252"/>
          <p:cNvSpPr/>
          <p:nvPr/>
        </p:nvSpPr>
        <p:spPr>
          <a:xfrm>
            <a:off x="2145500" y="2976412"/>
            <a:ext cx="55659" cy="55659"/>
          </a:xfrm>
          <a:prstGeom prst="ellipse">
            <a:avLst/>
          </a:prstGeom>
          <a:solidFill>
            <a:srgbClr val="26364E">
              <a:alpha val="84000"/>
            </a:srgbClr>
          </a:solidFill>
          <a:ln w="3810">
            <a:solidFill>
              <a:srgbClr val="26364E">
                <a:alpha val="0"/>
              </a:srgbClr>
            </a:solidFill>
            <a:prstDash val="solid"/>
          </a:ln>
        </p:spPr>
      </p:sp>
      <p:sp>
        <p:nvSpPr>
          <p:cNvPr id="255" name="Shape 253"/>
          <p:cNvSpPr/>
          <p:nvPr/>
        </p:nvSpPr>
        <p:spPr>
          <a:xfrm>
            <a:off x="2224536" y="2976412"/>
            <a:ext cx="55659" cy="55659"/>
          </a:xfrm>
          <a:prstGeom prst="ellipse">
            <a:avLst/>
          </a:prstGeom>
          <a:solidFill>
            <a:srgbClr val="26364E">
              <a:alpha val="84000"/>
            </a:srgbClr>
          </a:solidFill>
          <a:ln w="3810">
            <a:solidFill>
              <a:srgbClr val="26364E">
                <a:alpha val="0"/>
              </a:srgbClr>
            </a:solidFill>
            <a:prstDash val="solid"/>
          </a:ln>
        </p:spPr>
      </p:sp>
      <p:sp>
        <p:nvSpPr>
          <p:cNvPr id="256" name="Shape 254"/>
          <p:cNvSpPr/>
          <p:nvPr/>
        </p:nvSpPr>
        <p:spPr>
          <a:xfrm>
            <a:off x="2303572" y="2976412"/>
            <a:ext cx="55659" cy="55659"/>
          </a:xfrm>
          <a:prstGeom prst="ellipse">
            <a:avLst/>
          </a:prstGeom>
          <a:solidFill>
            <a:srgbClr val="26364E">
              <a:alpha val="84000"/>
            </a:srgbClr>
          </a:solidFill>
          <a:ln w="3810">
            <a:solidFill>
              <a:srgbClr val="26364E">
                <a:alpha val="0"/>
              </a:srgbClr>
            </a:solidFill>
            <a:prstDash val="solid"/>
          </a:ln>
        </p:spPr>
      </p:sp>
      <p:sp>
        <p:nvSpPr>
          <p:cNvPr id="257" name="Shape 255"/>
          <p:cNvSpPr/>
          <p:nvPr/>
        </p:nvSpPr>
        <p:spPr>
          <a:xfrm>
            <a:off x="2382608" y="2976412"/>
            <a:ext cx="55659" cy="55659"/>
          </a:xfrm>
          <a:prstGeom prst="ellipse">
            <a:avLst/>
          </a:prstGeom>
          <a:solidFill>
            <a:srgbClr val="26364E">
              <a:alpha val="84000"/>
            </a:srgbClr>
          </a:solidFill>
          <a:ln w="3810">
            <a:solidFill>
              <a:srgbClr val="26364E">
                <a:alpha val="0"/>
              </a:srgbClr>
            </a:solidFill>
            <a:prstDash val="solid"/>
          </a:ln>
        </p:spPr>
      </p:sp>
      <p:sp>
        <p:nvSpPr>
          <p:cNvPr id="258" name="Shape 256"/>
          <p:cNvSpPr/>
          <p:nvPr/>
        </p:nvSpPr>
        <p:spPr>
          <a:xfrm>
            <a:off x="2461644" y="2976412"/>
            <a:ext cx="55659" cy="55659"/>
          </a:xfrm>
          <a:prstGeom prst="ellipse">
            <a:avLst/>
          </a:prstGeom>
          <a:solidFill>
            <a:srgbClr val="26364E">
              <a:alpha val="84000"/>
            </a:srgbClr>
          </a:solidFill>
          <a:ln w="3810">
            <a:solidFill>
              <a:srgbClr val="26364E">
                <a:alpha val="0"/>
              </a:srgbClr>
            </a:solidFill>
            <a:prstDash val="solid"/>
          </a:ln>
        </p:spPr>
      </p:sp>
      <p:sp>
        <p:nvSpPr>
          <p:cNvPr id="259" name="Shape 257"/>
          <p:cNvSpPr/>
          <p:nvPr/>
        </p:nvSpPr>
        <p:spPr>
          <a:xfrm>
            <a:off x="2540680" y="2976412"/>
            <a:ext cx="55659" cy="55659"/>
          </a:xfrm>
          <a:prstGeom prst="ellipse">
            <a:avLst/>
          </a:prstGeom>
          <a:solidFill>
            <a:srgbClr val="26364E">
              <a:alpha val="84000"/>
            </a:srgbClr>
          </a:solidFill>
          <a:ln w="3810">
            <a:solidFill>
              <a:srgbClr val="26364E">
                <a:alpha val="0"/>
              </a:srgbClr>
            </a:solidFill>
            <a:prstDash val="solid"/>
          </a:ln>
        </p:spPr>
      </p:sp>
      <p:sp>
        <p:nvSpPr>
          <p:cNvPr id="260" name="Shape 258"/>
          <p:cNvSpPr/>
          <p:nvPr/>
        </p:nvSpPr>
        <p:spPr>
          <a:xfrm>
            <a:off x="2619716" y="2976412"/>
            <a:ext cx="55659" cy="55659"/>
          </a:xfrm>
          <a:prstGeom prst="ellipse">
            <a:avLst/>
          </a:prstGeom>
          <a:solidFill>
            <a:srgbClr val="26364E">
              <a:alpha val="84000"/>
            </a:srgbClr>
          </a:solidFill>
          <a:ln w="3810">
            <a:solidFill>
              <a:srgbClr val="26364E">
                <a:alpha val="0"/>
              </a:srgbClr>
            </a:solidFill>
            <a:prstDash val="solid"/>
          </a:ln>
        </p:spPr>
      </p:sp>
      <p:sp>
        <p:nvSpPr>
          <p:cNvPr id="261" name="Shape 259"/>
          <p:cNvSpPr/>
          <p:nvPr/>
        </p:nvSpPr>
        <p:spPr>
          <a:xfrm>
            <a:off x="2698752" y="2976412"/>
            <a:ext cx="55659" cy="55659"/>
          </a:xfrm>
          <a:prstGeom prst="ellipse">
            <a:avLst/>
          </a:prstGeom>
          <a:solidFill>
            <a:srgbClr val="26364E">
              <a:alpha val="84000"/>
            </a:srgbClr>
          </a:solidFill>
          <a:ln w="3810">
            <a:solidFill>
              <a:srgbClr val="26364E">
                <a:alpha val="0"/>
              </a:srgbClr>
            </a:solidFill>
            <a:prstDash val="solid"/>
          </a:ln>
        </p:spPr>
      </p:sp>
      <p:sp>
        <p:nvSpPr>
          <p:cNvPr id="262" name="Shape 260"/>
          <p:cNvSpPr/>
          <p:nvPr/>
        </p:nvSpPr>
        <p:spPr>
          <a:xfrm>
            <a:off x="2777788" y="2976412"/>
            <a:ext cx="55659" cy="55659"/>
          </a:xfrm>
          <a:prstGeom prst="ellipse">
            <a:avLst/>
          </a:prstGeom>
          <a:solidFill>
            <a:srgbClr val="26364E">
              <a:alpha val="84000"/>
            </a:srgbClr>
          </a:solidFill>
          <a:ln w="3810">
            <a:solidFill>
              <a:srgbClr val="26364E">
                <a:alpha val="0"/>
              </a:srgbClr>
            </a:solidFill>
            <a:prstDash val="solid"/>
          </a:ln>
        </p:spPr>
      </p:sp>
      <p:sp>
        <p:nvSpPr>
          <p:cNvPr id="263" name="Shape 261"/>
          <p:cNvSpPr/>
          <p:nvPr/>
        </p:nvSpPr>
        <p:spPr>
          <a:xfrm>
            <a:off x="2856824" y="2976412"/>
            <a:ext cx="55659" cy="55659"/>
          </a:xfrm>
          <a:prstGeom prst="ellipse">
            <a:avLst/>
          </a:prstGeom>
          <a:solidFill>
            <a:srgbClr val="26364E">
              <a:alpha val="84000"/>
            </a:srgbClr>
          </a:solidFill>
          <a:ln w="3810">
            <a:solidFill>
              <a:srgbClr val="26364E">
                <a:alpha val="0"/>
              </a:srgbClr>
            </a:solidFill>
            <a:prstDash val="solid"/>
          </a:ln>
        </p:spPr>
      </p:sp>
      <p:sp>
        <p:nvSpPr>
          <p:cNvPr id="264" name="Shape 262"/>
          <p:cNvSpPr/>
          <p:nvPr/>
        </p:nvSpPr>
        <p:spPr>
          <a:xfrm>
            <a:off x="2935860" y="2976412"/>
            <a:ext cx="55659" cy="55659"/>
          </a:xfrm>
          <a:prstGeom prst="ellipse">
            <a:avLst/>
          </a:prstGeom>
          <a:solidFill>
            <a:srgbClr val="26364E">
              <a:alpha val="84000"/>
            </a:srgbClr>
          </a:solidFill>
          <a:ln w="3810">
            <a:solidFill>
              <a:srgbClr val="26364E">
                <a:alpha val="0"/>
              </a:srgbClr>
            </a:solidFill>
            <a:prstDash val="solid"/>
          </a:ln>
        </p:spPr>
      </p:sp>
      <p:sp>
        <p:nvSpPr>
          <p:cNvPr id="265" name="Shape 263"/>
          <p:cNvSpPr/>
          <p:nvPr/>
        </p:nvSpPr>
        <p:spPr>
          <a:xfrm>
            <a:off x="3014896" y="2976412"/>
            <a:ext cx="55659" cy="55659"/>
          </a:xfrm>
          <a:prstGeom prst="ellipse">
            <a:avLst/>
          </a:prstGeom>
          <a:solidFill>
            <a:srgbClr val="26364E">
              <a:alpha val="84000"/>
            </a:srgbClr>
          </a:solidFill>
          <a:ln w="3810">
            <a:solidFill>
              <a:srgbClr val="26364E">
                <a:alpha val="0"/>
              </a:srgbClr>
            </a:solidFill>
            <a:prstDash val="solid"/>
          </a:ln>
        </p:spPr>
      </p:sp>
      <p:sp>
        <p:nvSpPr>
          <p:cNvPr id="266" name="Shape 264"/>
          <p:cNvSpPr/>
          <p:nvPr/>
        </p:nvSpPr>
        <p:spPr>
          <a:xfrm>
            <a:off x="3093932" y="2976412"/>
            <a:ext cx="55659" cy="55659"/>
          </a:xfrm>
          <a:prstGeom prst="ellipse">
            <a:avLst/>
          </a:prstGeom>
          <a:solidFill>
            <a:srgbClr val="26364E">
              <a:alpha val="84000"/>
            </a:srgbClr>
          </a:solidFill>
          <a:ln w="3810">
            <a:solidFill>
              <a:srgbClr val="26364E">
                <a:alpha val="0"/>
              </a:srgbClr>
            </a:solidFill>
            <a:prstDash val="solid"/>
          </a:ln>
        </p:spPr>
      </p:sp>
      <p:sp>
        <p:nvSpPr>
          <p:cNvPr id="267" name="Shape 265"/>
          <p:cNvSpPr/>
          <p:nvPr/>
        </p:nvSpPr>
        <p:spPr>
          <a:xfrm>
            <a:off x="3172968" y="2976412"/>
            <a:ext cx="55659" cy="55659"/>
          </a:xfrm>
          <a:prstGeom prst="ellipse">
            <a:avLst/>
          </a:prstGeom>
          <a:solidFill>
            <a:srgbClr val="26364E">
              <a:alpha val="84000"/>
            </a:srgbClr>
          </a:solidFill>
          <a:ln w="3810">
            <a:solidFill>
              <a:srgbClr val="26364E">
                <a:alpha val="0"/>
              </a:srgbClr>
            </a:solidFill>
            <a:prstDash val="solid"/>
          </a:ln>
        </p:spPr>
      </p:sp>
      <p:sp>
        <p:nvSpPr>
          <p:cNvPr id="268" name="Shape 266"/>
          <p:cNvSpPr/>
          <p:nvPr/>
        </p:nvSpPr>
        <p:spPr>
          <a:xfrm>
            <a:off x="3252004" y="2976412"/>
            <a:ext cx="55659" cy="55659"/>
          </a:xfrm>
          <a:prstGeom prst="ellipse">
            <a:avLst/>
          </a:prstGeom>
          <a:solidFill>
            <a:srgbClr val="26364E">
              <a:alpha val="84000"/>
            </a:srgbClr>
          </a:solidFill>
          <a:ln w="3810">
            <a:solidFill>
              <a:srgbClr val="26364E">
                <a:alpha val="0"/>
              </a:srgbClr>
            </a:solidFill>
            <a:prstDash val="solid"/>
          </a:ln>
        </p:spPr>
      </p:sp>
      <p:sp>
        <p:nvSpPr>
          <p:cNvPr id="269" name="Shape 267"/>
          <p:cNvSpPr/>
          <p:nvPr/>
        </p:nvSpPr>
        <p:spPr>
          <a:xfrm>
            <a:off x="3331040" y="2976412"/>
            <a:ext cx="55659" cy="55659"/>
          </a:xfrm>
          <a:prstGeom prst="ellipse">
            <a:avLst/>
          </a:prstGeom>
          <a:solidFill>
            <a:srgbClr val="42E0CB"/>
          </a:solidFill>
          <a:ln w="3810">
            <a:solidFill>
              <a:srgbClr val="42E0CB">
                <a:alpha val="0"/>
              </a:srgbClr>
            </a:solidFill>
            <a:prstDash val="solid"/>
          </a:ln>
        </p:spPr>
      </p:sp>
      <p:sp>
        <p:nvSpPr>
          <p:cNvPr id="270" name="Shape 268"/>
          <p:cNvSpPr/>
          <p:nvPr/>
        </p:nvSpPr>
        <p:spPr>
          <a:xfrm>
            <a:off x="3410076" y="2976412"/>
            <a:ext cx="55659" cy="55659"/>
          </a:xfrm>
          <a:prstGeom prst="ellipse">
            <a:avLst/>
          </a:prstGeom>
          <a:solidFill>
            <a:srgbClr val="26364E">
              <a:alpha val="84000"/>
            </a:srgbClr>
          </a:solidFill>
          <a:ln w="3810">
            <a:solidFill>
              <a:srgbClr val="26364E">
                <a:alpha val="0"/>
              </a:srgbClr>
            </a:solidFill>
            <a:prstDash val="solid"/>
          </a:ln>
        </p:spPr>
      </p:sp>
      <p:sp>
        <p:nvSpPr>
          <p:cNvPr id="271" name="Shape 269"/>
          <p:cNvSpPr/>
          <p:nvPr/>
        </p:nvSpPr>
        <p:spPr>
          <a:xfrm>
            <a:off x="4251960" y="1700784"/>
            <a:ext cx="2971800" cy="1645920"/>
          </a:xfrm>
          <a:prstGeom prst="roundRect">
            <a:avLst>
              <a:gd name="adj" fmla="val 6667"/>
            </a:avLst>
          </a:prstGeom>
          <a:solidFill>
            <a:srgbClr val="0A1521"/>
          </a:solidFill>
          <a:ln w="10160">
            <a:solidFill>
              <a:srgbClr val="FFB45E"/>
            </a:solidFill>
            <a:prstDash val="solid"/>
          </a:ln>
        </p:spPr>
      </p:sp>
      <p:sp>
        <p:nvSpPr>
          <p:cNvPr id="272" name="Shape 270"/>
          <p:cNvSpPr/>
          <p:nvPr/>
        </p:nvSpPr>
        <p:spPr>
          <a:xfrm>
            <a:off x="4453128" y="1892808"/>
            <a:ext cx="960120" cy="292608"/>
          </a:xfrm>
          <a:prstGeom prst="roundRect">
            <a:avLst>
              <a:gd name="adj" fmla="val 37500"/>
            </a:avLst>
          </a:prstGeom>
          <a:solidFill>
            <a:srgbClr val="FFB45E">
              <a:alpha val="16000"/>
            </a:srgbClr>
          </a:solidFill>
          <a:ln w="10160">
            <a:solidFill>
              <a:srgbClr val="FFB45E">
                <a:alpha val="80000"/>
              </a:srgbClr>
            </a:solidFill>
            <a:prstDash val="solid"/>
          </a:ln>
        </p:spPr>
      </p:sp>
      <p:sp>
        <p:nvSpPr>
          <p:cNvPr id="273" name="Text 271"/>
          <p:cNvSpPr txBox="1"/>
          <p:nvPr/>
        </p:nvSpPr>
        <p:spPr>
          <a:xfrm>
            <a:off x="4535424" y="1906524"/>
            <a:ext cx="795528" cy="256032"/>
          </a:xfrm>
          <a:prstGeom prst="rect">
            <a:avLst/>
          </a:prstGeom>
          <a:noFill/>
          <a:ln/>
        </p:spPr>
        <p:txBody>
          <a:bodyPr wrap="square" lIns="381" tIns="381" rIns="381" bIns="381" rtlCol="0" anchor="ctr">
            <a:normAutofit/>
          </a:bodyPr>
          <a:lstStyle/>
          <a:p>
            <a:pPr marL="0" indent="0" algn="ctr">
              <a:buNone/>
            </a:pPr>
            <a:r>
              <a:rPr lang="en-US" sz="900" b="1" dirty="0">
                <a:solidFill>
                  <a:srgbClr val="FFB45E"/>
                </a:solidFill>
                <a:latin typeface="Noto Sans" pitchFamily="34" charset="0"/>
                <a:ea typeface="Noto Sans" pitchFamily="34" charset="-122"/>
                <a:cs typeface="Noto Sans" pitchFamily="34" charset="-120"/>
              </a:rPr>
              <a:t>TOKO</a:t>
            </a:r>
            <a:endParaRPr lang="en-US" sz="900" dirty="0"/>
          </a:p>
        </p:txBody>
      </p:sp>
      <p:sp>
        <p:nvSpPr>
          <p:cNvPr id="274" name="Shape 272"/>
          <p:cNvSpPr/>
          <p:nvPr/>
        </p:nvSpPr>
        <p:spPr>
          <a:xfrm>
            <a:off x="4453128" y="2313432"/>
            <a:ext cx="2560320" cy="758952"/>
          </a:xfrm>
          <a:prstGeom prst="roundRect">
            <a:avLst>
              <a:gd name="adj" fmla="val 14458"/>
            </a:avLst>
          </a:prstGeom>
          <a:solidFill>
            <a:srgbClr val="08131D"/>
          </a:solidFill>
          <a:ln w="15240">
            <a:solidFill>
              <a:srgbClr val="3A5967"/>
            </a:solidFill>
            <a:prstDash val="solid"/>
          </a:ln>
        </p:spPr>
      </p:sp>
      <p:sp>
        <p:nvSpPr>
          <p:cNvPr id="275" name="Shape 273"/>
          <p:cNvSpPr/>
          <p:nvPr/>
        </p:nvSpPr>
        <p:spPr>
          <a:xfrm>
            <a:off x="4480401" y="2423160"/>
            <a:ext cx="55659" cy="55659"/>
          </a:xfrm>
          <a:prstGeom prst="ellipse">
            <a:avLst/>
          </a:prstGeom>
          <a:solidFill>
            <a:srgbClr val="26364E">
              <a:alpha val="84000"/>
            </a:srgbClr>
          </a:solidFill>
          <a:ln w="3810">
            <a:solidFill>
              <a:srgbClr val="26364E">
                <a:alpha val="0"/>
              </a:srgbClr>
            </a:solidFill>
            <a:prstDash val="solid"/>
          </a:ln>
        </p:spPr>
      </p:sp>
      <p:sp>
        <p:nvSpPr>
          <p:cNvPr id="276" name="Shape 274"/>
          <p:cNvSpPr/>
          <p:nvPr/>
        </p:nvSpPr>
        <p:spPr>
          <a:xfrm>
            <a:off x="4559437" y="2423160"/>
            <a:ext cx="55659" cy="55659"/>
          </a:xfrm>
          <a:prstGeom prst="ellipse">
            <a:avLst/>
          </a:prstGeom>
          <a:solidFill>
            <a:srgbClr val="26364E">
              <a:alpha val="84000"/>
            </a:srgbClr>
          </a:solidFill>
          <a:ln w="3810">
            <a:solidFill>
              <a:srgbClr val="26364E">
                <a:alpha val="0"/>
              </a:srgbClr>
            </a:solidFill>
            <a:prstDash val="solid"/>
          </a:ln>
        </p:spPr>
      </p:sp>
      <p:sp>
        <p:nvSpPr>
          <p:cNvPr id="277" name="Shape 275"/>
          <p:cNvSpPr/>
          <p:nvPr/>
        </p:nvSpPr>
        <p:spPr>
          <a:xfrm>
            <a:off x="4638473" y="2423160"/>
            <a:ext cx="55659" cy="55659"/>
          </a:xfrm>
          <a:prstGeom prst="ellipse">
            <a:avLst/>
          </a:prstGeom>
          <a:solidFill>
            <a:srgbClr val="42E0CB"/>
          </a:solidFill>
          <a:ln w="3810">
            <a:solidFill>
              <a:srgbClr val="42E0CB">
                <a:alpha val="0"/>
              </a:srgbClr>
            </a:solidFill>
            <a:prstDash val="solid"/>
          </a:ln>
        </p:spPr>
      </p:sp>
      <p:sp>
        <p:nvSpPr>
          <p:cNvPr id="278" name="Shape 276"/>
          <p:cNvSpPr/>
          <p:nvPr/>
        </p:nvSpPr>
        <p:spPr>
          <a:xfrm>
            <a:off x="4717509" y="2423160"/>
            <a:ext cx="55659" cy="55659"/>
          </a:xfrm>
          <a:prstGeom prst="ellipse">
            <a:avLst/>
          </a:prstGeom>
          <a:solidFill>
            <a:srgbClr val="26364E">
              <a:alpha val="84000"/>
            </a:srgbClr>
          </a:solidFill>
          <a:ln w="3810">
            <a:solidFill>
              <a:srgbClr val="26364E">
                <a:alpha val="0"/>
              </a:srgbClr>
            </a:solidFill>
            <a:prstDash val="solid"/>
          </a:ln>
        </p:spPr>
      </p:sp>
      <p:sp>
        <p:nvSpPr>
          <p:cNvPr id="279" name="Shape 277"/>
          <p:cNvSpPr/>
          <p:nvPr/>
        </p:nvSpPr>
        <p:spPr>
          <a:xfrm>
            <a:off x="4796545" y="2423160"/>
            <a:ext cx="55659" cy="55659"/>
          </a:xfrm>
          <a:prstGeom prst="ellipse">
            <a:avLst/>
          </a:prstGeom>
          <a:solidFill>
            <a:srgbClr val="26364E">
              <a:alpha val="84000"/>
            </a:srgbClr>
          </a:solidFill>
          <a:ln w="3810">
            <a:solidFill>
              <a:srgbClr val="26364E">
                <a:alpha val="0"/>
              </a:srgbClr>
            </a:solidFill>
            <a:prstDash val="solid"/>
          </a:ln>
        </p:spPr>
      </p:sp>
      <p:sp>
        <p:nvSpPr>
          <p:cNvPr id="280" name="Shape 278"/>
          <p:cNvSpPr/>
          <p:nvPr/>
        </p:nvSpPr>
        <p:spPr>
          <a:xfrm>
            <a:off x="4875581" y="2423160"/>
            <a:ext cx="55659" cy="55659"/>
          </a:xfrm>
          <a:prstGeom prst="ellipse">
            <a:avLst/>
          </a:prstGeom>
          <a:solidFill>
            <a:srgbClr val="26364E">
              <a:alpha val="84000"/>
            </a:srgbClr>
          </a:solidFill>
          <a:ln w="3810">
            <a:solidFill>
              <a:srgbClr val="26364E">
                <a:alpha val="0"/>
              </a:srgbClr>
            </a:solidFill>
            <a:prstDash val="solid"/>
          </a:ln>
        </p:spPr>
      </p:sp>
      <p:sp>
        <p:nvSpPr>
          <p:cNvPr id="281" name="Shape 279"/>
          <p:cNvSpPr/>
          <p:nvPr/>
        </p:nvSpPr>
        <p:spPr>
          <a:xfrm>
            <a:off x="4954617" y="2423160"/>
            <a:ext cx="55659" cy="55659"/>
          </a:xfrm>
          <a:prstGeom prst="ellipse">
            <a:avLst/>
          </a:prstGeom>
          <a:solidFill>
            <a:srgbClr val="26364E">
              <a:alpha val="84000"/>
            </a:srgbClr>
          </a:solidFill>
          <a:ln w="3810">
            <a:solidFill>
              <a:srgbClr val="26364E">
                <a:alpha val="0"/>
              </a:srgbClr>
            </a:solidFill>
            <a:prstDash val="solid"/>
          </a:ln>
        </p:spPr>
      </p:sp>
      <p:sp>
        <p:nvSpPr>
          <p:cNvPr id="282" name="Shape 280"/>
          <p:cNvSpPr/>
          <p:nvPr/>
        </p:nvSpPr>
        <p:spPr>
          <a:xfrm>
            <a:off x="5033653" y="2423160"/>
            <a:ext cx="55659" cy="55659"/>
          </a:xfrm>
          <a:prstGeom prst="ellipse">
            <a:avLst/>
          </a:prstGeom>
          <a:solidFill>
            <a:srgbClr val="26364E">
              <a:alpha val="84000"/>
            </a:srgbClr>
          </a:solidFill>
          <a:ln w="3810">
            <a:solidFill>
              <a:srgbClr val="26364E">
                <a:alpha val="0"/>
              </a:srgbClr>
            </a:solidFill>
            <a:prstDash val="solid"/>
          </a:ln>
        </p:spPr>
      </p:sp>
      <p:sp>
        <p:nvSpPr>
          <p:cNvPr id="283" name="Shape 281"/>
          <p:cNvSpPr/>
          <p:nvPr/>
        </p:nvSpPr>
        <p:spPr>
          <a:xfrm>
            <a:off x="5112689" y="2423160"/>
            <a:ext cx="55659" cy="55659"/>
          </a:xfrm>
          <a:prstGeom prst="ellipse">
            <a:avLst/>
          </a:prstGeom>
          <a:solidFill>
            <a:srgbClr val="26364E">
              <a:alpha val="84000"/>
            </a:srgbClr>
          </a:solidFill>
          <a:ln w="3810">
            <a:solidFill>
              <a:srgbClr val="26364E">
                <a:alpha val="0"/>
              </a:srgbClr>
            </a:solidFill>
            <a:prstDash val="solid"/>
          </a:ln>
        </p:spPr>
      </p:sp>
      <p:sp>
        <p:nvSpPr>
          <p:cNvPr id="284" name="Shape 282"/>
          <p:cNvSpPr/>
          <p:nvPr/>
        </p:nvSpPr>
        <p:spPr>
          <a:xfrm>
            <a:off x="5191725" y="2423160"/>
            <a:ext cx="55659" cy="55659"/>
          </a:xfrm>
          <a:prstGeom prst="ellipse">
            <a:avLst/>
          </a:prstGeom>
          <a:solidFill>
            <a:srgbClr val="26364E">
              <a:alpha val="84000"/>
            </a:srgbClr>
          </a:solidFill>
          <a:ln w="3810">
            <a:solidFill>
              <a:srgbClr val="26364E">
                <a:alpha val="0"/>
              </a:srgbClr>
            </a:solidFill>
            <a:prstDash val="solid"/>
          </a:ln>
        </p:spPr>
      </p:sp>
      <p:sp>
        <p:nvSpPr>
          <p:cNvPr id="285" name="Shape 283"/>
          <p:cNvSpPr/>
          <p:nvPr/>
        </p:nvSpPr>
        <p:spPr>
          <a:xfrm>
            <a:off x="5270761" y="2423160"/>
            <a:ext cx="55659" cy="55659"/>
          </a:xfrm>
          <a:prstGeom prst="ellipse">
            <a:avLst/>
          </a:prstGeom>
          <a:solidFill>
            <a:srgbClr val="26364E">
              <a:alpha val="84000"/>
            </a:srgbClr>
          </a:solidFill>
          <a:ln w="3810">
            <a:solidFill>
              <a:srgbClr val="26364E">
                <a:alpha val="0"/>
              </a:srgbClr>
            </a:solidFill>
            <a:prstDash val="solid"/>
          </a:ln>
        </p:spPr>
      </p:sp>
      <p:sp>
        <p:nvSpPr>
          <p:cNvPr id="286" name="Shape 284"/>
          <p:cNvSpPr/>
          <p:nvPr/>
        </p:nvSpPr>
        <p:spPr>
          <a:xfrm>
            <a:off x="5349797" y="2423160"/>
            <a:ext cx="55659" cy="55659"/>
          </a:xfrm>
          <a:prstGeom prst="ellipse">
            <a:avLst/>
          </a:prstGeom>
          <a:solidFill>
            <a:srgbClr val="26364E">
              <a:alpha val="84000"/>
            </a:srgbClr>
          </a:solidFill>
          <a:ln w="3810">
            <a:solidFill>
              <a:srgbClr val="26364E">
                <a:alpha val="0"/>
              </a:srgbClr>
            </a:solidFill>
            <a:prstDash val="solid"/>
          </a:ln>
        </p:spPr>
      </p:sp>
      <p:sp>
        <p:nvSpPr>
          <p:cNvPr id="287" name="Shape 285"/>
          <p:cNvSpPr/>
          <p:nvPr/>
        </p:nvSpPr>
        <p:spPr>
          <a:xfrm>
            <a:off x="5428833" y="2423160"/>
            <a:ext cx="55659" cy="55659"/>
          </a:xfrm>
          <a:prstGeom prst="ellipse">
            <a:avLst/>
          </a:prstGeom>
          <a:solidFill>
            <a:srgbClr val="26364E">
              <a:alpha val="84000"/>
            </a:srgbClr>
          </a:solidFill>
          <a:ln w="3810">
            <a:solidFill>
              <a:srgbClr val="26364E">
                <a:alpha val="0"/>
              </a:srgbClr>
            </a:solidFill>
            <a:prstDash val="solid"/>
          </a:ln>
        </p:spPr>
      </p:sp>
      <p:sp>
        <p:nvSpPr>
          <p:cNvPr id="288" name="Shape 286"/>
          <p:cNvSpPr/>
          <p:nvPr/>
        </p:nvSpPr>
        <p:spPr>
          <a:xfrm>
            <a:off x="5507869" y="2423160"/>
            <a:ext cx="55659" cy="55659"/>
          </a:xfrm>
          <a:prstGeom prst="ellipse">
            <a:avLst/>
          </a:prstGeom>
          <a:solidFill>
            <a:srgbClr val="26364E">
              <a:alpha val="84000"/>
            </a:srgbClr>
          </a:solidFill>
          <a:ln w="3810">
            <a:solidFill>
              <a:srgbClr val="26364E">
                <a:alpha val="0"/>
              </a:srgbClr>
            </a:solidFill>
            <a:prstDash val="solid"/>
          </a:ln>
        </p:spPr>
      </p:sp>
      <p:sp>
        <p:nvSpPr>
          <p:cNvPr id="289" name="Shape 287"/>
          <p:cNvSpPr/>
          <p:nvPr/>
        </p:nvSpPr>
        <p:spPr>
          <a:xfrm>
            <a:off x="5586904" y="2423160"/>
            <a:ext cx="55659" cy="55659"/>
          </a:xfrm>
          <a:prstGeom prst="ellipse">
            <a:avLst/>
          </a:prstGeom>
          <a:solidFill>
            <a:srgbClr val="26364E">
              <a:alpha val="84000"/>
            </a:srgbClr>
          </a:solidFill>
          <a:ln w="3810">
            <a:solidFill>
              <a:srgbClr val="26364E">
                <a:alpha val="0"/>
              </a:srgbClr>
            </a:solidFill>
            <a:prstDash val="solid"/>
          </a:ln>
        </p:spPr>
      </p:sp>
      <p:sp>
        <p:nvSpPr>
          <p:cNvPr id="290" name="Shape 288"/>
          <p:cNvSpPr/>
          <p:nvPr/>
        </p:nvSpPr>
        <p:spPr>
          <a:xfrm>
            <a:off x="5665940" y="2423160"/>
            <a:ext cx="55659" cy="55659"/>
          </a:xfrm>
          <a:prstGeom prst="ellipse">
            <a:avLst/>
          </a:prstGeom>
          <a:solidFill>
            <a:srgbClr val="26364E">
              <a:alpha val="84000"/>
            </a:srgbClr>
          </a:solidFill>
          <a:ln w="3810">
            <a:solidFill>
              <a:srgbClr val="26364E">
                <a:alpha val="0"/>
              </a:srgbClr>
            </a:solidFill>
            <a:prstDash val="solid"/>
          </a:ln>
        </p:spPr>
      </p:sp>
      <p:sp>
        <p:nvSpPr>
          <p:cNvPr id="291" name="Shape 289"/>
          <p:cNvSpPr/>
          <p:nvPr/>
        </p:nvSpPr>
        <p:spPr>
          <a:xfrm>
            <a:off x="5744976" y="2423160"/>
            <a:ext cx="55659" cy="55659"/>
          </a:xfrm>
          <a:prstGeom prst="ellipse">
            <a:avLst/>
          </a:prstGeom>
          <a:solidFill>
            <a:srgbClr val="26364E">
              <a:alpha val="84000"/>
            </a:srgbClr>
          </a:solidFill>
          <a:ln w="3810">
            <a:solidFill>
              <a:srgbClr val="26364E">
                <a:alpha val="0"/>
              </a:srgbClr>
            </a:solidFill>
            <a:prstDash val="solid"/>
          </a:ln>
        </p:spPr>
      </p:sp>
      <p:sp>
        <p:nvSpPr>
          <p:cNvPr id="292" name="Shape 290"/>
          <p:cNvSpPr/>
          <p:nvPr/>
        </p:nvSpPr>
        <p:spPr>
          <a:xfrm>
            <a:off x="5824012" y="2423160"/>
            <a:ext cx="55659" cy="55659"/>
          </a:xfrm>
          <a:prstGeom prst="ellipse">
            <a:avLst/>
          </a:prstGeom>
          <a:solidFill>
            <a:srgbClr val="26364E">
              <a:alpha val="84000"/>
            </a:srgbClr>
          </a:solidFill>
          <a:ln w="3810">
            <a:solidFill>
              <a:srgbClr val="26364E">
                <a:alpha val="0"/>
              </a:srgbClr>
            </a:solidFill>
            <a:prstDash val="solid"/>
          </a:ln>
        </p:spPr>
      </p:sp>
      <p:sp>
        <p:nvSpPr>
          <p:cNvPr id="293" name="Shape 291"/>
          <p:cNvSpPr/>
          <p:nvPr/>
        </p:nvSpPr>
        <p:spPr>
          <a:xfrm>
            <a:off x="5903048" y="2423160"/>
            <a:ext cx="55659" cy="55659"/>
          </a:xfrm>
          <a:prstGeom prst="ellipse">
            <a:avLst/>
          </a:prstGeom>
          <a:solidFill>
            <a:srgbClr val="26364E">
              <a:alpha val="84000"/>
            </a:srgbClr>
          </a:solidFill>
          <a:ln w="3810">
            <a:solidFill>
              <a:srgbClr val="26364E">
                <a:alpha val="0"/>
              </a:srgbClr>
            </a:solidFill>
            <a:prstDash val="solid"/>
          </a:ln>
        </p:spPr>
      </p:sp>
      <p:sp>
        <p:nvSpPr>
          <p:cNvPr id="294" name="Shape 292"/>
          <p:cNvSpPr/>
          <p:nvPr/>
        </p:nvSpPr>
        <p:spPr>
          <a:xfrm>
            <a:off x="5982084" y="2423160"/>
            <a:ext cx="55659" cy="55659"/>
          </a:xfrm>
          <a:prstGeom prst="ellipse">
            <a:avLst/>
          </a:prstGeom>
          <a:solidFill>
            <a:srgbClr val="26364E">
              <a:alpha val="84000"/>
            </a:srgbClr>
          </a:solidFill>
          <a:ln w="3810">
            <a:solidFill>
              <a:srgbClr val="26364E">
                <a:alpha val="0"/>
              </a:srgbClr>
            </a:solidFill>
            <a:prstDash val="solid"/>
          </a:ln>
        </p:spPr>
      </p:sp>
      <p:sp>
        <p:nvSpPr>
          <p:cNvPr id="295" name="Shape 293"/>
          <p:cNvSpPr/>
          <p:nvPr/>
        </p:nvSpPr>
        <p:spPr>
          <a:xfrm>
            <a:off x="6061120" y="2423160"/>
            <a:ext cx="55659" cy="55659"/>
          </a:xfrm>
          <a:prstGeom prst="ellipse">
            <a:avLst/>
          </a:prstGeom>
          <a:solidFill>
            <a:srgbClr val="26364E">
              <a:alpha val="84000"/>
            </a:srgbClr>
          </a:solidFill>
          <a:ln w="3810">
            <a:solidFill>
              <a:srgbClr val="26364E">
                <a:alpha val="0"/>
              </a:srgbClr>
            </a:solidFill>
            <a:prstDash val="solid"/>
          </a:ln>
        </p:spPr>
      </p:sp>
      <p:sp>
        <p:nvSpPr>
          <p:cNvPr id="296" name="Shape 294"/>
          <p:cNvSpPr/>
          <p:nvPr/>
        </p:nvSpPr>
        <p:spPr>
          <a:xfrm>
            <a:off x="6140156" y="2423160"/>
            <a:ext cx="55659" cy="55659"/>
          </a:xfrm>
          <a:prstGeom prst="ellipse">
            <a:avLst/>
          </a:prstGeom>
          <a:solidFill>
            <a:srgbClr val="26364E">
              <a:alpha val="84000"/>
            </a:srgbClr>
          </a:solidFill>
          <a:ln w="3810">
            <a:solidFill>
              <a:srgbClr val="26364E">
                <a:alpha val="0"/>
              </a:srgbClr>
            </a:solidFill>
            <a:prstDash val="solid"/>
          </a:ln>
        </p:spPr>
      </p:sp>
      <p:sp>
        <p:nvSpPr>
          <p:cNvPr id="297" name="Shape 295"/>
          <p:cNvSpPr/>
          <p:nvPr/>
        </p:nvSpPr>
        <p:spPr>
          <a:xfrm>
            <a:off x="6219192" y="2423160"/>
            <a:ext cx="55659" cy="55659"/>
          </a:xfrm>
          <a:prstGeom prst="ellipse">
            <a:avLst/>
          </a:prstGeom>
          <a:solidFill>
            <a:srgbClr val="26364E">
              <a:alpha val="84000"/>
            </a:srgbClr>
          </a:solidFill>
          <a:ln w="3810">
            <a:solidFill>
              <a:srgbClr val="26364E">
                <a:alpha val="0"/>
              </a:srgbClr>
            </a:solidFill>
            <a:prstDash val="solid"/>
          </a:ln>
        </p:spPr>
      </p:sp>
      <p:sp>
        <p:nvSpPr>
          <p:cNvPr id="298" name="Shape 296"/>
          <p:cNvSpPr/>
          <p:nvPr/>
        </p:nvSpPr>
        <p:spPr>
          <a:xfrm>
            <a:off x="6298228" y="2423160"/>
            <a:ext cx="55659" cy="55659"/>
          </a:xfrm>
          <a:prstGeom prst="ellipse">
            <a:avLst/>
          </a:prstGeom>
          <a:solidFill>
            <a:srgbClr val="26364E">
              <a:alpha val="84000"/>
            </a:srgbClr>
          </a:solidFill>
          <a:ln w="3810">
            <a:solidFill>
              <a:srgbClr val="26364E">
                <a:alpha val="0"/>
              </a:srgbClr>
            </a:solidFill>
            <a:prstDash val="solid"/>
          </a:ln>
        </p:spPr>
      </p:sp>
      <p:sp>
        <p:nvSpPr>
          <p:cNvPr id="299" name="Shape 297"/>
          <p:cNvSpPr/>
          <p:nvPr/>
        </p:nvSpPr>
        <p:spPr>
          <a:xfrm>
            <a:off x="6377264" y="2423160"/>
            <a:ext cx="55659" cy="55659"/>
          </a:xfrm>
          <a:prstGeom prst="ellipse">
            <a:avLst/>
          </a:prstGeom>
          <a:solidFill>
            <a:srgbClr val="26364E">
              <a:alpha val="84000"/>
            </a:srgbClr>
          </a:solidFill>
          <a:ln w="3810">
            <a:solidFill>
              <a:srgbClr val="26364E">
                <a:alpha val="0"/>
              </a:srgbClr>
            </a:solidFill>
            <a:prstDash val="solid"/>
          </a:ln>
        </p:spPr>
      </p:sp>
      <p:sp>
        <p:nvSpPr>
          <p:cNvPr id="300" name="Shape 298"/>
          <p:cNvSpPr/>
          <p:nvPr/>
        </p:nvSpPr>
        <p:spPr>
          <a:xfrm>
            <a:off x="6456300" y="2423160"/>
            <a:ext cx="55659" cy="55659"/>
          </a:xfrm>
          <a:prstGeom prst="ellipse">
            <a:avLst/>
          </a:prstGeom>
          <a:solidFill>
            <a:srgbClr val="26364E">
              <a:alpha val="84000"/>
            </a:srgbClr>
          </a:solidFill>
          <a:ln w="3810">
            <a:solidFill>
              <a:srgbClr val="26364E">
                <a:alpha val="0"/>
              </a:srgbClr>
            </a:solidFill>
            <a:prstDash val="solid"/>
          </a:ln>
        </p:spPr>
      </p:sp>
      <p:sp>
        <p:nvSpPr>
          <p:cNvPr id="301" name="Shape 299"/>
          <p:cNvSpPr/>
          <p:nvPr/>
        </p:nvSpPr>
        <p:spPr>
          <a:xfrm>
            <a:off x="6535336" y="2423160"/>
            <a:ext cx="55659" cy="55659"/>
          </a:xfrm>
          <a:prstGeom prst="ellipse">
            <a:avLst/>
          </a:prstGeom>
          <a:solidFill>
            <a:srgbClr val="26364E">
              <a:alpha val="84000"/>
            </a:srgbClr>
          </a:solidFill>
          <a:ln w="3810">
            <a:solidFill>
              <a:srgbClr val="26364E">
                <a:alpha val="0"/>
              </a:srgbClr>
            </a:solidFill>
            <a:prstDash val="solid"/>
          </a:ln>
        </p:spPr>
      </p:sp>
      <p:sp>
        <p:nvSpPr>
          <p:cNvPr id="302" name="Shape 300"/>
          <p:cNvSpPr/>
          <p:nvPr/>
        </p:nvSpPr>
        <p:spPr>
          <a:xfrm>
            <a:off x="6614372" y="2423160"/>
            <a:ext cx="55659" cy="55659"/>
          </a:xfrm>
          <a:prstGeom prst="ellipse">
            <a:avLst/>
          </a:prstGeom>
          <a:solidFill>
            <a:srgbClr val="26364E">
              <a:alpha val="84000"/>
            </a:srgbClr>
          </a:solidFill>
          <a:ln w="3810">
            <a:solidFill>
              <a:srgbClr val="26364E">
                <a:alpha val="0"/>
              </a:srgbClr>
            </a:solidFill>
            <a:prstDash val="solid"/>
          </a:ln>
        </p:spPr>
      </p:sp>
      <p:sp>
        <p:nvSpPr>
          <p:cNvPr id="303" name="Shape 301"/>
          <p:cNvSpPr/>
          <p:nvPr/>
        </p:nvSpPr>
        <p:spPr>
          <a:xfrm>
            <a:off x="6693408" y="2423160"/>
            <a:ext cx="55659" cy="55659"/>
          </a:xfrm>
          <a:prstGeom prst="ellipse">
            <a:avLst/>
          </a:prstGeom>
          <a:solidFill>
            <a:srgbClr val="26364E">
              <a:alpha val="84000"/>
            </a:srgbClr>
          </a:solidFill>
          <a:ln w="3810">
            <a:solidFill>
              <a:srgbClr val="26364E">
                <a:alpha val="0"/>
              </a:srgbClr>
            </a:solidFill>
            <a:prstDash val="solid"/>
          </a:ln>
        </p:spPr>
      </p:sp>
      <p:sp>
        <p:nvSpPr>
          <p:cNvPr id="304" name="Shape 302"/>
          <p:cNvSpPr/>
          <p:nvPr/>
        </p:nvSpPr>
        <p:spPr>
          <a:xfrm>
            <a:off x="6772444" y="2423160"/>
            <a:ext cx="55659" cy="55659"/>
          </a:xfrm>
          <a:prstGeom prst="ellipse">
            <a:avLst/>
          </a:prstGeom>
          <a:solidFill>
            <a:srgbClr val="26364E">
              <a:alpha val="84000"/>
            </a:srgbClr>
          </a:solidFill>
          <a:ln w="3810">
            <a:solidFill>
              <a:srgbClr val="26364E">
                <a:alpha val="0"/>
              </a:srgbClr>
            </a:solidFill>
            <a:prstDash val="solid"/>
          </a:ln>
        </p:spPr>
      </p:sp>
      <p:sp>
        <p:nvSpPr>
          <p:cNvPr id="305" name="Shape 303"/>
          <p:cNvSpPr/>
          <p:nvPr/>
        </p:nvSpPr>
        <p:spPr>
          <a:xfrm>
            <a:off x="6851480" y="2423160"/>
            <a:ext cx="55659" cy="55659"/>
          </a:xfrm>
          <a:prstGeom prst="ellipse">
            <a:avLst/>
          </a:prstGeom>
          <a:solidFill>
            <a:srgbClr val="42E0CB"/>
          </a:solidFill>
          <a:ln w="3810">
            <a:solidFill>
              <a:srgbClr val="42E0CB">
                <a:alpha val="0"/>
              </a:srgbClr>
            </a:solidFill>
            <a:prstDash val="solid"/>
          </a:ln>
        </p:spPr>
      </p:sp>
      <p:sp>
        <p:nvSpPr>
          <p:cNvPr id="306" name="Shape 304"/>
          <p:cNvSpPr/>
          <p:nvPr/>
        </p:nvSpPr>
        <p:spPr>
          <a:xfrm>
            <a:off x="6930516" y="2423160"/>
            <a:ext cx="55659" cy="55659"/>
          </a:xfrm>
          <a:prstGeom prst="ellipse">
            <a:avLst/>
          </a:prstGeom>
          <a:solidFill>
            <a:srgbClr val="26364E">
              <a:alpha val="84000"/>
            </a:srgbClr>
          </a:solidFill>
          <a:ln w="3810">
            <a:solidFill>
              <a:srgbClr val="26364E">
                <a:alpha val="0"/>
              </a:srgbClr>
            </a:solidFill>
            <a:prstDash val="solid"/>
          </a:ln>
        </p:spPr>
      </p:sp>
      <p:sp>
        <p:nvSpPr>
          <p:cNvPr id="307" name="Shape 305"/>
          <p:cNvSpPr/>
          <p:nvPr/>
        </p:nvSpPr>
        <p:spPr>
          <a:xfrm>
            <a:off x="4480401" y="2502196"/>
            <a:ext cx="55659" cy="55659"/>
          </a:xfrm>
          <a:prstGeom prst="ellipse">
            <a:avLst/>
          </a:prstGeom>
          <a:solidFill>
            <a:srgbClr val="42E0CB"/>
          </a:solidFill>
          <a:ln w="3810">
            <a:solidFill>
              <a:srgbClr val="42E0CB">
                <a:alpha val="0"/>
              </a:srgbClr>
            </a:solidFill>
            <a:prstDash val="solid"/>
          </a:ln>
        </p:spPr>
      </p:sp>
      <p:sp>
        <p:nvSpPr>
          <p:cNvPr id="308" name="Shape 306"/>
          <p:cNvSpPr/>
          <p:nvPr/>
        </p:nvSpPr>
        <p:spPr>
          <a:xfrm>
            <a:off x="4559437" y="2502196"/>
            <a:ext cx="55659" cy="55659"/>
          </a:xfrm>
          <a:prstGeom prst="ellipse">
            <a:avLst/>
          </a:prstGeom>
          <a:solidFill>
            <a:srgbClr val="26364E">
              <a:alpha val="84000"/>
            </a:srgbClr>
          </a:solidFill>
          <a:ln w="3810">
            <a:solidFill>
              <a:srgbClr val="26364E">
                <a:alpha val="0"/>
              </a:srgbClr>
            </a:solidFill>
            <a:prstDash val="solid"/>
          </a:ln>
        </p:spPr>
      </p:sp>
      <p:sp>
        <p:nvSpPr>
          <p:cNvPr id="309" name="Shape 307"/>
          <p:cNvSpPr/>
          <p:nvPr/>
        </p:nvSpPr>
        <p:spPr>
          <a:xfrm>
            <a:off x="4638473" y="2502196"/>
            <a:ext cx="55659" cy="55659"/>
          </a:xfrm>
          <a:prstGeom prst="ellipse">
            <a:avLst/>
          </a:prstGeom>
          <a:solidFill>
            <a:srgbClr val="42E0CB"/>
          </a:solidFill>
          <a:ln w="3810">
            <a:solidFill>
              <a:srgbClr val="42E0CB">
                <a:alpha val="0"/>
              </a:srgbClr>
            </a:solidFill>
            <a:prstDash val="solid"/>
          </a:ln>
        </p:spPr>
      </p:sp>
      <p:sp>
        <p:nvSpPr>
          <p:cNvPr id="310" name="Shape 308"/>
          <p:cNvSpPr/>
          <p:nvPr/>
        </p:nvSpPr>
        <p:spPr>
          <a:xfrm>
            <a:off x="4717509" y="2502196"/>
            <a:ext cx="55659" cy="55659"/>
          </a:xfrm>
          <a:prstGeom prst="ellipse">
            <a:avLst/>
          </a:prstGeom>
          <a:solidFill>
            <a:srgbClr val="26364E">
              <a:alpha val="84000"/>
            </a:srgbClr>
          </a:solidFill>
          <a:ln w="3810">
            <a:solidFill>
              <a:srgbClr val="26364E">
                <a:alpha val="0"/>
              </a:srgbClr>
            </a:solidFill>
            <a:prstDash val="solid"/>
          </a:ln>
        </p:spPr>
      </p:sp>
      <p:sp>
        <p:nvSpPr>
          <p:cNvPr id="311" name="Shape 309"/>
          <p:cNvSpPr/>
          <p:nvPr/>
        </p:nvSpPr>
        <p:spPr>
          <a:xfrm>
            <a:off x="4796545" y="2502196"/>
            <a:ext cx="55659" cy="55659"/>
          </a:xfrm>
          <a:prstGeom prst="ellipse">
            <a:avLst/>
          </a:prstGeom>
          <a:solidFill>
            <a:srgbClr val="42E0CB"/>
          </a:solidFill>
          <a:ln w="3810">
            <a:solidFill>
              <a:srgbClr val="42E0CB">
                <a:alpha val="0"/>
              </a:srgbClr>
            </a:solidFill>
            <a:prstDash val="solid"/>
          </a:ln>
        </p:spPr>
      </p:sp>
      <p:sp>
        <p:nvSpPr>
          <p:cNvPr id="312" name="Shape 310"/>
          <p:cNvSpPr/>
          <p:nvPr/>
        </p:nvSpPr>
        <p:spPr>
          <a:xfrm>
            <a:off x="4875581" y="2502196"/>
            <a:ext cx="55659" cy="55659"/>
          </a:xfrm>
          <a:prstGeom prst="ellipse">
            <a:avLst/>
          </a:prstGeom>
          <a:solidFill>
            <a:srgbClr val="26364E">
              <a:alpha val="84000"/>
            </a:srgbClr>
          </a:solidFill>
          <a:ln w="3810">
            <a:solidFill>
              <a:srgbClr val="26364E">
                <a:alpha val="0"/>
              </a:srgbClr>
            </a:solidFill>
            <a:prstDash val="solid"/>
          </a:ln>
        </p:spPr>
      </p:sp>
      <p:sp>
        <p:nvSpPr>
          <p:cNvPr id="313" name="Shape 311"/>
          <p:cNvSpPr/>
          <p:nvPr/>
        </p:nvSpPr>
        <p:spPr>
          <a:xfrm>
            <a:off x="4954617" y="2502196"/>
            <a:ext cx="55659" cy="55659"/>
          </a:xfrm>
          <a:prstGeom prst="ellipse">
            <a:avLst/>
          </a:prstGeom>
          <a:solidFill>
            <a:srgbClr val="26364E">
              <a:alpha val="84000"/>
            </a:srgbClr>
          </a:solidFill>
          <a:ln w="3810">
            <a:solidFill>
              <a:srgbClr val="26364E">
                <a:alpha val="0"/>
              </a:srgbClr>
            </a:solidFill>
            <a:prstDash val="solid"/>
          </a:ln>
        </p:spPr>
      </p:sp>
      <p:sp>
        <p:nvSpPr>
          <p:cNvPr id="314" name="Shape 312"/>
          <p:cNvSpPr/>
          <p:nvPr/>
        </p:nvSpPr>
        <p:spPr>
          <a:xfrm>
            <a:off x="5033653" y="2502196"/>
            <a:ext cx="55659" cy="55659"/>
          </a:xfrm>
          <a:prstGeom prst="ellipse">
            <a:avLst/>
          </a:prstGeom>
          <a:solidFill>
            <a:srgbClr val="42E0CB"/>
          </a:solidFill>
          <a:ln w="3810">
            <a:solidFill>
              <a:srgbClr val="42E0CB">
                <a:alpha val="0"/>
              </a:srgbClr>
            </a:solidFill>
            <a:prstDash val="solid"/>
          </a:ln>
        </p:spPr>
      </p:sp>
      <p:sp>
        <p:nvSpPr>
          <p:cNvPr id="315" name="Shape 313"/>
          <p:cNvSpPr/>
          <p:nvPr/>
        </p:nvSpPr>
        <p:spPr>
          <a:xfrm>
            <a:off x="5112689" y="2502196"/>
            <a:ext cx="55659" cy="55659"/>
          </a:xfrm>
          <a:prstGeom prst="ellipse">
            <a:avLst/>
          </a:prstGeom>
          <a:solidFill>
            <a:srgbClr val="26364E">
              <a:alpha val="84000"/>
            </a:srgbClr>
          </a:solidFill>
          <a:ln w="3810">
            <a:solidFill>
              <a:srgbClr val="26364E">
                <a:alpha val="0"/>
              </a:srgbClr>
            </a:solidFill>
            <a:prstDash val="solid"/>
          </a:ln>
        </p:spPr>
      </p:sp>
      <p:sp>
        <p:nvSpPr>
          <p:cNvPr id="316" name="Shape 314"/>
          <p:cNvSpPr/>
          <p:nvPr/>
        </p:nvSpPr>
        <p:spPr>
          <a:xfrm>
            <a:off x="5191725" y="2502196"/>
            <a:ext cx="55659" cy="55659"/>
          </a:xfrm>
          <a:prstGeom prst="ellipse">
            <a:avLst/>
          </a:prstGeom>
          <a:solidFill>
            <a:srgbClr val="26364E">
              <a:alpha val="84000"/>
            </a:srgbClr>
          </a:solidFill>
          <a:ln w="3810">
            <a:solidFill>
              <a:srgbClr val="26364E">
                <a:alpha val="0"/>
              </a:srgbClr>
            </a:solidFill>
            <a:prstDash val="solid"/>
          </a:ln>
        </p:spPr>
      </p:sp>
      <p:sp>
        <p:nvSpPr>
          <p:cNvPr id="317" name="Shape 315"/>
          <p:cNvSpPr/>
          <p:nvPr/>
        </p:nvSpPr>
        <p:spPr>
          <a:xfrm>
            <a:off x="5270761" y="2502196"/>
            <a:ext cx="55659" cy="55659"/>
          </a:xfrm>
          <a:prstGeom prst="ellipse">
            <a:avLst/>
          </a:prstGeom>
          <a:solidFill>
            <a:srgbClr val="26364E">
              <a:alpha val="84000"/>
            </a:srgbClr>
          </a:solidFill>
          <a:ln w="3810">
            <a:solidFill>
              <a:srgbClr val="26364E">
                <a:alpha val="0"/>
              </a:srgbClr>
            </a:solidFill>
            <a:prstDash val="solid"/>
          </a:ln>
        </p:spPr>
      </p:sp>
      <p:sp>
        <p:nvSpPr>
          <p:cNvPr id="318" name="Shape 316"/>
          <p:cNvSpPr/>
          <p:nvPr/>
        </p:nvSpPr>
        <p:spPr>
          <a:xfrm>
            <a:off x="5349797" y="2502196"/>
            <a:ext cx="55659" cy="55659"/>
          </a:xfrm>
          <a:prstGeom prst="ellipse">
            <a:avLst/>
          </a:prstGeom>
          <a:solidFill>
            <a:srgbClr val="26364E">
              <a:alpha val="84000"/>
            </a:srgbClr>
          </a:solidFill>
          <a:ln w="3810">
            <a:solidFill>
              <a:srgbClr val="26364E">
                <a:alpha val="0"/>
              </a:srgbClr>
            </a:solidFill>
            <a:prstDash val="solid"/>
          </a:ln>
        </p:spPr>
      </p:sp>
      <p:sp>
        <p:nvSpPr>
          <p:cNvPr id="319" name="Shape 317"/>
          <p:cNvSpPr/>
          <p:nvPr/>
        </p:nvSpPr>
        <p:spPr>
          <a:xfrm>
            <a:off x="5428833" y="2502196"/>
            <a:ext cx="55659" cy="55659"/>
          </a:xfrm>
          <a:prstGeom prst="ellipse">
            <a:avLst/>
          </a:prstGeom>
          <a:solidFill>
            <a:srgbClr val="26364E">
              <a:alpha val="84000"/>
            </a:srgbClr>
          </a:solidFill>
          <a:ln w="3810">
            <a:solidFill>
              <a:srgbClr val="26364E">
                <a:alpha val="0"/>
              </a:srgbClr>
            </a:solidFill>
            <a:prstDash val="solid"/>
          </a:ln>
        </p:spPr>
      </p:sp>
      <p:sp>
        <p:nvSpPr>
          <p:cNvPr id="320" name="Shape 318"/>
          <p:cNvSpPr/>
          <p:nvPr/>
        </p:nvSpPr>
        <p:spPr>
          <a:xfrm>
            <a:off x="5507869" y="2502196"/>
            <a:ext cx="55659" cy="55659"/>
          </a:xfrm>
          <a:prstGeom prst="ellipse">
            <a:avLst/>
          </a:prstGeom>
          <a:solidFill>
            <a:srgbClr val="42E0CB"/>
          </a:solidFill>
          <a:ln w="3810">
            <a:solidFill>
              <a:srgbClr val="42E0CB">
                <a:alpha val="0"/>
              </a:srgbClr>
            </a:solidFill>
            <a:prstDash val="solid"/>
          </a:ln>
        </p:spPr>
      </p:sp>
      <p:sp>
        <p:nvSpPr>
          <p:cNvPr id="321" name="Shape 319"/>
          <p:cNvSpPr/>
          <p:nvPr/>
        </p:nvSpPr>
        <p:spPr>
          <a:xfrm>
            <a:off x="5586904" y="2502196"/>
            <a:ext cx="55659" cy="55659"/>
          </a:xfrm>
          <a:prstGeom prst="ellipse">
            <a:avLst/>
          </a:prstGeom>
          <a:solidFill>
            <a:srgbClr val="26364E">
              <a:alpha val="84000"/>
            </a:srgbClr>
          </a:solidFill>
          <a:ln w="3810">
            <a:solidFill>
              <a:srgbClr val="26364E">
                <a:alpha val="0"/>
              </a:srgbClr>
            </a:solidFill>
            <a:prstDash val="solid"/>
          </a:ln>
        </p:spPr>
      </p:sp>
      <p:sp>
        <p:nvSpPr>
          <p:cNvPr id="322" name="Shape 320"/>
          <p:cNvSpPr/>
          <p:nvPr/>
        </p:nvSpPr>
        <p:spPr>
          <a:xfrm>
            <a:off x="5665940" y="2502196"/>
            <a:ext cx="55659" cy="55659"/>
          </a:xfrm>
          <a:prstGeom prst="ellipse">
            <a:avLst/>
          </a:prstGeom>
          <a:solidFill>
            <a:srgbClr val="26364E">
              <a:alpha val="84000"/>
            </a:srgbClr>
          </a:solidFill>
          <a:ln w="3810">
            <a:solidFill>
              <a:srgbClr val="26364E">
                <a:alpha val="0"/>
              </a:srgbClr>
            </a:solidFill>
            <a:prstDash val="solid"/>
          </a:ln>
        </p:spPr>
      </p:sp>
      <p:sp>
        <p:nvSpPr>
          <p:cNvPr id="323" name="Shape 321"/>
          <p:cNvSpPr/>
          <p:nvPr/>
        </p:nvSpPr>
        <p:spPr>
          <a:xfrm>
            <a:off x="5744976" y="2502196"/>
            <a:ext cx="55659" cy="55659"/>
          </a:xfrm>
          <a:prstGeom prst="ellipse">
            <a:avLst/>
          </a:prstGeom>
          <a:solidFill>
            <a:srgbClr val="26364E">
              <a:alpha val="84000"/>
            </a:srgbClr>
          </a:solidFill>
          <a:ln w="3810">
            <a:solidFill>
              <a:srgbClr val="26364E">
                <a:alpha val="0"/>
              </a:srgbClr>
            </a:solidFill>
            <a:prstDash val="solid"/>
          </a:ln>
        </p:spPr>
      </p:sp>
      <p:sp>
        <p:nvSpPr>
          <p:cNvPr id="324" name="Shape 322"/>
          <p:cNvSpPr/>
          <p:nvPr/>
        </p:nvSpPr>
        <p:spPr>
          <a:xfrm>
            <a:off x="5824012" y="2502196"/>
            <a:ext cx="55659" cy="55659"/>
          </a:xfrm>
          <a:prstGeom prst="ellipse">
            <a:avLst/>
          </a:prstGeom>
          <a:solidFill>
            <a:srgbClr val="26364E">
              <a:alpha val="84000"/>
            </a:srgbClr>
          </a:solidFill>
          <a:ln w="3810">
            <a:solidFill>
              <a:srgbClr val="26364E">
                <a:alpha val="0"/>
              </a:srgbClr>
            </a:solidFill>
            <a:prstDash val="solid"/>
          </a:ln>
        </p:spPr>
      </p:sp>
      <p:sp>
        <p:nvSpPr>
          <p:cNvPr id="325" name="Shape 323"/>
          <p:cNvSpPr/>
          <p:nvPr/>
        </p:nvSpPr>
        <p:spPr>
          <a:xfrm>
            <a:off x="5903048" y="2502196"/>
            <a:ext cx="55659" cy="55659"/>
          </a:xfrm>
          <a:prstGeom prst="ellipse">
            <a:avLst/>
          </a:prstGeom>
          <a:solidFill>
            <a:srgbClr val="26364E">
              <a:alpha val="84000"/>
            </a:srgbClr>
          </a:solidFill>
          <a:ln w="3810">
            <a:solidFill>
              <a:srgbClr val="26364E">
                <a:alpha val="0"/>
              </a:srgbClr>
            </a:solidFill>
            <a:prstDash val="solid"/>
          </a:ln>
        </p:spPr>
      </p:sp>
      <p:sp>
        <p:nvSpPr>
          <p:cNvPr id="326" name="Shape 324"/>
          <p:cNvSpPr/>
          <p:nvPr/>
        </p:nvSpPr>
        <p:spPr>
          <a:xfrm>
            <a:off x="5982084" y="2502196"/>
            <a:ext cx="55659" cy="55659"/>
          </a:xfrm>
          <a:prstGeom prst="ellipse">
            <a:avLst/>
          </a:prstGeom>
          <a:solidFill>
            <a:srgbClr val="42E0CB"/>
          </a:solidFill>
          <a:ln w="3810">
            <a:solidFill>
              <a:srgbClr val="42E0CB">
                <a:alpha val="0"/>
              </a:srgbClr>
            </a:solidFill>
            <a:prstDash val="solid"/>
          </a:ln>
        </p:spPr>
      </p:sp>
      <p:sp>
        <p:nvSpPr>
          <p:cNvPr id="327" name="Shape 325"/>
          <p:cNvSpPr/>
          <p:nvPr/>
        </p:nvSpPr>
        <p:spPr>
          <a:xfrm>
            <a:off x="6061120" y="2502196"/>
            <a:ext cx="55659" cy="55659"/>
          </a:xfrm>
          <a:prstGeom prst="ellipse">
            <a:avLst/>
          </a:prstGeom>
          <a:solidFill>
            <a:srgbClr val="26364E">
              <a:alpha val="84000"/>
            </a:srgbClr>
          </a:solidFill>
          <a:ln w="3810">
            <a:solidFill>
              <a:srgbClr val="26364E">
                <a:alpha val="0"/>
              </a:srgbClr>
            </a:solidFill>
            <a:prstDash val="solid"/>
          </a:ln>
        </p:spPr>
      </p:sp>
      <p:sp>
        <p:nvSpPr>
          <p:cNvPr id="328" name="Shape 326"/>
          <p:cNvSpPr/>
          <p:nvPr/>
        </p:nvSpPr>
        <p:spPr>
          <a:xfrm>
            <a:off x="6140156" y="2502196"/>
            <a:ext cx="55659" cy="55659"/>
          </a:xfrm>
          <a:prstGeom prst="ellipse">
            <a:avLst/>
          </a:prstGeom>
          <a:solidFill>
            <a:srgbClr val="26364E">
              <a:alpha val="84000"/>
            </a:srgbClr>
          </a:solidFill>
          <a:ln w="3810">
            <a:solidFill>
              <a:srgbClr val="26364E">
                <a:alpha val="0"/>
              </a:srgbClr>
            </a:solidFill>
            <a:prstDash val="solid"/>
          </a:ln>
        </p:spPr>
      </p:sp>
      <p:sp>
        <p:nvSpPr>
          <p:cNvPr id="329" name="Shape 327"/>
          <p:cNvSpPr/>
          <p:nvPr/>
        </p:nvSpPr>
        <p:spPr>
          <a:xfrm>
            <a:off x="6219192" y="2502196"/>
            <a:ext cx="55659" cy="55659"/>
          </a:xfrm>
          <a:prstGeom prst="ellipse">
            <a:avLst/>
          </a:prstGeom>
          <a:solidFill>
            <a:srgbClr val="26364E">
              <a:alpha val="84000"/>
            </a:srgbClr>
          </a:solidFill>
          <a:ln w="3810">
            <a:solidFill>
              <a:srgbClr val="26364E">
                <a:alpha val="0"/>
              </a:srgbClr>
            </a:solidFill>
            <a:prstDash val="solid"/>
          </a:ln>
        </p:spPr>
      </p:sp>
      <p:sp>
        <p:nvSpPr>
          <p:cNvPr id="330" name="Shape 328"/>
          <p:cNvSpPr/>
          <p:nvPr/>
        </p:nvSpPr>
        <p:spPr>
          <a:xfrm>
            <a:off x="6298228" y="2502196"/>
            <a:ext cx="55659" cy="55659"/>
          </a:xfrm>
          <a:prstGeom prst="ellipse">
            <a:avLst/>
          </a:prstGeom>
          <a:solidFill>
            <a:srgbClr val="26364E">
              <a:alpha val="84000"/>
            </a:srgbClr>
          </a:solidFill>
          <a:ln w="3810">
            <a:solidFill>
              <a:srgbClr val="26364E">
                <a:alpha val="0"/>
              </a:srgbClr>
            </a:solidFill>
            <a:prstDash val="solid"/>
          </a:ln>
        </p:spPr>
      </p:sp>
      <p:sp>
        <p:nvSpPr>
          <p:cNvPr id="331" name="Shape 329"/>
          <p:cNvSpPr/>
          <p:nvPr/>
        </p:nvSpPr>
        <p:spPr>
          <a:xfrm>
            <a:off x="6377264" y="2502196"/>
            <a:ext cx="55659" cy="55659"/>
          </a:xfrm>
          <a:prstGeom prst="ellipse">
            <a:avLst/>
          </a:prstGeom>
          <a:solidFill>
            <a:srgbClr val="26364E">
              <a:alpha val="84000"/>
            </a:srgbClr>
          </a:solidFill>
          <a:ln w="3810">
            <a:solidFill>
              <a:srgbClr val="26364E">
                <a:alpha val="0"/>
              </a:srgbClr>
            </a:solidFill>
            <a:prstDash val="solid"/>
          </a:ln>
        </p:spPr>
      </p:sp>
      <p:sp>
        <p:nvSpPr>
          <p:cNvPr id="332" name="Shape 330"/>
          <p:cNvSpPr/>
          <p:nvPr/>
        </p:nvSpPr>
        <p:spPr>
          <a:xfrm>
            <a:off x="6456300" y="2502196"/>
            <a:ext cx="55659" cy="55659"/>
          </a:xfrm>
          <a:prstGeom prst="ellipse">
            <a:avLst/>
          </a:prstGeom>
          <a:solidFill>
            <a:srgbClr val="42E0CB"/>
          </a:solidFill>
          <a:ln w="3810">
            <a:solidFill>
              <a:srgbClr val="42E0CB">
                <a:alpha val="0"/>
              </a:srgbClr>
            </a:solidFill>
            <a:prstDash val="solid"/>
          </a:ln>
        </p:spPr>
      </p:sp>
      <p:sp>
        <p:nvSpPr>
          <p:cNvPr id="333" name="Shape 331"/>
          <p:cNvSpPr/>
          <p:nvPr/>
        </p:nvSpPr>
        <p:spPr>
          <a:xfrm>
            <a:off x="6535336" y="2502196"/>
            <a:ext cx="55659" cy="55659"/>
          </a:xfrm>
          <a:prstGeom prst="ellipse">
            <a:avLst/>
          </a:prstGeom>
          <a:solidFill>
            <a:srgbClr val="26364E">
              <a:alpha val="84000"/>
            </a:srgbClr>
          </a:solidFill>
          <a:ln w="3810">
            <a:solidFill>
              <a:srgbClr val="26364E">
                <a:alpha val="0"/>
              </a:srgbClr>
            </a:solidFill>
            <a:prstDash val="solid"/>
          </a:ln>
        </p:spPr>
      </p:sp>
      <p:sp>
        <p:nvSpPr>
          <p:cNvPr id="334" name="Shape 332"/>
          <p:cNvSpPr/>
          <p:nvPr/>
        </p:nvSpPr>
        <p:spPr>
          <a:xfrm>
            <a:off x="6614372" y="2502196"/>
            <a:ext cx="55659" cy="55659"/>
          </a:xfrm>
          <a:prstGeom prst="ellipse">
            <a:avLst/>
          </a:prstGeom>
          <a:solidFill>
            <a:srgbClr val="26364E">
              <a:alpha val="84000"/>
            </a:srgbClr>
          </a:solidFill>
          <a:ln w="3810">
            <a:solidFill>
              <a:srgbClr val="26364E">
                <a:alpha val="0"/>
              </a:srgbClr>
            </a:solidFill>
            <a:prstDash val="solid"/>
          </a:ln>
        </p:spPr>
      </p:sp>
      <p:sp>
        <p:nvSpPr>
          <p:cNvPr id="335" name="Shape 333"/>
          <p:cNvSpPr/>
          <p:nvPr/>
        </p:nvSpPr>
        <p:spPr>
          <a:xfrm>
            <a:off x="6693408" y="2502196"/>
            <a:ext cx="55659" cy="55659"/>
          </a:xfrm>
          <a:prstGeom prst="ellipse">
            <a:avLst/>
          </a:prstGeom>
          <a:solidFill>
            <a:srgbClr val="26364E">
              <a:alpha val="84000"/>
            </a:srgbClr>
          </a:solidFill>
          <a:ln w="3810">
            <a:solidFill>
              <a:srgbClr val="26364E">
                <a:alpha val="0"/>
              </a:srgbClr>
            </a:solidFill>
            <a:prstDash val="solid"/>
          </a:ln>
        </p:spPr>
      </p:sp>
      <p:sp>
        <p:nvSpPr>
          <p:cNvPr id="336" name="Shape 334"/>
          <p:cNvSpPr/>
          <p:nvPr/>
        </p:nvSpPr>
        <p:spPr>
          <a:xfrm>
            <a:off x="6772444" y="2502196"/>
            <a:ext cx="55659" cy="55659"/>
          </a:xfrm>
          <a:prstGeom prst="ellipse">
            <a:avLst/>
          </a:prstGeom>
          <a:solidFill>
            <a:srgbClr val="26364E">
              <a:alpha val="84000"/>
            </a:srgbClr>
          </a:solidFill>
          <a:ln w="3810">
            <a:solidFill>
              <a:srgbClr val="26364E">
                <a:alpha val="0"/>
              </a:srgbClr>
            </a:solidFill>
            <a:prstDash val="solid"/>
          </a:ln>
        </p:spPr>
      </p:sp>
      <p:sp>
        <p:nvSpPr>
          <p:cNvPr id="337" name="Shape 335"/>
          <p:cNvSpPr/>
          <p:nvPr/>
        </p:nvSpPr>
        <p:spPr>
          <a:xfrm>
            <a:off x="6851480" y="2502196"/>
            <a:ext cx="55659" cy="55659"/>
          </a:xfrm>
          <a:prstGeom prst="ellipse">
            <a:avLst/>
          </a:prstGeom>
          <a:solidFill>
            <a:srgbClr val="42E0CB"/>
          </a:solidFill>
          <a:ln w="3810">
            <a:solidFill>
              <a:srgbClr val="42E0CB">
                <a:alpha val="0"/>
              </a:srgbClr>
            </a:solidFill>
            <a:prstDash val="solid"/>
          </a:ln>
        </p:spPr>
      </p:sp>
      <p:sp>
        <p:nvSpPr>
          <p:cNvPr id="338" name="Shape 336"/>
          <p:cNvSpPr/>
          <p:nvPr/>
        </p:nvSpPr>
        <p:spPr>
          <a:xfrm>
            <a:off x="6930516" y="2502196"/>
            <a:ext cx="55659" cy="55659"/>
          </a:xfrm>
          <a:prstGeom prst="ellipse">
            <a:avLst/>
          </a:prstGeom>
          <a:solidFill>
            <a:srgbClr val="26364E">
              <a:alpha val="84000"/>
            </a:srgbClr>
          </a:solidFill>
          <a:ln w="3810">
            <a:solidFill>
              <a:srgbClr val="26364E">
                <a:alpha val="0"/>
              </a:srgbClr>
            </a:solidFill>
            <a:prstDash val="solid"/>
          </a:ln>
        </p:spPr>
      </p:sp>
      <p:sp>
        <p:nvSpPr>
          <p:cNvPr id="339" name="Shape 337"/>
          <p:cNvSpPr/>
          <p:nvPr/>
        </p:nvSpPr>
        <p:spPr>
          <a:xfrm>
            <a:off x="4480401" y="2581232"/>
            <a:ext cx="55659" cy="55659"/>
          </a:xfrm>
          <a:prstGeom prst="ellipse">
            <a:avLst/>
          </a:prstGeom>
          <a:solidFill>
            <a:srgbClr val="26364E">
              <a:alpha val="84000"/>
            </a:srgbClr>
          </a:solidFill>
          <a:ln w="3810">
            <a:solidFill>
              <a:srgbClr val="26364E">
                <a:alpha val="0"/>
              </a:srgbClr>
            </a:solidFill>
            <a:prstDash val="solid"/>
          </a:ln>
        </p:spPr>
      </p:sp>
      <p:sp>
        <p:nvSpPr>
          <p:cNvPr id="340" name="Shape 338"/>
          <p:cNvSpPr/>
          <p:nvPr/>
        </p:nvSpPr>
        <p:spPr>
          <a:xfrm>
            <a:off x="4559437" y="2581232"/>
            <a:ext cx="55659" cy="55659"/>
          </a:xfrm>
          <a:prstGeom prst="ellipse">
            <a:avLst/>
          </a:prstGeom>
          <a:solidFill>
            <a:srgbClr val="26364E">
              <a:alpha val="84000"/>
            </a:srgbClr>
          </a:solidFill>
          <a:ln w="3810">
            <a:solidFill>
              <a:srgbClr val="26364E">
                <a:alpha val="0"/>
              </a:srgbClr>
            </a:solidFill>
            <a:prstDash val="solid"/>
          </a:ln>
        </p:spPr>
      </p:sp>
      <p:sp>
        <p:nvSpPr>
          <p:cNvPr id="341" name="Shape 339"/>
          <p:cNvSpPr/>
          <p:nvPr/>
        </p:nvSpPr>
        <p:spPr>
          <a:xfrm>
            <a:off x="4638473" y="2581232"/>
            <a:ext cx="55659" cy="55659"/>
          </a:xfrm>
          <a:prstGeom prst="ellipse">
            <a:avLst/>
          </a:prstGeom>
          <a:solidFill>
            <a:srgbClr val="26364E">
              <a:alpha val="84000"/>
            </a:srgbClr>
          </a:solidFill>
          <a:ln w="3810">
            <a:solidFill>
              <a:srgbClr val="26364E">
                <a:alpha val="0"/>
              </a:srgbClr>
            </a:solidFill>
            <a:prstDash val="solid"/>
          </a:ln>
        </p:spPr>
      </p:sp>
      <p:sp>
        <p:nvSpPr>
          <p:cNvPr id="342" name="Shape 340"/>
          <p:cNvSpPr/>
          <p:nvPr/>
        </p:nvSpPr>
        <p:spPr>
          <a:xfrm>
            <a:off x="4717509" y="2581232"/>
            <a:ext cx="55659" cy="55659"/>
          </a:xfrm>
          <a:prstGeom prst="ellipse">
            <a:avLst/>
          </a:prstGeom>
          <a:solidFill>
            <a:srgbClr val="26364E">
              <a:alpha val="84000"/>
            </a:srgbClr>
          </a:solidFill>
          <a:ln w="3810">
            <a:solidFill>
              <a:srgbClr val="26364E">
                <a:alpha val="0"/>
              </a:srgbClr>
            </a:solidFill>
            <a:prstDash val="solid"/>
          </a:ln>
        </p:spPr>
      </p:sp>
      <p:sp>
        <p:nvSpPr>
          <p:cNvPr id="343" name="Shape 341"/>
          <p:cNvSpPr/>
          <p:nvPr/>
        </p:nvSpPr>
        <p:spPr>
          <a:xfrm>
            <a:off x="4796545" y="2581232"/>
            <a:ext cx="55659" cy="55659"/>
          </a:xfrm>
          <a:prstGeom prst="ellipse">
            <a:avLst/>
          </a:prstGeom>
          <a:solidFill>
            <a:srgbClr val="26364E">
              <a:alpha val="84000"/>
            </a:srgbClr>
          </a:solidFill>
          <a:ln w="3810">
            <a:solidFill>
              <a:srgbClr val="26364E">
                <a:alpha val="0"/>
              </a:srgbClr>
            </a:solidFill>
            <a:prstDash val="solid"/>
          </a:ln>
        </p:spPr>
      </p:sp>
      <p:sp>
        <p:nvSpPr>
          <p:cNvPr id="344" name="Shape 342"/>
          <p:cNvSpPr/>
          <p:nvPr/>
        </p:nvSpPr>
        <p:spPr>
          <a:xfrm>
            <a:off x="4875581" y="2581232"/>
            <a:ext cx="55659" cy="55659"/>
          </a:xfrm>
          <a:prstGeom prst="ellipse">
            <a:avLst/>
          </a:prstGeom>
          <a:solidFill>
            <a:srgbClr val="26364E">
              <a:alpha val="84000"/>
            </a:srgbClr>
          </a:solidFill>
          <a:ln w="3810">
            <a:solidFill>
              <a:srgbClr val="26364E">
                <a:alpha val="0"/>
              </a:srgbClr>
            </a:solidFill>
            <a:prstDash val="solid"/>
          </a:ln>
        </p:spPr>
      </p:sp>
      <p:sp>
        <p:nvSpPr>
          <p:cNvPr id="345" name="Shape 343"/>
          <p:cNvSpPr/>
          <p:nvPr/>
        </p:nvSpPr>
        <p:spPr>
          <a:xfrm>
            <a:off x="4954617" y="2581232"/>
            <a:ext cx="55659" cy="55659"/>
          </a:xfrm>
          <a:prstGeom prst="ellipse">
            <a:avLst/>
          </a:prstGeom>
          <a:solidFill>
            <a:srgbClr val="26364E">
              <a:alpha val="84000"/>
            </a:srgbClr>
          </a:solidFill>
          <a:ln w="3810">
            <a:solidFill>
              <a:srgbClr val="26364E">
                <a:alpha val="0"/>
              </a:srgbClr>
            </a:solidFill>
            <a:prstDash val="solid"/>
          </a:ln>
        </p:spPr>
      </p:sp>
      <p:sp>
        <p:nvSpPr>
          <p:cNvPr id="346" name="Shape 344"/>
          <p:cNvSpPr/>
          <p:nvPr/>
        </p:nvSpPr>
        <p:spPr>
          <a:xfrm>
            <a:off x="5033653" y="2581232"/>
            <a:ext cx="55659" cy="55659"/>
          </a:xfrm>
          <a:prstGeom prst="ellipse">
            <a:avLst/>
          </a:prstGeom>
          <a:solidFill>
            <a:srgbClr val="42E0CB"/>
          </a:solidFill>
          <a:ln w="3810">
            <a:solidFill>
              <a:srgbClr val="42E0CB">
                <a:alpha val="0"/>
              </a:srgbClr>
            </a:solidFill>
            <a:prstDash val="solid"/>
          </a:ln>
        </p:spPr>
      </p:sp>
      <p:sp>
        <p:nvSpPr>
          <p:cNvPr id="347" name="Shape 345"/>
          <p:cNvSpPr/>
          <p:nvPr/>
        </p:nvSpPr>
        <p:spPr>
          <a:xfrm>
            <a:off x="5112689" y="2581232"/>
            <a:ext cx="55659" cy="55659"/>
          </a:xfrm>
          <a:prstGeom prst="ellipse">
            <a:avLst/>
          </a:prstGeom>
          <a:solidFill>
            <a:srgbClr val="26364E">
              <a:alpha val="84000"/>
            </a:srgbClr>
          </a:solidFill>
          <a:ln w="3810">
            <a:solidFill>
              <a:srgbClr val="26364E">
                <a:alpha val="0"/>
              </a:srgbClr>
            </a:solidFill>
            <a:prstDash val="solid"/>
          </a:ln>
        </p:spPr>
      </p:sp>
      <p:sp>
        <p:nvSpPr>
          <p:cNvPr id="348" name="Shape 346"/>
          <p:cNvSpPr/>
          <p:nvPr/>
        </p:nvSpPr>
        <p:spPr>
          <a:xfrm>
            <a:off x="5191725" y="2581232"/>
            <a:ext cx="55659" cy="55659"/>
          </a:xfrm>
          <a:prstGeom prst="ellipse">
            <a:avLst/>
          </a:prstGeom>
          <a:solidFill>
            <a:srgbClr val="26364E">
              <a:alpha val="84000"/>
            </a:srgbClr>
          </a:solidFill>
          <a:ln w="3810">
            <a:solidFill>
              <a:srgbClr val="26364E">
                <a:alpha val="0"/>
              </a:srgbClr>
            </a:solidFill>
            <a:prstDash val="solid"/>
          </a:ln>
        </p:spPr>
      </p:sp>
      <p:sp>
        <p:nvSpPr>
          <p:cNvPr id="349" name="Shape 347"/>
          <p:cNvSpPr/>
          <p:nvPr/>
        </p:nvSpPr>
        <p:spPr>
          <a:xfrm>
            <a:off x="5270761" y="2581232"/>
            <a:ext cx="55659" cy="55659"/>
          </a:xfrm>
          <a:prstGeom prst="ellipse">
            <a:avLst/>
          </a:prstGeom>
          <a:solidFill>
            <a:srgbClr val="42E0CB"/>
          </a:solidFill>
          <a:ln w="3810">
            <a:solidFill>
              <a:srgbClr val="42E0CB">
                <a:alpha val="0"/>
              </a:srgbClr>
            </a:solidFill>
            <a:prstDash val="solid"/>
          </a:ln>
        </p:spPr>
      </p:sp>
      <p:sp>
        <p:nvSpPr>
          <p:cNvPr id="350" name="Shape 348"/>
          <p:cNvSpPr/>
          <p:nvPr/>
        </p:nvSpPr>
        <p:spPr>
          <a:xfrm>
            <a:off x="5349797" y="2581232"/>
            <a:ext cx="55659" cy="55659"/>
          </a:xfrm>
          <a:prstGeom prst="ellipse">
            <a:avLst/>
          </a:prstGeom>
          <a:solidFill>
            <a:srgbClr val="26364E">
              <a:alpha val="84000"/>
            </a:srgbClr>
          </a:solidFill>
          <a:ln w="3810">
            <a:solidFill>
              <a:srgbClr val="26364E">
                <a:alpha val="0"/>
              </a:srgbClr>
            </a:solidFill>
            <a:prstDash val="solid"/>
          </a:ln>
        </p:spPr>
      </p:sp>
      <p:sp>
        <p:nvSpPr>
          <p:cNvPr id="351" name="Shape 349"/>
          <p:cNvSpPr/>
          <p:nvPr/>
        </p:nvSpPr>
        <p:spPr>
          <a:xfrm>
            <a:off x="5428833" y="2581232"/>
            <a:ext cx="55659" cy="55659"/>
          </a:xfrm>
          <a:prstGeom prst="ellipse">
            <a:avLst/>
          </a:prstGeom>
          <a:solidFill>
            <a:srgbClr val="26364E">
              <a:alpha val="84000"/>
            </a:srgbClr>
          </a:solidFill>
          <a:ln w="3810">
            <a:solidFill>
              <a:srgbClr val="26364E">
                <a:alpha val="0"/>
              </a:srgbClr>
            </a:solidFill>
            <a:prstDash val="solid"/>
          </a:ln>
        </p:spPr>
      </p:sp>
      <p:sp>
        <p:nvSpPr>
          <p:cNvPr id="352" name="Shape 350"/>
          <p:cNvSpPr/>
          <p:nvPr/>
        </p:nvSpPr>
        <p:spPr>
          <a:xfrm>
            <a:off x="5507869" y="2581232"/>
            <a:ext cx="55659" cy="55659"/>
          </a:xfrm>
          <a:prstGeom prst="ellipse">
            <a:avLst/>
          </a:prstGeom>
          <a:solidFill>
            <a:srgbClr val="42E0CB"/>
          </a:solidFill>
          <a:ln w="3810">
            <a:solidFill>
              <a:srgbClr val="42E0CB">
                <a:alpha val="0"/>
              </a:srgbClr>
            </a:solidFill>
            <a:prstDash val="solid"/>
          </a:ln>
        </p:spPr>
      </p:sp>
      <p:sp>
        <p:nvSpPr>
          <p:cNvPr id="353" name="Shape 351"/>
          <p:cNvSpPr/>
          <p:nvPr/>
        </p:nvSpPr>
        <p:spPr>
          <a:xfrm>
            <a:off x="5586904" y="2581232"/>
            <a:ext cx="55659" cy="55659"/>
          </a:xfrm>
          <a:prstGeom prst="ellipse">
            <a:avLst/>
          </a:prstGeom>
          <a:solidFill>
            <a:srgbClr val="26364E">
              <a:alpha val="84000"/>
            </a:srgbClr>
          </a:solidFill>
          <a:ln w="3810">
            <a:solidFill>
              <a:srgbClr val="26364E">
                <a:alpha val="0"/>
              </a:srgbClr>
            </a:solidFill>
            <a:prstDash val="solid"/>
          </a:ln>
        </p:spPr>
      </p:sp>
      <p:sp>
        <p:nvSpPr>
          <p:cNvPr id="354" name="Shape 352"/>
          <p:cNvSpPr/>
          <p:nvPr/>
        </p:nvSpPr>
        <p:spPr>
          <a:xfrm>
            <a:off x="5665940" y="2581232"/>
            <a:ext cx="55659" cy="55659"/>
          </a:xfrm>
          <a:prstGeom prst="ellipse">
            <a:avLst/>
          </a:prstGeom>
          <a:solidFill>
            <a:srgbClr val="26364E">
              <a:alpha val="84000"/>
            </a:srgbClr>
          </a:solidFill>
          <a:ln w="3810">
            <a:solidFill>
              <a:srgbClr val="26364E">
                <a:alpha val="0"/>
              </a:srgbClr>
            </a:solidFill>
            <a:prstDash val="solid"/>
          </a:ln>
        </p:spPr>
      </p:sp>
      <p:sp>
        <p:nvSpPr>
          <p:cNvPr id="355" name="Shape 353"/>
          <p:cNvSpPr/>
          <p:nvPr/>
        </p:nvSpPr>
        <p:spPr>
          <a:xfrm>
            <a:off x="5744976" y="2581232"/>
            <a:ext cx="55659" cy="55659"/>
          </a:xfrm>
          <a:prstGeom prst="ellipse">
            <a:avLst/>
          </a:prstGeom>
          <a:solidFill>
            <a:srgbClr val="42E0CB"/>
          </a:solidFill>
          <a:ln w="3810">
            <a:solidFill>
              <a:srgbClr val="42E0CB">
                <a:alpha val="0"/>
              </a:srgbClr>
            </a:solidFill>
            <a:prstDash val="solid"/>
          </a:ln>
        </p:spPr>
      </p:sp>
      <p:sp>
        <p:nvSpPr>
          <p:cNvPr id="356" name="Shape 354"/>
          <p:cNvSpPr/>
          <p:nvPr/>
        </p:nvSpPr>
        <p:spPr>
          <a:xfrm>
            <a:off x="5824012" y="2581232"/>
            <a:ext cx="55659" cy="55659"/>
          </a:xfrm>
          <a:prstGeom prst="ellipse">
            <a:avLst/>
          </a:prstGeom>
          <a:solidFill>
            <a:srgbClr val="26364E">
              <a:alpha val="84000"/>
            </a:srgbClr>
          </a:solidFill>
          <a:ln w="3810">
            <a:solidFill>
              <a:srgbClr val="26364E">
                <a:alpha val="0"/>
              </a:srgbClr>
            </a:solidFill>
            <a:prstDash val="solid"/>
          </a:ln>
        </p:spPr>
      </p:sp>
      <p:sp>
        <p:nvSpPr>
          <p:cNvPr id="357" name="Shape 355"/>
          <p:cNvSpPr/>
          <p:nvPr/>
        </p:nvSpPr>
        <p:spPr>
          <a:xfrm>
            <a:off x="5903048" y="2581232"/>
            <a:ext cx="55659" cy="55659"/>
          </a:xfrm>
          <a:prstGeom prst="ellipse">
            <a:avLst/>
          </a:prstGeom>
          <a:solidFill>
            <a:srgbClr val="26364E">
              <a:alpha val="84000"/>
            </a:srgbClr>
          </a:solidFill>
          <a:ln w="3810">
            <a:solidFill>
              <a:srgbClr val="26364E">
                <a:alpha val="0"/>
              </a:srgbClr>
            </a:solidFill>
            <a:prstDash val="solid"/>
          </a:ln>
        </p:spPr>
      </p:sp>
      <p:sp>
        <p:nvSpPr>
          <p:cNvPr id="358" name="Shape 356"/>
          <p:cNvSpPr/>
          <p:nvPr/>
        </p:nvSpPr>
        <p:spPr>
          <a:xfrm>
            <a:off x="5982084" y="2581232"/>
            <a:ext cx="55659" cy="55659"/>
          </a:xfrm>
          <a:prstGeom prst="ellipse">
            <a:avLst/>
          </a:prstGeom>
          <a:solidFill>
            <a:srgbClr val="42E0CB"/>
          </a:solidFill>
          <a:ln w="3810">
            <a:solidFill>
              <a:srgbClr val="42E0CB">
                <a:alpha val="0"/>
              </a:srgbClr>
            </a:solidFill>
            <a:prstDash val="solid"/>
          </a:ln>
        </p:spPr>
      </p:sp>
      <p:sp>
        <p:nvSpPr>
          <p:cNvPr id="359" name="Shape 357"/>
          <p:cNvSpPr/>
          <p:nvPr/>
        </p:nvSpPr>
        <p:spPr>
          <a:xfrm>
            <a:off x="6061120" y="2581232"/>
            <a:ext cx="55659" cy="55659"/>
          </a:xfrm>
          <a:prstGeom prst="ellipse">
            <a:avLst/>
          </a:prstGeom>
          <a:solidFill>
            <a:srgbClr val="26364E">
              <a:alpha val="84000"/>
            </a:srgbClr>
          </a:solidFill>
          <a:ln w="3810">
            <a:solidFill>
              <a:srgbClr val="26364E">
                <a:alpha val="0"/>
              </a:srgbClr>
            </a:solidFill>
            <a:prstDash val="solid"/>
          </a:ln>
        </p:spPr>
      </p:sp>
      <p:sp>
        <p:nvSpPr>
          <p:cNvPr id="360" name="Shape 358"/>
          <p:cNvSpPr/>
          <p:nvPr/>
        </p:nvSpPr>
        <p:spPr>
          <a:xfrm>
            <a:off x="6140156" y="2581232"/>
            <a:ext cx="55659" cy="55659"/>
          </a:xfrm>
          <a:prstGeom prst="ellipse">
            <a:avLst/>
          </a:prstGeom>
          <a:solidFill>
            <a:srgbClr val="26364E">
              <a:alpha val="84000"/>
            </a:srgbClr>
          </a:solidFill>
          <a:ln w="3810">
            <a:solidFill>
              <a:srgbClr val="26364E">
                <a:alpha val="0"/>
              </a:srgbClr>
            </a:solidFill>
            <a:prstDash val="solid"/>
          </a:ln>
        </p:spPr>
      </p:sp>
      <p:sp>
        <p:nvSpPr>
          <p:cNvPr id="361" name="Shape 359"/>
          <p:cNvSpPr/>
          <p:nvPr/>
        </p:nvSpPr>
        <p:spPr>
          <a:xfrm>
            <a:off x="6219192" y="2581232"/>
            <a:ext cx="55659" cy="55659"/>
          </a:xfrm>
          <a:prstGeom prst="ellipse">
            <a:avLst/>
          </a:prstGeom>
          <a:solidFill>
            <a:srgbClr val="42E0CB"/>
          </a:solidFill>
          <a:ln w="3810">
            <a:solidFill>
              <a:srgbClr val="42E0CB">
                <a:alpha val="0"/>
              </a:srgbClr>
            </a:solidFill>
            <a:prstDash val="solid"/>
          </a:ln>
        </p:spPr>
      </p:sp>
      <p:sp>
        <p:nvSpPr>
          <p:cNvPr id="362" name="Shape 360"/>
          <p:cNvSpPr/>
          <p:nvPr/>
        </p:nvSpPr>
        <p:spPr>
          <a:xfrm>
            <a:off x="6298228" y="2581232"/>
            <a:ext cx="55659" cy="55659"/>
          </a:xfrm>
          <a:prstGeom prst="ellipse">
            <a:avLst/>
          </a:prstGeom>
          <a:solidFill>
            <a:srgbClr val="26364E">
              <a:alpha val="84000"/>
            </a:srgbClr>
          </a:solidFill>
          <a:ln w="3810">
            <a:solidFill>
              <a:srgbClr val="26364E">
                <a:alpha val="0"/>
              </a:srgbClr>
            </a:solidFill>
            <a:prstDash val="solid"/>
          </a:ln>
        </p:spPr>
      </p:sp>
      <p:sp>
        <p:nvSpPr>
          <p:cNvPr id="363" name="Shape 361"/>
          <p:cNvSpPr/>
          <p:nvPr/>
        </p:nvSpPr>
        <p:spPr>
          <a:xfrm>
            <a:off x="6377264" y="2581232"/>
            <a:ext cx="55659" cy="55659"/>
          </a:xfrm>
          <a:prstGeom prst="ellipse">
            <a:avLst/>
          </a:prstGeom>
          <a:solidFill>
            <a:srgbClr val="26364E">
              <a:alpha val="84000"/>
            </a:srgbClr>
          </a:solidFill>
          <a:ln w="3810">
            <a:solidFill>
              <a:srgbClr val="26364E">
                <a:alpha val="0"/>
              </a:srgbClr>
            </a:solidFill>
            <a:prstDash val="solid"/>
          </a:ln>
        </p:spPr>
      </p:sp>
      <p:sp>
        <p:nvSpPr>
          <p:cNvPr id="364" name="Shape 362"/>
          <p:cNvSpPr/>
          <p:nvPr/>
        </p:nvSpPr>
        <p:spPr>
          <a:xfrm>
            <a:off x="6456300" y="2581232"/>
            <a:ext cx="55659" cy="55659"/>
          </a:xfrm>
          <a:prstGeom prst="ellipse">
            <a:avLst/>
          </a:prstGeom>
          <a:solidFill>
            <a:srgbClr val="42E0CB"/>
          </a:solidFill>
          <a:ln w="3810">
            <a:solidFill>
              <a:srgbClr val="42E0CB">
                <a:alpha val="0"/>
              </a:srgbClr>
            </a:solidFill>
            <a:prstDash val="solid"/>
          </a:ln>
        </p:spPr>
      </p:sp>
      <p:sp>
        <p:nvSpPr>
          <p:cNvPr id="365" name="Shape 363"/>
          <p:cNvSpPr/>
          <p:nvPr/>
        </p:nvSpPr>
        <p:spPr>
          <a:xfrm>
            <a:off x="6535336" y="2581232"/>
            <a:ext cx="55659" cy="55659"/>
          </a:xfrm>
          <a:prstGeom prst="ellipse">
            <a:avLst/>
          </a:prstGeom>
          <a:solidFill>
            <a:srgbClr val="26364E">
              <a:alpha val="84000"/>
            </a:srgbClr>
          </a:solidFill>
          <a:ln w="3810">
            <a:solidFill>
              <a:srgbClr val="26364E">
                <a:alpha val="0"/>
              </a:srgbClr>
            </a:solidFill>
            <a:prstDash val="solid"/>
          </a:ln>
        </p:spPr>
      </p:sp>
      <p:sp>
        <p:nvSpPr>
          <p:cNvPr id="366" name="Shape 364"/>
          <p:cNvSpPr/>
          <p:nvPr/>
        </p:nvSpPr>
        <p:spPr>
          <a:xfrm>
            <a:off x="6614372" y="2581232"/>
            <a:ext cx="55659" cy="55659"/>
          </a:xfrm>
          <a:prstGeom prst="ellipse">
            <a:avLst/>
          </a:prstGeom>
          <a:solidFill>
            <a:srgbClr val="26364E">
              <a:alpha val="84000"/>
            </a:srgbClr>
          </a:solidFill>
          <a:ln w="3810">
            <a:solidFill>
              <a:srgbClr val="26364E">
                <a:alpha val="0"/>
              </a:srgbClr>
            </a:solidFill>
            <a:prstDash val="solid"/>
          </a:ln>
        </p:spPr>
      </p:sp>
      <p:sp>
        <p:nvSpPr>
          <p:cNvPr id="367" name="Shape 365"/>
          <p:cNvSpPr/>
          <p:nvPr/>
        </p:nvSpPr>
        <p:spPr>
          <a:xfrm>
            <a:off x="6693408" y="2581232"/>
            <a:ext cx="55659" cy="55659"/>
          </a:xfrm>
          <a:prstGeom prst="ellipse">
            <a:avLst/>
          </a:prstGeom>
          <a:solidFill>
            <a:srgbClr val="42E0CB"/>
          </a:solidFill>
          <a:ln w="3810">
            <a:solidFill>
              <a:srgbClr val="42E0CB">
                <a:alpha val="0"/>
              </a:srgbClr>
            </a:solidFill>
            <a:prstDash val="solid"/>
          </a:ln>
        </p:spPr>
      </p:sp>
      <p:sp>
        <p:nvSpPr>
          <p:cNvPr id="368" name="Shape 366"/>
          <p:cNvSpPr/>
          <p:nvPr/>
        </p:nvSpPr>
        <p:spPr>
          <a:xfrm>
            <a:off x="6772444" y="2581232"/>
            <a:ext cx="55659" cy="55659"/>
          </a:xfrm>
          <a:prstGeom prst="ellipse">
            <a:avLst/>
          </a:prstGeom>
          <a:solidFill>
            <a:srgbClr val="42E0CB"/>
          </a:solidFill>
          <a:ln w="3810">
            <a:solidFill>
              <a:srgbClr val="42E0CB">
                <a:alpha val="0"/>
              </a:srgbClr>
            </a:solidFill>
            <a:prstDash val="solid"/>
          </a:ln>
        </p:spPr>
      </p:sp>
      <p:sp>
        <p:nvSpPr>
          <p:cNvPr id="369" name="Shape 367"/>
          <p:cNvSpPr/>
          <p:nvPr/>
        </p:nvSpPr>
        <p:spPr>
          <a:xfrm>
            <a:off x="6851480" y="2581232"/>
            <a:ext cx="55659" cy="55659"/>
          </a:xfrm>
          <a:prstGeom prst="ellipse">
            <a:avLst/>
          </a:prstGeom>
          <a:solidFill>
            <a:srgbClr val="42E0CB"/>
          </a:solidFill>
          <a:ln w="3810">
            <a:solidFill>
              <a:srgbClr val="42E0CB">
                <a:alpha val="0"/>
              </a:srgbClr>
            </a:solidFill>
            <a:prstDash val="solid"/>
          </a:ln>
        </p:spPr>
      </p:sp>
      <p:sp>
        <p:nvSpPr>
          <p:cNvPr id="370" name="Shape 368"/>
          <p:cNvSpPr/>
          <p:nvPr/>
        </p:nvSpPr>
        <p:spPr>
          <a:xfrm>
            <a:off x="6930516" y="2581232"/>
            <a:ext cx="55659" cy="55659"/>
          </a:xfrm>
          <a:prstGeom prst="ellipse">
            <a:avLst/>
          </a:prstGeom>
          <a:solidFill>
            <a:srgbClr val="26364E">
              <a:alpha val="84000"/>
            </a:srgbClr>
          </a:solidFill>
          <a:ln w="3810">
            <a:solidFill>
              <a:srgbClr val="26364E">
                <a:alpha val="0"/>
              </a:srgbClr>
            </a:solidFill>
            <a:prstDash val="solid"/>
          </a:ln>
        </p:spPr>
      </p:sp>
      <p:sp>
        <p:nvSpPr>
          <p:cNvPr id="371" name="Shape 369"/>
          <p:cNvSpPr/>
          <p:nvPr/>
        </p:nvSpPr>
        <p:spPr>
          <a:xfrm>
            <a:off x="4480401" y="2660268"/>
            <a:ext cx="55659" cy="55659"/>
          </a:xfrm>
          <a:prstGeom prst="ellipse">
            <a:avLst/>
          </a:prstGeom>
          <a:solidFill>
            <a:srgbClr val="42E0CB"/>
          </a:solidFill>
          <a:ln w="3810">
            <a:solidFill>
              <a:srgbClr val="42E0CB">
                <a:alpha val="0"/>
              </a:srgbClr>
            </a:solidFill>
            <a:prstDash val="solid"/>
          </a:ln>
        </p:spPr>
      </p:sp>
      <p:sp>
        <p:nvSpPr>
          <p:cNvPr id="372" name="Shape 370"/>
          <p:cNvSpPr/>
          <p:nvPr/>
        </p:nvSpPr>
        <p:spPr>
          <a:xfrm>
            <a:off x="4559437" y="2660268"/>
            <a:ext cx="55659" cy="55659"/>
          </a:xfrm>
          <a:prstGeom prst="ellipse">
            <a:avLst/>
          </a:prstGeom>
          <a:solidFill>
            <a:srgbClr val="26364E">
              <a:alpha val="84000"/>
            </a:srgbClr>
          </a:solidFill>
          <a:ln w="3810">
            <a:solidFill>
              <a:srgbClr val="26364E">
                <a:alpha val="0"/>
              </a:srgbClr>
            </a:solidFill>
            <a:prstDash val="solid"/>
          </a:ln>
        </p:spPr>
      </p:sp>
      <p:sp>
        <p:nvSpPr>
          <p:cNvPr id="373" name="Shape 371"/>
          <p:cNvSpPr/>
          <p:nvPr/>
        </p:nvSpPr>
        <p:spPr>
          <a:xfrm>
            <a:off x="4638473" y="2660268"/>
            <a:ext cx="55659" cy="55659"/>
          </a:xfrm>
          <a:prstGeom prst="ellipse">
            <a:avLst/>
          </a:prstGeom>
          <a:solidFill>
            <a:srgbClr val="42E0CB"/>
          </a:solidFill>
          <a:ln w="3810">
            <a:solidFill>
              <a:srgbClr val="42E0CB">
                <a:alpha val="0"/>
              </a:srgbClr>
            </a:solidFill>
            <a:prstDash val="solid"/>
          </a:ln>
        </p:spPr>
      </p:sp>
      <p:sp>
        <p:nvSpPr>
          <p:cNvPr id="374" name="Shape 372"/>
          <p:cNvSpPr/>
          <p:nvPr/>
        </p:nvSpPr>
        <p:spPr>
          <a:xfrm>
            <a:off x="4717509" y="2660268"/>
            <a:ext cx="55659" cy="55659"/>
          </a:xfrm>
          <a:prstGeom prst="ellipse">
            <a:avLst/>
          </a:prstGeom>
          <a:solidFill>
            <a:srgbClr val="26364E">
              <a:alpha val="84000"/>
            </a:srgbClr>
          </a:solidFill>
          <a:ln w="3810">
            <a:solidFill>
              <a:srgbClr val="26364E">
                <a:alpha val="0"/>
              </a:srgbClr>
            </a:solidFill>
            <a:prstDash val="solid"/>
          </a:ln>
        </p:spPr>
      </p:sp>
      <p:sp>
        <p:nvSpPr>
          <p:cNvPr id="375" name="Shape 373"/>
          <p:cNvSpPr/>
          <p:nvPr/>
        </p:nvSpPr>
        <p:spPr>
          <a:xfrm>
            <a:off x="4796545" y="2660268"/>
            <a:ext cx="55659" cy="55659"/>
          </a:xfrm>
          <a:prstGeom prst="ellipse">
            <a:avLst/>
          </a:prstGeom>
          <a:solidFill>
            <a:srgbClr val="42E0CB"/>
          </a:solidFill>
          <a:ln w="3810">
            <a:solidFill>
              <a:srgbClr val="42E0CB">
                <a:alpha val="0"/>
              </a:srgbClr>
            </a:solidFill>
            <a:prstDash val="solid"/>
          </a:ln>
        </p:spPr>
      </p:sp>
      <p:sp>
        <p:nvSpPr>
          <p:cNvPr id="376" name="Shape 374"/>
          <p:cNvSpPr/>
          <p:nvPr/>
        </p:nvSpPr>
        <p:spPr>
          <a:xfrm>
            <a:off x="4875581" y="2660268"/>
            <a:ext cx="55659" cy="55659"/>
          </a:xfrm>
          <a:prstGeom prst="ellipse">
            <a:avLst/>
          </a:prstGeom>
          <a:solidFill>
            <a:srgbClr val="26364E">
              <a:alpha val="84000"/>
            </a:srgbClr>
          </a:solidFill>
          <a:ln w="3810">
            <a:solidFill>
              <a:srgbClr val="26364E">
                <a:alpha val="0"/>
              </a:srgbClr>
            </a:solidFill>
            <a:prstDash val="solid"/>
          </a:ln>
        </p:spPr>
      </p:sp>
      <p:sp>
        <p:nvSpPr>
          <p:cNvPr id="377" name="Shape 375"/>
          <p:cNvSpPr/>
          <p:nvPr/>
        </p:nvSpPr>
        <p:spPr>
          <a:xfrm>
            <a:off x="4954617" y="2660268"/>
            <a:ext cx="55659" cy="55659"/>
          </a:xfrm>
          <a:prstGeom prst="ellipse">
            <a:avLst/>
          </a:prstGeom>
          <a:solidFill>
            <a:srgbClr val="26364E">
              <a:alpha val="84000"/>
            </a:srgbClr>
          </a:solidFill>
          <a:ln w="3810">
            <a:solidFill>
              <a:srgbClr val="26364E">
                <a:alpha val="0"/>
              </a:srgbClr>
            </a:solidFill>
            <a:prstDash val="solid"/>
          </a:ln>
        </p:spPr>
      </p:sp>
      <p:sp>
        <p:nvSpPr>
          <p:cNvPr id="378" name="Shape 376"/>
          <p:cNvSpPr/>
          <p:nvPr/>
        </p:nvSpPr>
        <p:spPr>
          <a:xfrm>
            <a:off x="5033653" y="2660268"/>
            <a:ext cx="55659" cy="55659"/>
          </a:xfrm>
          <a:prstGeom prst="ellipse">
            <a:avLst/>
          </a:prstGeom>
          <a:solidFill>
            <a:srgbClr val="26364E">
              <a:alpha val="84000"/>
            </a:srgbClr>
          </a:solidFill>
          <a:ln w="3810">
            <a:solidFill>
              <a:srgbClr val="26364E">
                <a:alpha val="0"/>
              </a:srgbClr>
            </a:solidFill>
            <a:prstDash val="solid"/>
          </a:ln>
        </p:spPr>
      </p:sp>
      <p:sp>
        <p:nvSpPr>
          <p:cNvPr id="379" name="Shape 377"/>
          <p:cNvSpPr/>
          <p:nvPr/>
        </p:nvSpPr>
        <p:spPr>
          <a:xfrm>
            <a:off x="5112689" y="2660268"/>
            <a:ext cx="55659" cy="55659"/>
          </a:xfrm>
          <a:prstGeom prst="ellipse">
            <a:avLst/>
          </a:prstGeom>
          <a:solidFill>
            <a:srgbClr val="26364E">
              <a:alpha val="84000"/>
            </a:srgbClr>
          </a:solidFill>
          <a:ln w="3810">
            <a:solidFill>
              <a:srgbClr val="26364E">
                <a:alpha val="0"/>
              </a:srgbClr>
            </a:solidFill>
            <a:prstDash val="solid"/>
          </a:ln>
        </p:spPr>
      </p:sp>
      <p:sp>
        <p:nvSpPr>
          <p:cNvPr id="380" name="Shape 378"/>
          <p:cNvSpPr/>
          <p:nvPr/>
        </p:nvSpPr>
        <p:spPr>
          <a:xfrm>
            <a:off x="5191725" y="2660268"/>
            <a:ext cx="55659" cy="55659"/>
          </a:xfrm>
          <a:prstGeom prst="ellipse">
            <a:avLst/>
          </a:prstGeom>
          <a:solidFill>
            <a:srgbClr val="26364E">
              <a:alpha val="84000"/>
            </a:srgbClr>
          </a:solidFill>
          <a:ln w="3810">
            <a:solidFill>
              <a:srgbClr val="26364E">
                <a:alpha val="0"/>
              </a:srgbClr>
            </a:solidFill>
            <a:prstDash val="solid"/>
          </a:ln>
        </p:spPr>
      </p:sp>
      <p:sp>
        <p:nvSpPr>
          <p:cNvPr id="381" name="Shape 379"/>
          <p:cNvSpPr/>
          <p:nvPr/>
        </p:nvSpPr>
        <p:spPr>
          <a:xfrm>
            <a:off x="5270761" y="2660268"/>
            <a:ext cx="55659" cy="55659"/>
          </a:xfrm>
          <a:prstGeom prst="ellipse">
            <a:avLst/>
          </a:prstGeom>
          <a:solidFill>
            <a:srgbClr val="26364E">
              <a:alpha val="84000"/>
            </a:srgbClr>
          </a:solidFill>
          <a:ln w="3810">
            <a:solidFill>
              <a:srgbClr val="26364E">
                <a:alpha val="0"/>
              </a:srgbClr>
            </a:solidFill>
            <a:prstDash val="solid"/>
          </a:ln>
        </p:spPr>
      </p:sp>
      <p:sp>
        <p:nvSpPr>
          <p:cNvPr id="382" name="Shape 380"/>
          <p:cNvSpPr/>
          <p:nvPr/>
        </p:nvSpPr>
        <p:spPr>
          <a:xfrm>
            <a:off x="5349797" y="2660268"/>
            <a:ext cx="55659" cy="55659"/>
          </a:xfrm>
          <a:prstGeom prst="ellipse">
            <a:avLst/>
          </a:prstGeom>
          <a:solidFill>
            <a:srgbClr val="26364E">
              <a:alpha val="84000"/>
            </a:srgbClr>
          </a:solidFill>
          <a:ln w="3810">
            <a:solidFill>
              <a:srgbClr val="26364E">
                <a:alpha val="0"/>
              </a:srgbClr>
            </a:solidFill>
            <a:prstDash val="solid"/>
          </a:ln>
        </p:spPr>
      </p:sp>
      <p:sp>
        <p:nvSpPr>
          <p:cNvPr id="383" name="Shape 381"/>
          <p:cNvSpPr/>
          <p:nvPr/>
        </p:nvSpPr>
        <p:spPr>
          <a:xfrm>
            <a:off x="5428833" y="2660268"/>
            <a:ext cx="55659" cy="55659"/>
          </a:xfrm>
          <a:prstGeom prst="ellipse">
            <a:avLst/>
          </a:prstGeom>
          <a:solidFill>
            <a:srgbClr val="26364E">
              <a:alpha val="84000"/>
            </a:srgbClr>
          </a:solidFill>
          <a:ln w="3810">
            <a:solidFill>
              <a:srgbClr val="26364E">
                <a:alpha val="0"/>
              </a:srgbClr>
            </a:solidFill>
            <a:prstDash val="solid"/>
          </a:ln>
        </p:spPr>
      </p:sp>
      <p:sp>
        <p:nvSpPr>
          <p:cNvPr id="384" name="Shape 382"/>
          <p:cNvSpPr/>
          <p:nvPr/>
        </p:nvSpPr>
        <p:spPr>
          <a:xfrm>
            <a:off x="5507869" y="2660268"/>
            <a:ext cx="55659" cy="55659"/>
          </a:xfrm>
          <a:prstGeom prst="ellipse">
            <a:avLst/>
          </a:prstGeom>
          <a:solidFill>
            <a:srgbClr val="26364E">
              <a:alpha val="84000"/>
            </a:srgbClr>
          </a:solidFill>
          <a:ln w="3810">
            <a:solidFill>
              <a:srgbClr val="26364E">
                <a:alpha val="0"/>
              </a:srgbClr>
            </a:solidFill>
            <a:prstDash val="solid"/>
          </a:ln>
        </p:spPr>
      </p:sp>
      <p:sp>
        <p:nvSpPr>
          <p:cNvPr id="385" name="Shape 383"/>
          <p:cNvSpPr/>
          <p:nvPr/>
        </p:nvSpPr>
        <p:spPr>
          <a:xfrm>
            <a:off x="5586904" y="2660268"/>
            <a:ext cx="55659" cy="55659"/>
          </a:xfrm>
          <a:prstGeom prst="ellipse">
            <a:avLst/>
          </a:prstGeom>
          <a:solidFill>
            <a:srgbClr val="26364E">
              <a:alpha val="84000"/>
            </a:srgbClr>
          </a:solidFill>
          <a:ln w="3810">
            <a:solidFill>
              <a:srgbClr val="26364E">
                <a:alpha val="0"/>
              </a:srgbClr>
            </a:solidFill>
            <a:prstDash val="solid"/>
          </a:ln>
        </p:spPr>
      </p:sp>
      <p:sp>
        <p:nvSpPr>
          <p:cNvPr id="386" name="Shape 384"/>
          <p:cNvSpPr/>
          <p:nvPr/>
        </p:nvSpPr>
        <p:spPr>
          <a:xfrm>
            <a:off x="5665940" y="2660268"/>
            <a:ext cx="55659" cy="55659"/>
          </a:xfrm>
          <a:prstGeom prst="ellipse">
            <a:avLst/>
          </a:prstGeom>
          <a:solidFill>
            <a:srgbClr val="26364E">
              <a:alpha val="84000"/>
            </a:srgbClr>
          </a:solidFill>
          <a:ln w="3810">
            <a:solidFill>
              <a:srgbClr val="26364E">
                <a:alpha val="0"/>
              </a:srgbClr>
            </a:solidFill>
            <a:prstDash val="solid"/>
          </a:ln>
        </p:spPr>
      </p:sp>
      <p:sp>
        <p:nvSpPr>
          <p:cNvPr id="387" name="Shape 385"/>
          <p:cNvSpPr/>
          <p:nvPr/>
        </p:nvSpPr>
        <p:spPr>
          <a:xfrm>
            <a:off x="5744976" y="2660268"/>
            <a:ext cx="55659" cy="55659"/>
          </a:xfrm>
          <a:prstGeom prst="ellipse">
            <a:avLst/>
          </a:prstGeom>
          <a:solidFill>
            <a:srgbClr val="26364E">
              <a:alpha val="84000"/>
            </a:srgbClr>
          </a:solidFill>
          <a:ln w="3810">
            <a:solidFill>
              <a:srgbClr val="26364E">
                <a:alpha val="0"/>
              </a:srgbClr>
            </a:solidFill>
            <a:prstDash val="solid"/>
          </a:ln>
        </p:spPr>
      </p:sp>
      <p:sp>
        <p:nvSpPr>
          <p:cNvPr id="388" name="Shape 386"/>
          <p:cNvSpPr/>
          <p:nvPr/>
        </p:nvSpPr>
        <p:spPr>
          <a:xfrm>
            <a:off x="5824012" y="2660268"/>
            <a:ext cx="55659" cy="55659"/>
          </a:xfrm>
          <a:prstGeom prst="ellipse">
            <a:avLst/>
          </a:prstGeom>
          <a:solidFill>
            <a:srgbClr val="26364E">
              <a:alpha val="84000"/>
            </a:srgbClr>
          </a:solidFill>
          <a:ln w="3810">
            <a:solidFill>
              <a:srgbClr val="26364E">
                <a:alpha val="0"/>
              </a:srgbClr>
            </a:solidFill>
            <a:prstDash val="solid"/>
          </a:ln>
        </p:spPr>
      </p:sp>
      <p:sp>
        <p:nvSpPr>
          <p:cNvPr id="389" name="Shape 387"/>
          <p:cNvSpPr/>
          <p:nvPr/>
        </p:nvSpPr>
        <p:spPr>
          <a:xfrm>
            <a:off x="5903048" y="2660268"/>
            <a:ext cx="55659" cy="55659"/>
          </a:xfrm>
          <a:prstGeom prst="ellipse">
            <a:avLst/>
          </a:prstGeom>
          <a:solidFill>
            <a:srgbClr val="26364E">
              <a:alpha val="84000"/>
            </a:srgbClr>
          </a:solidFill>
          <a:ln w="3810">
            <a:solidFill>
              <a:srgbClr val="26364E">
                <a:alpha val="0"/>
              </a:srgbClr>
            </a:solidFill>
            <a:prstDash val="solid"/>
          </a:ln>
        </p:spPr>
      </p:sp>
      <p:sp>
        <p:nvSpPr>
          <p:cNvPr id="390" name="Shape 388"/>
          <p:cNvSpPr/>
          <p:nvPr/>
        </p:nvSpPr>
        <p:spPr>
          <a:xfrm>
            <a:off x="5982084" y="2660268"/>
            <a:ext cx="55659" cy="55659"/>
          </a:xfrm>
          <a:prstGeom prst="ellipse">
            <a:avLst/>
          </a:prstGeom>
          <a:solidFill>
            <a:srgbClr val="26364E">
              <a:alpha val="84000"/>
            </a:srgbClr>
          </a:solidFill>
          <a:ln w="3810">
            <a:solidFill>
              <a:srgbClr val="26364E">
                <a:alpha val="0"/>
              </a:srgbClr>
            </a:solidFill>
            <a:prstDash val="solid"/>
          </a:ln>
        </p:spPr>
      </p:sp>
      <p:sp>
        <p:nvSpPr>
          <p:cNvPr id="391" name="Shape 389"/>
          <p:cNvSpPr/>
          <p:nvPr/>
        </p:nvSpPr>
        <p:spPr>
          <a:xfrm>
            <a:off x="6061120" y="2660268"/>
            <a:ext cx="55659" cy="55659"/>
          </a:xfrm>
          <a:prstGeom prst="ellipse">
            <a:avLst/>
          </a:prstGeom>
          <a:solidFill>
            <a:srgbClr val="26364E">
              <a:alpha val="84000"/>
            </a:srgbClr>
          </a:solidFill>
          <a:ln w="3810">
            <a:solidFill>
              <a:srgbClr val="26364E">
                <a:alpha val="0"/>
              </a:srgbClr>
            </a:solidFill>
            <a:prstDash val="solid"/>
          </a:ln>
        </p:spPr>
      </p:sp>
      <p:sp>
        <p:nvSpPr>
          <p:cNvPr id="392" name="Shape 390"/>
          <p:cNvSpPr/>
          <p:nvPr/>
        </p:nvSpPr>
        <p:spPr>
          <a:xfrm>
            <a:off x="6140156" y="2660268"/>
            <a:ext cx="55659" cy="55659"/>
          </a:xfrm>
          <a:prstGeom prst="ellipse">
            <a:avLst/>
          </a:prstGeom>
          <a:solidFill>
            <a:srgbClr val="26364E">
              <a:alpha val="84000"/>
            </a:srgbClr>
          </a:solidFill>
          <a:ln w="3810">
            <a:solidFill>
              <a:srgbClr val="26364E">
                <a:alpha val="0"/>
              </a:srgbClr>
            </a:solidFill>
            <a:prstDash val="solid"/>
          </a:ln>
        </p:spPr>
      </p:sp>
      <p:sp>
        <p:nvSpPr>
          <p:cNvPr id="393" name="Shape 391"/>
          <p:cNvSpPr/>
          <p:nvPr/>
        </p:nvSpPr>
        <p:spPr>
          <a:xfrm>
            <a:off x="6219192" y="2660268"/>
            <a:ext cx="55659" cy="55659"/>
          </a:xfrm>
          <a:prstGeom prst="ellipse">
            <a:avLst/>
          </a:prstGeom>
          <a:solidFill>
            <a:srgbClr val="26364E">
              <a:alpha val="84000"/>
            </a:srgbClr>
          </a:solidFill>
          <a:ln w="3810">
            <a:solidFill>
              <a:srgbClr val="26364E">
                <a:alpha val="0"/>
              </a:srgbClr>
            </a:solidFill>
            <a:prstDash val="solid"/>
          </a:ln>
        </p:spPr>
      </p:sp>
      <p:sp>
        <p:nvSpPr>
          <p:cNvPr id="394" name="Shape 392"/>
          <p:cNvSpPr/>
          <p:nvPr/>
        </p:nvSpPr>
        <p:spPr>
          <a:xfrm>
            <a:off x="6298228" y="2660268"/>
            <a:ext cx="55659" cy="55659"/>
          </a:xfrm>
          <a:prstGeom prst="ellipse">
            <a:avLst/>
          </a:prstGeom>
          <a:solidFill>
            <a:srgbClr val="26364E">
              <a:alpha val="84000"/>
            </a:srgbClr>
          </a:solidFill>
          <a:ln w="3810">
            <a:solidFill>
              <a:srgbClr val="26364E">
                <a:alpha val="0"/>
              </a:srgbClr>
            </a:solidFill>
            <a:prstDash val="solid"/>
          </a:ln>
        </p:spPr>
      </p:sp>
      <p:sp>
        <p:nvSpPr>
          <p:cNvPr id="395" name="Shape 393"/>
          <p:cNvSpPr/>
          <p:nvPr/>
        </p:nvSpPr>
        <p:spPr>
          <a:xfrm>
            <a:off x="6377264" y="2660268"/>
            <a:ext cx="55659" cy="55659"/>
          </a:xfrm>
          <a:prstGeom prst="ellipse">
            <a:avLst/>
          </a:prstGeom>
          <a:solidFill>
            <a:srgbClr val="26364E">
              <a:alpha val="84000"/>
            </a:srgbClr>
          </a:solidFill>
          <a:ln w="3810">
            <a:solidFill>
              <a:srgbClr val="26364E">
                <a:alpha val="0"/>
              </a:srgbClr>
            </a:solidFill>
            <a:prstDash val="solid"/>
          </a:ln>
        </p:spPr>
      </p:sp>
      <p:sp>
        <p:nvSpPr>
          <p:cNvPr id="396" name="Shape 394"/>
          <p:cNvSpPr/>
          <p:nvPr/>
        </p:nvSpPr>
        <p:spPr>
          <a:xfrm>
            <a:off x="6456300" y="2660268"/>
            <a:ext cx="55659" cy="55659"/>
          </a:xfrm>
          <a:prstGeom prst="ellipse">
            <a:avLst/>
          </a:prstGeom>
          <a:solidFill>
            <a:srgbClr val="26364E">
              <a:alpha val="84000"/>
            </a:srgbClr>
          </a:solidFill>
          <a:ln w="3810">
            <a:solidFill>
              <a:srgbClr val="26364E">
                <a:alpha val="0"/>
              </a:srgbClr>
            </a:solidFill>
            <a:prstDash val="solid"/>
          </a:ln>
        </p:spPr>
      </p:sp>
      <p:sp>
        <p:nvSpPr>
          <p:cNvPr id="397" name="Shape 395"/>
          <p:cNvSpPr/>
          <p:nvPr/>
        </p:nvSpPr>
        <p:spPr>
          <a:xfrm>
            <a:off x="6535336" y="2660268"/>
            <a:ext cx="55659" cy="55659"/>
          </a:xfrm>
          <a:prstGeom prst="ellipse">
            <a:avLst/>
          </a:prstGeom>
          <a:solidFill>
            <a:srgbClr val="26364E">
              <a:alpha val="84000"/>
            </a:srgbClr>
          </a:solidFill>
          <a:ln w="3810">
            <a:solidFill>
              <a:srgbClr val="26364E">
                <a:alpha val="0"/>
              </a:srgbClr>
            </a:solidFill>
            <a:prstDash val="solid"/>
          </a:ln>
        </p:spPr>
      </p:sp>
      <p:sp>
        <p:nvSpPr>
          <p:cNvPr id="398" name="Shape 396"/>
          <p:cNvSpPr/>
          <p:nvPr/>
        </p:nvSpPr>
        <p:spPr>
          <a:xfrm>
            <a:off x="6614372" y="2660268"/>
            <a:ext cx="55659" cy="55659"/>
          </a:xfrm>
          <a:prstGeom prst="ellipse">
            <a:avLst/>
          </a:prstGeom>
          <a:solidFill>
            <a:srgbClr val="26364E">
              <a:alpha val="84000"/>
            </a:srgbClr>
          </a:solidFill>
          <a:ln w="3810">
            <a:solidFill>
              <a:srgbClr val="26364E">
                <a:alpha val="0"/>
              </a:srgbClr>
            </a:solidFill>
            <a:prstDash val="solid"/>
          </a:ln>
        </p:spPr>
      </p:sp>
      <p:sp>
        <p:nvSpPr>
          <p:cNvPr id="399" name="Shape 397"/>
          <p:cNvSpPr/>
          <p:nvPr/>
        </p:nvSpPr>
        <p:spPr>
          <a:xfrm>
            <a:off x="6693408" y="2660268"/>
            <a:ext cx="55659" cy="55659"/>
          </a:xfrm>
          <a:prstGeom prst="ellipse">
            <a:avLst/>
          </a:prstGeom>
          <a:solidFill>
            <a:srgbClr val="42E0CB"/>
          </a:solidFill>
          <a:ln w="3810">
            <a:solidFill>
              <a:srgbClr val="42E0CB">
                <a:alpha val="0"/>
              </a:srgbClr>
            </a:solidFill>
            <a:prstDash val="solid"/>
          </a:ln>
        </p:spPr>
      </p:sp>
      <p:sp>
        <p:nvSpPr>
          <p:cNvPr id="400" name="Shape 398"/>
          <p:cNvSpPr/>
          <p:nvPr/>
        </p:nvSpPr>
        <p:spPr>
          <a:xfrm>
            <a:off x="6772444" y="2660268"/>
            <a:ext cx="55659" cy="55659"/>
          </a:xfrm>
          <a:prstGeom prst="ellipse">
            <a:avLst/>
          </a:prstGeom>
          <a:solidFill>
            <a:srgbClr val="26364E">
              <a:alpha val="84000"/>
            </a:srgbClr>
          </a:solidFill>
          <a:ln w="3810">
            <a:solidFill>
              <a:srgbClr val="26364E">
                <a:alpha val="0"/>
              </a:srgbClr>
            </a:solidFill>
            <a:prstDash val="solid"/>
          </a:ln>
        </p:spPr>
      </p:sp>
      <p:sp>
        <p:nvSpPr>
          <p:cNvPr id="401" name="Shape 399"/>
          <p:cNvSpPr/>
          <p:nvPr/>
        </p:nvSpPr>
        <p:spPr>
          <a:xfrm>
            <a:off x="6851480" y="2660268"/>
            <a:ext cx="55659" cy="55659"/>
          </a:xfrm>
          <a:prstGeom prst="ellipse">
            <a:avLst/>
          </a:prstGeom>
          <a:solidFill>
            <a:srgbClr val="42E0CB"/>
          </a:solidFill>
          <a:ln w="3810">
            <a:solidFill>
              <a:srgbClr val="42E0CB">
                <a:alpha val="0"/>
              </a:srgbClr>
            </a:solidFill>
            <a:prstDash val="solid"/>
          </a:ln>
        </p:spPr>
      </p:sp>
      <p:sp>
        <p:nvSpPr>
          <p:cNvPr id="402" name="Shape 400"/>
          <p:cNvSpPr/>
          <p:nvPr/>
        </p:nvSpPr>
        <p:spPr>
          <a:xfrm>
            <a:off x="6930516" y="2660268"/>
            <a:ext cx="55659" cy="55659"/>
          </a:xfrm>
          <a:prstGeom prst="ellipse">
            <a:avLst/>
          </a:prstGeom>
          <a:solidFill>
            <a:srgbClr val="26364E">
              <a:alpha val="84000"/>
            </a:srgbClr>
          </a:solidFill>
          <a:ln w="3810">
            <a:solidFill>
              <a:srgbClr val="26364E">
                <a:alpha val="0"/>
              </a:srgbClr>
            </a:solidFill>
            <a:prstDash val="solid"/>
          </a:ln>
        </p:spPr>
      </p:sp>
      <p:sp>
        <p:nvSpPr>
          <p:cNvPr id="403" name="Shape 401"/>
          <p:cNvSpPr/>
          <p:nvPr/>
        </p:nvSpPr>
        <p:spPr>
          <a:xfrm>
            <a:off x="4480401" y="2739304"/>
            <a:ext cx="55659" cy="55659"/>
          </a:xfrm>
          <a:prstGeom prst="ellipse">
            <a:avLst/>
          </a:prstGeom>
          <a:solidFill>
            <a:srgbClr val="26364E">
              <a:alpha val="84000"/>
            </a:srgbClr>
          </a:solidFill>
          <a:ln w="3810">
            <a:solidFill>
              <a:srgbClr val="26364E">
                <a:alpha val="0"/>
              </a:srgbClr>
            </a:solidFill>
            <a:prstDash val="solid"/>
          </a:ln>
        </p:spPr>
      </p:sp>
      <p:sp>
        <p:nvSpPr>
          <p:cNvPr id="404" name="Shape 402"/>
          <p:cNvSpPr/>
          <p:nvPr/>
        </p:nvSpPr>
        <p:spPr>
          <a:xfrm>
            <a:off x="4559437" y="2739304"/>
            <a:ext cx="55659" cy="55659"/>
          </a:xfrm>
          <a:prstGeom prst="ellipse">
            <a:avLst/>
          </a:prstGeom>
          <a:solidFill>
            <a:srgbClr val="26364E">
              <a:alpha val="84000"/>
            </a:srgbClr>
          </a:solidFill>
          <a:ln w="3810">
            <a:solidFill>
              <a:srgbClr val="26364E">
                <a:alpha val="0"/>
              </a:srgbClr>
            </a:solidFill>
            <a:prstDash val="solid"/>
          </a:ln>
        </p:spPr>
      </p:sp>
      <p:sp>
        <p:nvSpPr>
          <p:cNvPr id="405" name="Shape 403"/>
          <p:cNvSpPr/>
          <p:nvPr/>
        </p:nvSpPr>
        <p:spPr>
          <a:xfrm>
            <a:off x="4638473" y="2739304"/>
            <a:ext cx="55659" cy="55659"/>
          </a:xfrm>
          <a:prstGeom prst="ellipse">
            <a:avLst/>
          </a:prstGeom>
          <a:solidFill>
            <a:srgbClr val="26364E">
              <a:alpha val="84000"/>
            </a:srgbClr>
          </a:solidFill>
          <a:ln w="3810">
            <a:solidFill>
              <a:srgbClr val="26364E">
                <a:alpha val="0"/>
              </a:srgbClr>
            </a:solidFill>
            <a:prstDash val="solid"/>
          </a:ln>
        </p:spPr>
      </p:sp>
      <p:sp>
        <p:nvSpPr>
          <p:cNvPr id="406" name="Shape 404"/>
          <p:cNvSpPr/>
          <p:nvPr/>
        </p:nvSpPr>
        <p:spPr>
          <a:xfrm>
            <a:off x="4717509" y="2739304"/>
            <a:ext cx="55659" cy="55659"/>
          </a:xfrm>
          <a:prstGeom prst="ellipse">
            <a:avLst/>
          </a:prstGeom>
          <a:solidFill>
            <a:srgbClr val="26364E">
              <a:alpha val="84000"/>
            </a:srgbClr>
          </a:solidFill>
          <a:ln w="3810">
            <a:solidFill>
              <a:srgbClr val="26364E">
                <a:alpha val="0"/>
              </a:srgbClr>
            </a:solidFill>
            <a:prstDash val="solid"/>
          </a:ln>
        </p:spPr>
      </p:sp>
      <p:sp>
        <p:nvSpPr>
          <p:cNvPr id="407" name="Shape 405"/>
          <p:cNvSpPr/>
          <p:nvPr/>
        </p:nvSpPr>
        <p:spPr>
          <a:xfrm>
            <a:off x="4796545" y="2739304"/>
            <a:ext cx="55659" cy="55659"/>
          </a:xfrm>
          <a:prstGeom prst="ellipse">
            <a:avLst/>
          </a:prstGeom>
          <a:solidFill>
            <a:srgbClr val="26364E">
              <a:alpha val="84000"/>
            </a:srgbClr>
          </a:solidFill>
          <a:ln w="3810">
            <a:solidFill>
              <a:srgbClr val="26364E">
                <a:alpha val="0"/>
              </a:srgbClr>
            </a:solidFill>
            <a:prstDash val="solid"/>
          </a:ln>
        </p:spPr>
      </p:sp>
      <p:sp>
        <p:nvSpPr>
          <p:cNvPr id="408" name="Shape 406"/>
          <p:cNvSpPr/>
          <p:nvPr/>
        </p:nvSpPr>
        <p:spPr>
          <a:xfrm>
            <a:off x="4875581" y="2739304"/>
            <a:ext cx="55659" cy="55659"/>
          </a:xfrm>
          <a:prstGeom prst="ellipse">
            <a:avLst/>
          </a:prstGeom>
          <a:solidFill>
            <a:srgbClr val="26364E">
              <a:alpha val="84000"/>
            </a:srgbClr>
          </a:solidFill>
          <a:ln w="3810">
            <a:solidFill>
              <a:srgbClr val="26364E">
                <a:alpha val="0"/>
              </a:srgbClr>
            </a:solidFill>
            <a:prstDash val="solid"/>
          </a:ln>
        </p:spPr>
      </p:sp>
      <p:sp>
        <p:nvSpPr>
          <p:cNvPr id="409" name="Shape 407"/>
          <p:cNvSpPr/>
          <p:nvPr/>
        </p:nvSpPr>
        <p:spPr>
          <a:xfrm>
            <a:off x="4954617" y="2739304"/>
            <a:ext cx="55659" cy="55659"/>
          </a:xfrm>
          <a:prstGeom prst="ellipse">
            <a:avLst/>
          </a:prstGeom>
          <a:solidFill>
            <a:srgbClr val="26364E">
              <a:alpha val="84000"/>
            </a:srgbClr>
          </a:solidFill>
          <a:ln w="3810">
            <a:solidFill>
              <a:srgbClr val="26364E">
                <a:alpha val="0"/>
              </a:srgbClr>
            </a:solidFill>
            <a:prstDash val="solid"/>
          </a:ln>
        </p:spPr>
      </p:sp>
      <p:sp>
        <p:nvSpPr>
          <p:cNvPr id="410" name="Shape 408"/>
          <p:cNvSpPr/>
          <p:nvPr/>
        </p:nvSpPr>
        <p:spPr>
          <a:xfrm>
            <a:off x="5033653" y="2739304"/>
            <a:ext cx="55659" cy="55659"/>
          </a:xfrm>
          <a:prstGeom prst="ellipse">
            <a:avLst/>
          </a:prstGeom>
          <a:solidFill>
            <a:srgbClr val="26364E">
              <a:alpha val="84000"/>
            </a:srgbClr>
          </a:solidFill>
          <a:ln w="3810">
            <a:solidFill>
              <a:srgbClr val="26364E">
                <a:alpha val="0"/>
              </a:srgbClr>
            </a:solidFill>
            <a:prstDash val="solid"/>
          </a:ln>
        </p:spPr>
      </p:sp>
      <p:sp>
        <p:nvSpPr>
          <p:cNvPr id="411" name="Shape 409"/>
          <p:cNvSpPr/>
          <p:nvPr/>
        </p:nvSpPr>
        <p:spPr>
          <a:xfrm>
            <a:off x="5112689" y="2739304"/>
            <a:ext cx="55659" cy="55659"/>
          </a:xfrm>
          <a:prstGeom prst="ellipse">
            <a:avLst/>
          </a:prstGeom>
          <a:solidFill>
            <a:srgbClr val="26364E">
              <a:alpha val="84000"/>
            </a:srgbClr>
          </a:solidFill>
          <a:ln w="3810">
            <a:solidFill>
              <a:srgbClr val="26364E">
                <a:alpha val="0"/>
              </a:srgbClr>
            </a:solidFill>
            <a:prstDash val="solid"/>
          </a:ln>
        </p:spPr>
      </p:sp>
      <p:sp>
        <p:nvSpPr>
          <p:cNvPr id="412" name="Shape 410"/>
          <p:cNvSpPr/>
          <p:nvPr/>
        </p:nvSpPr>
        <p:spPr>
          <a:xfrm>
            <a:off x="5191725" y="2739304"/>
            <a:ext cx="55659" cy="55659"/>
          </a:xfrm>
          <a:prstGeom prst="ellipse">
            <a:avLst/>
          </a:prstGeom>
          <a:solidFill>
            <a:srgbClr val="26364E">
              <a:alpha val="84000"/>
            </a:srgbClr>
          </a:solidFill>
          <a:ln w="3810">
            <a:solidFill>
              <a:srgbClr val="26364E">
                <a:alpha val="0"/>
              </a:srgbClr>
            </a:solidFill>
            <a:prstDash val="solid"/>
          </a:ln>
        </p:spPr>
      </p:sp>
      <p:sp>
        <p:nvSpPr>
          <p:cNvPr id="413" name="Shape 411"/>
          <p:cNvSpPr/>
          <p:nvPr/>
        </p:nvSpPr>
        <p:spPr>
          <a:xfrm>
            <a:off x="5270761" y="2739304"/>
            <a:ext cx="55659" cy="55659"/>
          </a:xfrm>
          <a:prstGeom prst="ellipse">
            <a:avLst/>
          </a:prstGeom>
          <a:solidFill>
            <a:srgbClr val="26364E">
              <a:alpha val="84000"/>
            </a:srgbClr>
          </a:solidFill>
          <a:ln w="3810">
            <a:solidFill>
              <a:srgbClr val="26364E">
                <a:alpha val="0"/>
              </a:srgbClr>
            </a:solidFill>
            <a:prstDash val="solid"/>
          </a:ln>
        </p:spPr>
      </p:sp>
      <p:sp>
        <p:nvSpPr>
          <p:cNvPr id="414" name="Shape 412"/>
          <p:cNvSpPr/>
          <p:nvPr/>
        </p:nvSpPr>
        <p:spPr>
          <a:xfrm>
            <a:off x="5349797" y="2739304"/>
            <a:ext cx="55659" cy="55659"/>
          </a:xfrm>
          <a:prstGeom prst="ellipse">
            <a:avLst/>
          </a:prstGeom>
          <a:solidFill>
            <a:srgbClr val="26364E">
              <a:alpha val="84000"/>
            </a:srgbClr>
          </a:solidFill>
          <a:ln w="3810">
            <a:solidFill>
              <a:srgbClr val="26364E">
                <a:alpha val="0"/>
              </a:srgbClr>
            </a:solidFill>
            <a:prstDash val="solid"/>
          </a:ln>
        </p:spPr>
      </p:sp>
      <p:sp>
        <p:nvSpPr>
          <p:cNvPr id="415" name="Shape 413"/>
          <p:cNvSpPr/>
          <p:nvPr/>
        </p:nvSpPr>
        <p:spPr>
          <a:xfrm>
            <a:off x="5428833" y="2739304"/>
            <a:ext cx="55659" cy="55659"/>
          </a:xfrm>
          <a:prstGeom prst="ellipse">
            <a:avLst/>
          </a:prstGeom>
          <a:solidFill>
            <a:srgbClr val="26364E">
              <a:alpha val="84000"/>
            </a:srgbClr>
          </a:solidFill>
          <a:ln w="3810">
            <a:solidFill>
              <a:srgbClr val="26364E">
                <a:alpha val="0"/>
              </a:srgbClr>
            </a:solidFill>
            <a:prstDash val="solid"/>
          </a:ln>
        </p:spPr>
      </p:sp>
      <p:sp>
        <p:nvSpPr>
          <p:cNvPr id="416" name="Shape 414"/>
          <p:cNvSpPr/>
          <p:nvPr/>
        </p:nvSpPr>
        <p:spPr>
          <a:xfrm>
            <a:off x="5507869" y="2739304"/>
            <a:ext cx="55659" cy="55659"/>
          </a:xfrm>
          <a:prstGeom prst="ellipse">
            <a:avLst/>
          </a:prstGeom>
          <a:solidFill>
            <a:srgbClr val="26364E">
              <a:alpha val="84000"/>
            </a:srgbClr>
          </a:solidFill>
          <a:ln w="3810">
            <a:solidFill>
              <a:srgbClr val="26364E">
                <a:alpha val="0"/>
              </a:srgbClr>
            </a:solidFill>
            <a:prstDash val="solid"/>
          </a:ln>
        </p:spPr>
      </p:sp>
      <p:sp>
        <p:nvSpPr>
          <p:cNvPr id="417" name="Shape 415"/>
          <p:cNvSpPr/>
          <p:nvPr/>
        </p:nvSpPr>
        <p:spPr>
          <a:xfrm>
            <a:off x="5586904" y="2739304"/>
            <a:ext cx="55659" cy="55659"/>
          </a:xfrm>
          <a:prstGeom prst="ellipse">
            <a:avLst/>
          </a:prstGeom>
          <a:solidFill>
            <a:srgbClr val="26364E">
              <a:alpha val="84000"/>
            </a:srgbClr>
          </a:solidFill>
          <a:ln w="3810">
            <a:solidFill>
              <a:srgbClr val="26364E">
                <a:alpha val="0"/>
              </a:srgbClr>
            </a:solidFill>
            <a:prstDash val="solid"/>
          </a:ln>
        </p:spPr>
      </p:sp>
      <p:sp>
        <p:nvSpPr>
          <p:cNvPr id="418" name="Shape 416"/>
          <p:cNvSpPr/>
          <p:nvPr/>
        </p:nvSpPr>
        <p:spPr>
          <a:xfrm>
            <a:off x="5665940" y="2739304"/>
            <a:ext cx="55659" cy="55659"/>
          </a:xfrm>
          <a:prstGeom prst="ellipse">
            <a:avLst/>
          </a:prstGeom>
          <a:solidFill>
            <a:srgbClr val="26364E">
              <a:alpha val="84000"/>
            </a:srgbClr>
          </a:solidFill>
          <a:ln w="3810">
            <a:solidFill>
              <a:srgbClr val="26364E">
                <a:alpha val="0"/>
              </a:srgbClr>
            </a:solidFill>
            <a:prstDash val="solid"/>
          </a:ln>
        </p:spPr>
      </p:sp>
      <p:sp>
        <p:nvSpPr>
          <p:cNvPr id="419" name="Shape 417"/>
          <p:cNvSpPr/>
          <p:nvPr/>
        </p:nvSpPr>
        <p:spPr>
          <a:xfrm>
            <a:off x="5744976" y="2739304"/>
            <a:ext cx="55659" cy="55659"/>
          </a:xfrm>
          <a:prstGeom prst="ellipse">
            <a:avLst/>
          </a:prstGeom>
          <a:solidFill>
            <a:srgbClr val="26364E">
              <a:alpha val="84000"/>
            </a:srgbClr>
          </a:solidFill>
          <a:ln w="3810">
            <a:solidFill>
              <a:srgbClr val="26364E">
                <a:alpha val="0"/>
              </a:srgbClr>
            </a:solidFill>
            <a:prstDash val="solid"/>
          </a:ln>
        </p:spPr>
      </p:sp>
      <p:sp>
        <p:nvSpPr>
          <p:cNvPr id="420" name="Shape 418"/>
          <p:cNvSpPr/>
          <p:nvPr/>
        </p:nvSpPr>
        <p:spPr>
          <a:xfrm>
            <a:off x="5824012" y="2739304"/>
            <a:ext cx="55659" cy="55659"/>
          </a:xfrm>
          <a:prstGeom prst="ellipse">
            <a:avLst/>
          </a:prstGeom>
          <a:solidFill>
            <a:srgbClr val="26364E">
              <a:alpha val="84000"/>
            </a:srgbClr>
          </a:solidFill>
          <a:ln w="3810">
            <a:solidFill>
              <a:srgbClr val="26364E">
                <a:alpha val="0"/>
              </a:srgbClr>
            </a:solidFill>
            <a:prstDash val="solid"/>
          </a:ln>
        </p:spPr>
      </p:sp>
      <p:sp>
        <p:nvSpPr>
          <p:cNvPr id="421" name="Shape 419"/>
          <p:cNvSpPr/>
          <p:nvPr/>
        </p:nvSpPr>
        <p:spPr>
          <a:xfrm>
            <a:off x="5903048" y="2739304"/>
            <a:ext cx="55659" cy="55659"/>
          </a:xfrm>
          <a:prstGeom prst="ellipse">
            <a:avLst/>
          </a:prstGeom>
          <a:solidFill>
            <a:srgbClr val="26364E">
              <a:alpha val="84000"/>
            </a:srgbClr>
          </a:solidFill>
          <a:ln w="3810">
            <a:solidFill>
              <a:srgbClr val="26364E">
                <a:alpha val="0"/>
              </a:srgbClr>
            </a:solidFill>
            <a:prstDash val="solid"/>
          </a:ln>
        </p:spPr>
      </p:sp>
      <p:sp>
        <p:nvSpPr>
          <p:cNvPr id="422" name="Shape 420"/>
          <p:cNvSpPr/>
          <p:nvPr/>
        </p:nvSpPr>
        <p:spPr>
          <a:xfrm>
            <a:off x="5982084" y="2739304"/>
            <a:ext cx="55659" cy="55659"/>
          </a:xfrm>
          <a:prstGeom prst="ellipse">
            <a:avLst/>
          </a:prstGeom>
          <a:solidFill>
            <a:srgbClr val="26364E">
              <a:alpha val="84000"/>
            </a:srgbClr>
          </a:solidFill>
          <a:ln w="3810">
            <a:solidFill>
              <a:srgbClr val="26364E">
                <a:alpha val="0"/>
              </a:srgbClr>
            </a:solidFill>
            <a:prstDash val="solid"/>
          </a:ln>
        </p:spPr>
      </p:sp>
      <p:sp>
        <p:nvSpPr>
          <p:cNvPr id="423" name="Shape 421"/>
          <p:cNvSpPr/>
          <p:nvPr/>
        </p:nvSpPr>
        <p:spPr>
          <a:xfrm>
            <a:off x="6061120" y="2739304"/>
            <a:ext cx="55659" cy="55659"/>
          </a:xfrm>
          <a:prstGeom prst="ellipse">
            <a:avLst/>
          </a:prstGeom>
          <a:solidFill>
            <a:srgbClr val="26364E">
              <a:alpha val="84000"/>
            </a:srgbClr>
          </a:solidFill>
          <a:ln w="3810">
            <a:solidFill>
              <a:srgbClr val="26364E">
                <a:alpha val="0"/>
              </a:srgbClr>
            </a:solidFill>
            <a:prstDash val="solid"/>
          </a:ln>
        </p:spPr>
      </p:sp>
      <p:sp>
        <p:nvSpPr>
          <p:cNvPr id="424" name="Shape 422"/>
          <p:cNvSpPr/>
          <p:nvPr/>
        </p:nvSpPr>
        <p:spPr>
          <a:xfrm>
            <a:off x="6140156" y="2739304"/>
            <a:ext cx="55659" cy="55659"/>
          </a:xfrm>
          <a:prstGeom prst="ellipse">
            <a:avLst/>
          </a:prstGeom>
          <a:solidFill>
            <a:srgbClr val="26364E">
              <a:alpha val="84000"/>
            </a:srgbClr>
          </a:solidFill>
          <a:ln w="3810">
            <a:solidFill>
              <a:srgbClr val="26364E">
                <a:alpha val="0"/>
              </a:srgbClr>
            </a:solidFill>
            <a:prstDash val="solid"/>
          </a:ln>
        </p:spPr>
      </p:sp>
      <p:sp>
        <p:nvSpPr>
          <p:cNvPr id="425" name="Shape 423"/>
          <p:cNvSpPr/>
          <p:nvPr/>
        </p:nvSpPr>
        <p:spPr>
          <a:xfrm>
            <a:off x="6219192" y="2739304"/>
            <a:ext cx="55659" cy="55659"/>
          </a:xfrm>
          <a:prstGeom prst="ellipse">
            <a:avLst/>
          </a:prstGeom>
          <a:solidFill>
            <a:srgbClr val="26364E">
              <a:alpha val="84000"/>
            </a:srgbClr>
          </a:solidFill>
          <a:ln w="3810">
            <a:solidFill>
              <a:srgbClr val="26364E">
                <a:alpha val="0"/>
              </a:srgbClr>
            </a:solidFill>
            <a:prstDash val="solid"/>
          </a:ln>
        </p:spPr>
      </p:sp>
      <p:sp>
        <p:nvSpPr>
          <p:cNvPr id="426" name="Shape 424"/>
          <p:cNvSpPr/>
          <p:nvPr/>
        </p:nvSpPr>
        <p:spPr>
          <a:xfrm>
            <a:off x="6298228" y="2739304"/>
            <a:ext cx="55659" cy="55659"/>
          </a:xfrm>
          <a:prstGeom prst="ellipse">
            <a:avLst/>
          </a:prstGeom>
          <a:solidFill>
            <a:srgbClr val="26364E">
              <a:alpha val="84000"/>
            </a:srgbClr>
          </a:solidFill>
          <a:ln w="3810">
            <a:solidFill>
              <a:srgbClr val="26364E">
                <a:alpha val="0"/>
              </a:srgbClr>
            </a:solidFill>
            <a:prstDash val="solid"/>
          </a:ln>
        </p:spPr>
      </p:sp>
      <p:sp>
        <p:nvSpPr>
          <p:cNvPr id="427" name="Shape 425"/>
          <p:cNvSpPr/>
          <p:nvPr/>
        </p:nvSpPr>
        <p:spPr>
          <a:xfrm>
            <a:off x="6377264" y="2739304"/>
            <a:ext cx="55659" cy="55659"/>
          </a:xfrm>
          <a:prstGeom prst="ellipse">
            <a:avLst/>
          </a:prstGeom>
          <a:solidFill>
            <a:srgbClr val="26364E">
              <a:alpha val="84000"/>
            </a:srgbClr>
          </a:solidFill>
          <a:ln w="3810">
            <a:solidFill>
              <a:srgbClr val="26364E">
                <a:alpha val="0"/>
              </a:srgbClr>
            </a:solidFill>
            <a:prstDash val="solid"/>
          </a:ln>
        </p:spPr>
      </p:sp>
      <p:sp>
        <p:nvSpPr>
          <p:cNvPr id="428" name="Shape 426"/>
          <p:cNvSpPr/>
          <p:nvPr/>
        </p:nvSpPr>
        <p:spPr>
          <a:xfrm>
            <a:off x="6456300" y="2739304"/>
            <a:ext cx="55659" cy="55659"/>
          </a:xfrm>
          <a:prstGeom prst="ellipse">
            <a:avLst/>
          </a:prstGeom>
          <a:solidFill>
            <a:srgbClr val="26364E">
              <a:alpha val="84000"/>
            </a:srgbClr>
          </a:solidFill>
          <a:ln w="3810">
            <a:solidFill>
              <a:srgbClr val="26364E">
                <a:alpha val="0"/>
              </a:srgbClr>
            </a:solidFill>
            <a:prstDash val="solid"/>
          </a:ln>
        </p:spPr>
      </p:sp>
      <p:sp>
        <p:nvSpPr>
          <p:cNvPr id="429" name="Shape 427"/>
          <p:cNvSpPr/>
          <p:nvPr/>
        </p:nvSpPr>
        <p:spPr>
          <a:xfrm>
            <a:off x="6535336" y="2739304"/>
            <a:ext cx="55659" cy="55659"/>
          </a:xfrm>
          <a:prstGeom prst="ellipse">
            <a:avLst/>
          </a:prstGeom>
          <a:solidFill>
            <a:srgbClr val="26364E">
              <a:alpha val="84000"/>
            </a:srgbClr>
          </a:solidFill>
          <a:ln w="3810">
            <a:solidFill>
              <a:srgbClr val="26364E">
                <a:alpha val="0"/>
              </a:srgbClr>
            </a:solidFill>
            <a:prstDash val="solid"/>
          </a:ln>
        </p:spPr>
      </p:sp>
      <p:sp>
        <p:nvSpPr>
          <p:cNvPr id="430" name="Shape 428"/>
          <p:cNvSpPr/>
          <p:nvPr/>
        </p:nvSpPr>
        <p:spPr>
          <a:xfrm>
            <a:off x="6614372" y="2739304"/>
            <a:ext cx="55659" cy="55659"/>
          </a:xfrm>
          <a:prstGeom prst="ellipse">
            <a:avLst/>
          </a:prstGeom>
          <a:solidFill>
            <a:srgbClr val="26364E">
              <a:alpha val="84000"/>
            </a:srgbClr>
          </a:solidFill>
          <a:ln w="3810">
            <a:solidFill>
              <a:srgbClr val="26364E">
                <a:alpha val="0"/>
              </a:srgbClr>
            </a:solidFill>
            <a:prstDash val="solid"/>
          </a:ln>
        </p:spPr>
      </p:sp>
      <p:sp>
        <p:nvSpPr>
          <p:cNvPr id="431" name="Shape 429"/>
          <p:cNvSpPr/>
          <p:nvPr/>
        </p:nvSpPr>
        <p:spPr>
          <a:xfrm>
            <a:off x="6693408" y="2739304"/>
            <a:ext cx="55659" cy="55659"/>
          </a:xfrm>
          <a:prstGeom prst="ellipse">
            <a:avLst/>
          </a:prstGeom>
          <a:solidFill>
            <a:srgbClr val="42E0CB"/>
          </a:solidFill>
          <a:ln w="3810">
            <a:solidFill>
              <a:srgbClr val="42E0CB">
                <a:alpha val="0"/>
              </a:srgbClr>
            </a:solidFill>
            <a:prstDash val="solid"/>
          </a:ln>
        </p:spPr>
      </p:sp>
      <p:sp>
        <p:nvSpPr>
          <p:cNvPr id="432" name="Shape 430"/>
          <p:cNvSpPr/>
          <p:nvPr/>
        </p:nvSpPr>
        <p:spPr>
          <a:xfrm>
            <a:off x="6772444" y="2739304"/>
            <a:ext cx="55659" cy="55659"/>
          </a:xfrm>
          <a:prstGeom prst="ellipse">
            <a:avLst/>
          </a:prstGeom>
          <a:solidFill>
            <a:srgbClr val="26364E">
              <a:alpha val="84000"/>
            </a:srgbClr>
          </a:solidFill>
          <a:ln w="3810">
            <a:solidFill>
              <a:srgbClr val="26364E">
                <a:alpha val="0"/>
              </a:srgbClr>
            </a:solidFill>
            <a:prstDash val="solid"/>
          </a:ln>
        </p:spPr>
      </p:sp>
      <p:sp>
        <p:nvSpPr>
          <p:cNvPr id="433" name="Shape 431"/>
          <p:cNvSpPr/>
          <p:nvPr/>
        </p:nvSpPr>
        <p:spPr>
          <a:xfrm>
            <a:off x="6851480" y="2739304"/>
            <a:ext cx="55659" cy="55659"/>
          </a:xfrm>
          <a:prstGeom prst="ellipse">
            <a:avLst/>
          </a:prstGeom>
          <a:solidFill>
            <a:srgbClr val="42E0CB"/>
          </a:solidFill>
          <a:ln w="3810">
            <a:solidFill>
              <a:srgbClr val="42E0CB">
                <a:alpha val="0"/>
              </a:srgbClr>
            </a:solidFill>
            <a:prstDash val="solid"/>
          </a:ln>
        </p:spPr>
      </p:sp>
      <p:sp>
        <p:nvSpPr>
          <p:cNvPr id="434" name="Shape 432"/>
          <p:cNvSpPr/>
          <p:nvPr/>
        </p:nvSpPr>
        <p:spPr>
          <a:xfrm>
            <a:off x="6930516" y="2739304"/>
            <a:ext cx="55659" cy="55659"/>
          </a:xfrm>
          <a:prstGeom prst="ellipse">
            <a:avLst/>
          </a:prstGeom>
          <a:solidFill>
            <a:srgbClr val="26364E">
              <a:alpha val="84000"/>
            </a:srgbClr>
          </a:solidFill>
          <a:ln w="3810">
            <a:solidFill>
              <a:srgbClr val="26364E">
                <a:alpha val="0"/>
              </a:srgbClr>
            </a:solidFill>
            <a:prstDash val="solid"/>
          </a:ln>
        </p:spPr>
      </p:sp>
      <p:sp>
        <p:nvSpPr>
          <p:cNvPr id="435" name="Shape 433"/>
          <p:cNvSpPr/>
          <p:nvPr/>
        </p:nvSpPr>
        <p:spPr>
          <a:xfrm>
            <a:off x="4480401" y="2818340"/>
            <a:ext cx="55659" cy="55659"/>
          </a:xfrm>
          <a:prstGeom prst="ellipse">
            <a:avLst/>
          </a:prstGeom>
          <a:solidFill>
            <a:srgbClr val="42E0CB"/>
          </a:solidFill>
          <a:ln w="3810">
            <a:solidFill>
              <a:srgbClr val="42E0CB">
                <a:alpha val="0"/>
              </a:srgbClr>
            </a:solidFill>
            <a:prstDash val="solid"/>
          </a:ln>
        </p:spPr>
      </p:sp>
      <p:sp>
        <p:nvSpPr>
          <p:cNvPr id="436" name="Shape 434"/>
          <p:cNvSpPr/>
          <p:nvPr/>
        </p:nvSpPr>
        <p:spPr>
          <a:xfrm>
            <a:off x="4559437" y="2818340"/>
            <a:ext cx="55659" cy="55659"/>
          </a:xfrm>
          <a:prstGeom prst="ellipse">
            <a:avLst/>
          </a:prstGeom>
          <a:solidFill>
            <a:srgbClr val="26364E">
              <a:alpha val="84000"/>
            </a:srgbClr>
          </a:solidFill>
          <a:ln w="3810">
            <a:solidFill>
              <a:srgbClr val="26364E">
                <a:alpha val="0"/>
              </a:srgbClr>
            </a:solidFill>
            <a:prstDash val="solid"/>
          </a:ln>
        </p:spPr>
      </p:sp>
      <p:sp>
        <p:nvSpPr>
          <p:cNvPr id="437" name="Shape 435"/>
          <p:cNvSpPr/>
          <p:nvPr/>
        </p:nvSpPr>
        <p:spPr>
          <a:xfrm>
            <a:off x="4638473" y="2818340"/>
            <a:ext cx="55659" cy="55659"/>
          </a:xfrm>
          <a:prstGeom prst="ellipse">
            <a:avLst/>
          </a:prstGeom>
          <a:solidFill>
            <a:srgbClr val="42E0CB"/>
          </a:solidFill>
          <a:ln w="3810">
            <a:solidFill>
              <a:srgbClr val="42E0CB">
                <a:alpha val="0"/>
              </a:srgbClr>
            </a:solidFill>
            <a:prstDash val="solid"/>
          </a:ln>
        </p:spPr>
      </p:sp>
      <p:sp>
        <p:nvSpPr>
          <p:cNvPr id="438" name="Shape 436"/>
          <p:cNvSpPr/>
          <p:nvPr/>
        </p:nvSpPr>
        <p:spPr>
          <a:xfrm>
            <a:off x="4717509" y="2818340"/>
            <a:ext cx="55659" cy="55659"/>
          </a:xfrm>
          <a:prstGeom prst="ellipse">
            <a:avLst/>
          </a:prstGeom>
          <a:solidFill>
            <a:srgbClr val="26364E">
              <a:alpha val="84000"/>
            </a:srgbClr>
          </a:solidFill>
          <a:ln w="3810">
            <a:solidFill>
              <a:srgbClr val="26364E">
                <a:alpha val="0"/>
              </a:srgbClr>
            </a:solidFill>
            <a:prstDash val="solid"/>
          </a:ln>
        </p:spPr>
      </p:sp>
      <p:sp>
        <p:nvSpPr>
          <p:cNvPr id="439" name="Shape 437"/>
          <p:cNvSpPr/>
          <p:nvPr/>
        </p:nvSpPr>
        <p:spPr>
          <a:xfrm>
            <a:off x="4796545" y="2818340"/>
            <a:ext cx="55659" cy="55659"/>
          </a:xfrm>
          <a:prstGeom prst="ellipse">
            <a:avLst/>
          </a:prstGeom>
          <a:solidFill>
            <a:srgbClr val="42E0CB"/>
          </a:solidFill>
          <a:ln w="3810">
            <a:solidFill>
              <a:srgbClr val="42E0CB">
                <a:alpha val="0"/>
              </a:srgbClr>
            </a:solidFill>
            <a:prstDash val="solid"/>
          </a:ln>
        </p:spPr>
      </p:sp>
      <p:sp>
        <p:nvSpPr>
          <p:cNvPr id="440" name="Shape 438"/>
          <p:cNvSpPr/>
          <p:nvPr/>
        </p:nvSpPr>
        <p:spPr>
          <a:xfrm>
            <a:off x="4875581" y="2818340"/>
            <a:ext cx="55659" cy="55659"/>
          </a:xfrm>
          <a:prstGeom prst="ellipse">
            <a:avLst/>
          </a:prstGeom>
          <a:solidFill>
            <a:srgbClr val="26364E">
              <a:alpha val="84000"/>
            </a:srgbClr>
          </a:solidFill>
          <a:ln w="3810">
            <a:solidFill>
              <a:srgbClr val="26364E">
                <a:alpha val="0"/>
              </a:srgbClr>
            </a:solidFill>
            <a:prstDash val="solid"/>
          </a:ln>
        </p:spPr>
      </p:sp>
      <p:sp>
        <p:nvSpPr>
          <p:cNvPr id="441" name="Shape 439"/>
          <p:cNvSpPr/>
          <p:nvPr/>
        </p:nvSpPr>
        <p:spPr>
          <a:xfrm>
            <a:off x="4954617" y="2818340"/>
            <a:ext cx="55659" cy="55659"/>
          </a:xfrm>
          <a:prstGeom prst="ellipse">
            <a:avLst/>
          </a:prstGeom>
          <a:solidFill>
            <a:srgbClr val="26364E">
              <a:alpha val="84000"/>
            </a:srgbClr>
          </a:solidFill>
          <a:ln w="3810">
            <a:solidFill>
              <a:srgbClr val="26364E">
                <a:alpha val="0"/>
              </a:srgbClr>
            </a:solidFill>
            <a:prstDash val="solid"/>
          </a:ln>
        </p:spPr>
      </p:sp>
      <p:sp>
        <p:nvSpPr>
          <p:cNvPr id="442" name="Shape 440"/>
          <p:cNvSpPr/>
          <p:nvPr/>
        </p:nvSpPr>
        <p:spPr>
          <a:xfrm>
            <a:off x="5033653" y="2818340"/>
            <a:ext cx="55659" cy="55659"/>
          </a:xfrm>
          <a:prstGeom prst="ellipse">
            <a:avLst/>
          </a:prstGeom>
          <a:solidFill>
            <a:srgbClr val="42E0CB"/>
          </a:solidFill>
          <a:ln w="3810">
            <a:solidFill>
              <a:srgbClr val="42E0CB">
                <a:alpha val="0"/>
              </a:srgbClr>
            </a:solidFill>
            <a:prstDash val="solid"/>
          </a:ln>
        </p:spPr>
      </p:sp>
      <p:sp>
        <p:nvSpPr>
          <p:cNvPr id="443" name="Shape 441"/>
          <p:cNvSpPr/>
          <p:nvPr/>
        </p:nvSpPr>
        <p:spPr>
          <a:xfrm>
            <a:off x="5112689" y="2818340"/>
            <a:ext cx="55659" cy="55659"/>
          </a:xfrm>
          <a:prstGeom prst="ellipse">
            <a:avLst/>
          </a:prstGeom>
          <a:solidFill>
            <a:srgbClr val="26364E">
              <a:alpha val="84000"/>
            </a:srgbClr>
          </a:solidFill>
          <a:ln w="3810">
            <a:solidFill>
              <a:srgbClr val="26364E">
                <a:alpha val="0"/>
              </a:srgbClr>
            </a:solidFill>
            <a:prstDash val="solid"/>
          </a:ln>
        </p:spPr>
      </p:sp>
      <p:sp>
        <p:nvSpPr>
          <p:cNvPr id="444" name="Shape 442"/>
          <p:cNvSpPr/>
          <p:nvPr/>
        </p:nvSpPr>
        <p:spPr>
          <a:xfrm>
            <a:off x="5191725" y="2818340"/>
            <a:ext cx="55659" cy="55659"/>
          </a:xfrm>
          <a:prstGeom prst="ellipse">
            <a:avLst/>
          </a:prstGeom>
          <a:solidFill>
            <a:srgbClr val="26364E">
              <a:alpha val="84000"/>
            </a:srgbClr>
          </a:solidFill>
          <a:ln w="3810">
            <a:solidFill>
              <a:srgbClr val="26364E">
                <a:alpha val="0"/>
              </a:srgbClr>
            </a:solidFill>
            <a:prstDash val="solid"/>
          </a:ln>
        </p:spPr>
      </p:sp>
      <p:sp>
        <p:nvSpPr>
          <p:cNvPr id="445" name="Shape 443"/>
          <p:cNvSpPr/>
          <p:nvPr/>
        </p:nvSpPr>
        <p:spPr>
          <a:xfrm>
            <a:off x="5270761" y="2818340"/>
            <a:ext cx="55659" cy="55659"/>
          </a:xfrm>
          <a:prstGeom prst="ellipse">
            <a:avLst/>
          </a:prstGeom>
          <a:solidFill>
            <a:srgbClr val="42E0CB"/>
          </a:solidFill>
          <a:ln w="3810">
            <a:solidFill>
              <a:srgbClr val="42E0CB">
                <a:alpha val="0"/>
              </a:srgbClr>
            </a:solidFill>
            <a:prstDash val="solid"/>
          </a:ln>
        </p:spPr>
      </p:sp>
      <p:sp>
        <p:nvSpPr>
          <p:cNvPr id="446" name="Shape 444"/>
          <p:cNvSpPr/>
          <p:nvPr/>
        </p:nvSpPr>
        <p:spPr>
          <a:xfrm>
            <a:off x="5349797" y="2818340"/>
            <a:ext cx="55659" cy="55659"/>
          </a:xfrm>
          <a:prstGeom prst="ellipse">
            <a:avLst/>
          </a:prstGeom>
          <a:solidFill>
            <a:srgbClr val="26364E">
              <a:alpha val="84000"/>
            </a:srgbClr>
          </a:solidFill>
          <a:ln w="3810">
            <a:solidFill>
              <a:srgbClr val="26364E">
                <a:alpha val="0"/>
              </a:srgbClr>
            </a:solidFill>
            <a:prstDash val="solid"/>
          </a:ln>
        </p:spPr>
      </p:sp>
      <p:sp>
        <p:nvSpPr>
          <p:cNvPr id="447" name="Shape 445"/>
          <p:cNvSpPr/>
          <p:nvPr/>
        </p:nvSpPr>
        <p:spPr>
          <a:xfrm>
            <a:off x="5428833" y="2818340"/>
            <a:ext cx="55659" cy="55659"/>
          </a:xfrm>
          <a:prstGeom prst="ellipse">
            <a:avLst/>
          </a:prstGeom>
          <a:solidFill>
            <a:srgbClr val="26364E">
              <a:alpha val="84000"/>
            </a:srgbClr>
          </a:solidFill>
          <a:ln w="3810">
            <a:solidFill>
              <a:srgbClr val="26364E">
                <a:alpha val="0"/>
              </a:srgbClr>
            </a:solidFill>
            <a:prstDash val="solid"/>
          </a:ln>
        </p:spPr>
      </p:sp>
      <p:sp>
        <p:nvSpPr>
          <p:cNvPr id="448" name="Shape 446"/>
          <p:cNvSpPr/>
          <p:nvPr/>
        </p:nvSpPr>
        <p:spPr>
          <a:xfrm>
            <a:off x="5507869" y="2818340"/>
            <a:ext cx="55659" cy="55659"/>
          </a:xfrm>
          <a:prstGeom prst="ellipse">
            <a:avLst/>
          </a:prstGeom>
          <a:solidFill>
            <a:srgbClr val="42E0CB"/>
          </a:solidFill>
          <a:ln w="3810">
            <a:solidFill>
              <a:srgbClr val="42E0CB">
                <a:alpha val="0"/>
              </a:srgbClr>
            </a:solidFill>
            <a:prstDash val="solid"/>
          </a:ln>
        </p:spPr>
      </p:sp>
      <p:sp>
        <p:nvSpPr>
          <p:cNvPr id="449" name="Shape 447"/>
          <p:cNvSpPr/>
          <p:nvPr/>
        </p:nvSpPr>
        <p:spPr>
          <a:xfrm>
            <a:off x="5586904" y="2818340"/>
            <a:ext cx="55659" cy="55659"/>
          </a:xfrm>
          <a:prstGeom prst="ellipse">
            <a:avLst/>
          </a:prstGeom>
          <a:solidFill>
            <a:srgbClr val="26364E">
              <a:alpha val="84000"/>
            </a:srgbClr>
          </a:solidFill>
          <a:ln w="3810">
            <a:solidFill>
              <a:srgbClr val="26364E">
                <a:alpha val="0"/>
              </a:srgbClr>
            </a:solidFill>
            <a:prstDash val="solid"/>
          </a:ln>
        </p:spPr>
      </p:sp>
      <p:sp>
        <p:nvSpPr>
          <p:cNvPr id="450" name="Shape 448"/>
          <p:cNvSpPr/>
          <p:nvPr/>
        </p:nvSpPr>
        <p:spPr>
          <a:xfrm>
            <a:off x="5665940" y="2818340"/>
            <a:ext cx="55659" cy="55659"/>
          </a:xfrm>
          <a:prstGeom prst="ellipse">
            <a:avLst/>
          </a:prstGeom>
          <a:solidFill>
            <a:srgbClr val="26364E">
              <a:alpha val="84000"/>
            </a:srgbClr>
          </a:solidFill>
          <a:ln w="3810">
            <a:solidFill>
              <a:srgbClr val="26364E">
                <a:alpha val="0"/>
              </a:srgbClr>
            </a:solidFill>
            <a:prstDash val="solid"/>
          </a:ln>
        </p:spPr>
      </p:sp>
      <p:sp>
        <p:nvSpPr>
          <p:cNvPr id="451" name="Shape 449"/>
          <p:cNvSpPr/>
          <p:nvPr/>
        </p:nvSpPr>
        <p:spPr>
          <a:xfrm>
            <a:off x="5744976" y="2818340"/>
            <a:ext cx="55659" cy="55659"/>
          </a:xfrm>
          <a:prstGeom prst="ellipse">
            <a:avLst/>
          </a:prstGeom>
          <a:solidFill>
            <a:srgbClr val="42E0CB"/>
          </a:solidFill>
          <a:ln w="3810">
            <a:solidFill>
              <a:srgbClr val="42E0CB">
                <a:alpha val="0"/>
              </a:srgbClr>
            </a:solidFill>
            <a:prstDash val="solid"/>
          </a:ln>
        </p:spPr>
      </p:sp>
      <p:sp>
        <p:nvSpPr>
          <p:cNvPr id="452" name="Shape 450"/>
          <p:cNvSpPr/>
          <p:nvPr/>
        </p:nvSpPr>
        <p:spPr>
          <a:xfrm>
            <a:off x="5824012" y="2818340"/>
            <a:ext cx="55659" cy="55659"/>
          </a:xfrm>
          <a:prstGeom prst="ellipse">
            <a:avLst/>
          </a:prstGeom>
          <a:solidFill>
            <a:srgbClr val="26364E">
              <a:alpha val="84000"/>
            </a:srgbClr>
          </a:solidFill>
          <a:ln w="3810">
            <a:solidFill>
              <a:srgbClr val="26364E">
                <a:alpha val="0"/>
              </a:srgbClr>
            </a:solidFill>
            <a:prstDash val="solid"/>
          </a:ln>
        </p:spPr>
      </p:sp>
      <p:sp>
        <p:nvSpPr>
          <p:cNvPr id="453" name="Shape 451"/>
          <p:cNvSpPr/>
          <p:nvPr/>
        </p:nvSpPr>
        <p:spPr>
          <a:xfrm>
            <a:off x="5903048" y="2818340"/>
            <a:ext cx="55659" cy="55659"/>
          </a:xfrm>
          <a:prstGeom prst="ellipse">
            <a:avLst/>
          </a:prstGeom>
          <a:solidFill>
            <a:srgbClr val="26364E">
              <a:alpha val="84000"/>
            </a:srgbClr>
          </a:solidFill>
          <a:ln w="3810">
            <a:solidFill>
              <a:srgbClr val="26364E">
                <a:alpha val="0"/>
              </a:srgbClr>
            </a:solidFill>
            <a:prstDash val="solid"/>
          </a:ln>
        </p:spPr>
      </p:sp>
      <p:sp>
        <p:nvSpPr>
          <p:cNvPr id="454" name="Shape 452"/>
          <p:cNvSpPr/>
          <p:nvPr/>
        </p:nvSpPr>
        <p:spPr>
          <a:xfrm>
            <a:off x="5982084" y="2818340"/>
            <a:ext cx="55659" cy="55659"/>
          </a:xfrm>
          <a:prstGeom prst="ellipse">
            <a:avLst/>
          </a:prstGeom>
          <a:solidFill>
            <a:srgbClr val="42E0CB"/>
          </a:solidFill>
          <a:ln w="3810">
            <a:solidFill>
              <a:srgbClr val="42E0CB">
                <a:alpha val="0"/>
              </a:srgbClr>
            </a:solidFill>
            <a:prstDash val="solid"/>
          </a:ln>
        </p:spPr>
      </p:sp>
      <p:sp>
        <p:nvSpPr>
          <p:cNvPr id="455" name="Shape 453"/>
          <p:cNvSpPr/>
          <p:nvPr/>
        </p:nvSpPr>
        <p:spPr>
          <a:xfrm>
            <a:off x="6061120" y="2818340"/>
            <a:ext cx="55659" cy="55659"/>
          </a:xfrm>
          <a:prstGeom prst="ellipse">
            <a:avLst/>
          </a:prstGeom>
          <a:solidFill>
            <a:srgbClr val="26364E">
              <a:alpha val="84000"/>
            </a:srgbClr>
          </a:solidFill>
          <a:ln w="3810">
            <a:solidFill>
              <a:srgbClr val="26364E">
                <a:alpha val="0"/>
              </a:srgbClr>
            </a:solidFill>
            <a:prstDash val="solid"/>
          </a:ln>
        </p:spPr>
      </p:sp>
      <p:sp>
        <p:nvSpPr>
          <p:cNvPr id="456" name="Shape 454"/>
          <p:cNvSpPr/>
          <p:nvPr/>
        </p:nvSpPr>
        <p:spPr>
          <a:xfrm>
            <a:off x="6140156" y="2818340"/>
            <a:ext cx="55659" cy="55659"/>
          </a:xfrm>
          <a:prstGeom prst="ellipse">
            <a:avLst/>
          </a:prstGeom>
          <a:solidFill>
            <a:srgbClr val="26364E">
              <a:alpha val="84000"/>
            </a:srgbClr>
          </a:solidFill>
          <a:ln w="3810">
            <a:solidFill>
              <a:srgbClr val="26364E">
                <a:alpha val="0"/>
              </a:srgbClr>
            </a:solidFill>
            <a:prstDash val="solid"/>
          </a:ln>
        </p:spPr>
      </p:sp>
      <p:sp>
        <p:nvSpPr>
          <p:cNvPr id="457" name="Shape 455"/>
          <p:cNvSpPr/>
          <p:nvPr/>
        </p:nvSpPr>
        <p:spPr>
          <a:xfrm>
            <a:off x="6219192" y="2818340"/>
            <a:ext cx="55659" cy="55659"/>
          </a:xfrm>
          <a:prstGeom prst="ellipse">
            <a:avLst/>
          </a:prstGeom>
          <a:solidFill>
            <a:srgbClr val="42E0CB"/>
          </a:solidFill>
          <a:ln w="3810">
            <a:solidFill>
              <a:srgbClr val="42E0CB">
                <a:alpha val="0"/>
              </a:srgbClr>
            </a:solidFill>
            <a:prstDash val="solid"/>
          </a:ln>
        </p:spPr>
      </p:sp>
      <p:sp>
        <p:nvSpPr>
          <p:cNvPr id="458" name="Shape 456"/>
          <p:cNvSpPr/>
          <p:nvPr/>
        </p:nvSpPr>
        <p:spPr>
          <a:xfrm>
            <a:off x="6298228" y="2818340"/>
            <a:ext cx="55659" cy="55659"/>
          </a:xfrm>
          <a:prstGeom prst="ellipse">
            <a:avLst/>
          </a:prstGeom>
          <a:solidFill>
            <a:srgbClr val="26364E">
              <a:alpha val="84000"/>
            </a:srgbClr>
          </a:solidFill>
          <a:ln w="3810">
            <a:solidFill>
              <a:srgbClr val="26364E">
                <a:alpha val="0"/>
              </a:srgbClr>
            </a:solidFill>
            <a:prstDash val="solid"/>
          </a:ln>
        </p:spPr>
      </p:sp>
      <p:sp>
        <p:nvSpPr>
          <p:cNvPr id="459" name="Shape 457"/>
          <p:cNvSpPr/>
          <p:nvPr/>
        </p:nvSpPr>
        <p:spPr>
          <a:xfrm>
            <a:off x="6377264" y="2818340"/>
            <a:ext cx="55659" cy="55659"/>
          </a:xfrm>
          <a:prstGeom prst="ellipse">
            <a:avLst/>
          </a:prstGeom>
          <a:solidFill>
            <a:srgbClr val="26364E">
              <a:alpha val="84000"/>
            </a:srgbClr>
          </a:solidFill>
          <a:ln w="3810">
            <a:solidFill>
              <a:srgbClr val="26364E">
                <a:alpha val="0"/>
              </a:srgbClr>
            </a:solidFill>
            <a:prstDash val="solid"/>
          </a:ln>
        </p:spPr>
      </p:sp>
      <p:sp>
        <p:nvSpPr>
          <p:cNvPr id="460" name="Shape 458"/>
          <p:cNvSpPr/>
          <p:nvPr/>
        </p:nvSpPr>
        <p:spPr>
          <a:xfrm>
            <a:off x="6456300" y="2818340"/>
            <a:ext cx="55659" cy="55659"/>
          </a:xfrm>
          <a:prstGeom prst="ellipse">
            <a:avLst/>
          </a:prstGeom>
          <a:solidFill>
            <a:srgbClr val="42E0CB"/>
          </a:solidFill>
          <a:ln w="3810">
            <a:solidFill>
              <a:srgbClr val="42E0CB">
                <a:alpha val="0"/>
              </a:srgbClr>
            </a:solidFill>
            <a:prstDash val="solid"/>
          </a:ln>
        </p:spPr>
      </p:sp>
      <p:sp>
        <p:nvSpPr>
          <p:cNvPr id="461" name="Shape 459"/>
          <p:cNvSpPr/>
          <p:nvPr/>
        </p:nvSpPr>
        <p:spPr>
          <a:xfrm>
            <a:off x="6535336" y="2818340"/>
            <a:ext cx="55659" cy="55659"/>
          </a:xfrm>
          <a:prstGeom prst="ellipse">
            <a:avLst/>
          </a:prstGeom>
          <a:solidFill>
            <a:srgbClr val="26364E">
              <a:alpha val="84000"/>
            </a:srgbClr>
          </a:solidFill>
          <a:ln w="3810">
            <a:solidFill>
              <a:srgbClr val="26364E">
                <a:alpha val="0"/>
              </a:srgbClr>
            </a:solidFill>
            <a:prstDash val="solid"/>
          </a:ln>
        </p:spPr>
      </p:sp>
      <p:sp>
        <p:nvSpPr>
          <p:cNvPr id="462" name="Shape 460"/>
          <p:cNvSpPr/>
          <p:nvPr/>
        </p:nvSpPr>
        <p:spPr>
          <a:xfrm>
            <a:off x="6614372" y="2818340"/>
            <a:ext cx="55659" cy="55659"/>
          </a:xfrm>
          <a:prstGeom prst="ellipse">
            <a:avLst/>
          </a:prstGeom>
          <a:solidFill>
            <a:srgbClr val="26364E">
              <a:alpha val="84000"/>
            </a:srgbClr>
          </a:solidFill>
          <a:ln w="3810">
            <a:solidFill>
              <a:srgbClr val="26364E">
                <a:alpha val="0"/>
              </a:srgbClr>
            </a:solidFill>
            <a:prstDash val="solid"/>
          </a:ln>
        </p:spPr>
      </p:sp>
      <p:sp>
        <p:nvSpPr>
          <p:cNvPr id="463" name="Shape 461"/>
          <p:cNvSpPr/>
          <p:nvPr/>
        </p:nvSpPr>
        <p:spPr>
          <a:xfrm>
            <a:off x="6693408" y="2818340"/>
            <a:ext cx="55659" cy="55659"/>
          </a:xfrm>
          <a:prstGeom prst="ellipse">
            <a:avLst/>
          </a:prstGeom>
          <a:solidFill>
            <a:srgbClr val="42E0CB"/>
          </a:solidFill>
          <a:ln w="3810">
            <a:solidFill>
              <a:srgbClr val="42E0CB">
                <a:alpha val="0"/>
              </a:srgbClr>
            </a:solidFill>
            <a:prstDash val="solid"/>
          </a:ln>
        </p:spPr>
      </p:sp>
      <p:sp>
        <p:nvSpPr>
          <p:cNvPr id="464" name="Shape 462"/>
          <p:cNvSpPr/>
          <p:nvPr/>
        </p:nvSpPr>
        <p:spPr>
          <a:xfrm>
            <a:off x="6772444" y="2818340"/>
            <a:ext cx="55659" cy="55659"/>
          </a:xfrm>
          <a:prstGeom prst="ellipse">
            <a:avLst/>
          </a:prstGeom>
          <a:solidFill>
            <a:srgbClr val="42E0CB"/>
          </a:solidFill>
          <a:ln w="3810">
            <a:solidFill>
              <a:srgbClr val="42E0CB">
                <a:alpha val="0"/>
              </a:srgbClr>
            </a:solidFill>
            <a:prstDash val="solid"/>
          </a:ln>
        </p:spPr>
      </p:sp>
      <p:sp>
        <p:nvSpPr>
          <p:cNvPr id="465" name="Shape 463"/>
          <p:cNvSpPr/>
          <p:nvPr/>
        </p:nvSpPr>
        <p:spPr>
          <a:xfrm>
            <a:off x="6851480" y="2818340"/>
            <a:ext cx="55659" cy="55659"/>
          </a:xfrm>
          <a:prstGeom prst="ellipse">
            <a:avLst/>
          </a:prstGeom>
          <a:solidFill>
            <a:srgbClr val="42E0CB"/>
          </a:solidFill>
          <a:ln w="3810">
            <a:solidFill>
              <a:srgbClr val="42E0CB">
                <a:alpha val="0"/>
              </a:srgbClr>
            </a:solidFill>
            <a:prstDash val="solid"/>
          </a:ln>
        </p:spPr>
      </p:sp>
      <p:sp>
        <p:nvSpPr>
          <p:cNvPr id="466" name="Shape 464"/>
          <p:cNvSpPr/>
          <p:nvPr/>
        </p:nvSpPr>
        <p:spPr>
          <a:xfrm>
            <a:off x="6930516" y="2818340"/>
            <a:ext cx="55659" cy="55659"/>
          </a:xfrm>
          <a:prstGeom prst="ellipse">
            <a:avLst/>
          </a:prstGeom>
          <a:solidFill>
            <a:srgbClr val="26364E">
              <a:alpha val="84000"/>
            </a:srgbClr>
          </a:solidFill>
          <a:ln w="3810">
            <a:solidFill>
              <a:srgbClr val="26364E">
                <a:alpha val="0"/>
              </a:srgbClr>
            </a:solidFill>
            <a:prstDash val="solid"/>
          </a:ln>
        </p:spPr>
      </p:sp>
      <p:sp>
        <p:nvSpPr>
          <p:cNvPr id="467" name="Shape 465"/>
          <p:cNvSpPr/>
          <p:nvPr/>
        </p:nvSpPr>
        <p:spPr>
          <a:xfrm>
            <a:off x="4480401" y="2897376"/>
            <a:ext cx="55659" cy="55659"/>
          </a:xfrm>
          <a:prstGeom prst="ellipse">
            <a:avLst/>
          </a:prstGeom>
          <a:solidFill>
            <a:srgbClr val="26364E">
              <a:alpha val="84000"/>
            </a:srgbClr>
          </a:solidFill>
          <a:ln w="3810">
            <a:solidFill>
              <a:srgbClr val="26364E">
                <a:alpha val="0"/>
              </a:srgbClr>
            </a:solidFill>
            <a:prstDash val="solid"/>
          </a:ln>
        </p:spPr>
      </p:sp>
      <p:sp>
        <p:nvSpPr>
          <p:cNvPr id="468" name="Shape 466"/>
          <p:cNvSpPr/>
          <p:nvPr/>
        </p:nvSpPr>
        <p:spPr>
          <a:xfrm>
            <a:off x="4559437" y="2897376"/>
            <a:ext cx="55659" cy="55659"/>
          </a:xfrm>
          <a:prstGeom prst="ellipse">
            <a:avLst/>
          </a:prstGeom>
          <a:solidFill>
            <a:srgbClr val="26364E">
              <a:alpha val="84000"/>
            </a:srgbClr>
          </a:solidFill>
          <a:ln w="3810">
            <a:solidFill>
              <a:srgbClr val="26364E">
                <a:alpha val="0"/>
              </a:srgbClr>
            </a:solidFill>
            <a:prstDash val="solid"/>
          </a:ln>
        </p:spPr>
      </p:sp>
      <p:sp>
        <p:nvSpPr>
          <p:cNvPr id="469" name="Shape 467"/>
          <p:cNvSpPr/>
          <p:nvPr/>
        </p:nvSpPr>
        <p:spPr>
          <a:xfrm>
            <a:off x="4638473" y="2897376"/>
            <a:ext cx="55659" cy="55659"/>
          </a:xfrm>
          <a:prstGeom prst="ellipse">
            <a:avLst/>
          </a:prstGeom>
          <a:solidFill>
            <a:srgbClr val="26364E">
              <a:alpha val="84000"/>
            </a:srgbClr>
          </a:solidFill>
          <a:ln w="3810">
            <a:solidFill>
              <a:srgbClr val="26364E">
                <a:alpha val="0"/>
              </a:srgbClr>
            </a:solidFill>
            <a:prstDash val="solid"/>
          </a:ln>
        </p:spPr>
      </p:sp>
      <p:sp>
        <p:nvSpPr>
          <p:cNvPr id="470" name="Shape 468"/>
          <p:cNvSpPr/>
          <p:nvPr/>
        </p:nvSpPr>
        <p:spPr>
          <a:xfrm>
            <a:off x="4717509" y="2897376"/>
            <a:ext cx="55659" cy="55659"/>
          </a:xfrm>
          <a:prstGeom prst="ellipse">
            <a:avLst/>
          </a:prstGeom>
          <a:solidFill>
            <a:srgbClr val="26364E">
              <a:alpha val="84000"/>
            </a:srgbClr>
          </a:solidFill>
          <a:ln w="3810">
            <a:solidFill>
              <a:srgbClr val="26364E">
                <a:alpha val="0"/>
              </a:srgbClr>
            </a:solidFill>
            <a:prstDash val="solid"/>
          </a:ln>
        </p:spPr>
      </p:sp>
      <p:sp>
        <p:nvSpPr>
          <p:cNvPr id="471" name="Shape 469"/>
          <p:cNvSpPr/>
          <p:nvPr/>
        </p:nvSpPr>
        <p:spPr>
          <a:xfrm>
            <a:off x="4796545" y="2897376"/>
            <a:ext cx="55659" cy="55659"/>
          </a:xfrm>
          <a:prstGeom prst="ellipse">
            <a:avLst/>
          </a:prstGeom>
          <a:solidFill>
            <a:srgbClr val="26364E">
              <a:alpha val="84000"/>
            </a:srgbClr>
          </a:solidFill>
          <a:ln w="3810">
            <a:solidFill>
              <a:srgbClr val="26364E">
                <a:alpha val="0"/>
              </a:srgbClr>
            </a:solidFill>
            <a:prstDash val="solid"/>
          </a:ln>
        </p:spPr>
      </p:sp>
      <p:sp>
        <p:nvSpPr>
          <p:cNvPr id="472" name="Shape 470"/>
          <p:cNvSpPr/>
          <p:nvPr/>
        </p:nvSpPr>
        <p:spPr>
          <a:xfrm>
            <a:off x="4875581" y="2897376"/>
            <a:ext cx="55659" cy="55659"/>
          </a:xfrm>
          <a:prstGeom prst="ellipse">
            <a:avLst/>
          </a:prstGeom>
          <a:solidFill>
            <a:srgbClr val="26364E">
              <a:alpha val="84000"/>
            </a:srgbClr>
          </a:solidFill>
          <a:ln w="3810">
            <a:solidFill>
              <a:srgbClr val="26364E">
                <a:alpha val="0"/>
              </a:srgbClr>
            </a:solidFill>
            <a:prstDash val="solid"/>
          </a:ln>
        </p:spPr>
      </p:sp>
      <p:sp>
        <p:nvSpPr>
          <p:cNvPr id="473" name="Shape 471"/>
          <p:cNvSpPr/>
          <p:nvPr/>
        </p:nvSpPr>
        <p:spPr>
          <a:xfrm>
            <a:off x="4954617" y="2897376"/>
            <a:ext cx="55659" cy="55659"/>
          </a:xfrm>
          <a:prstGeom prst="ellipse">
            <a:avLst/>
          </a:prstGeom>
          <a:solidFill>
            <a:srgbClr val="26364E">
              <a:alpha val="84000"/>
            </a:srgbClr>
          </a:solidFill>
          <a:ln w="3810">
            <a:solidFill>
              <a:srgbClr val="26364E">
                <a:alpha val="0"/>
              </a:srgbClr>
            </a:solidFill>
            <a:prstDash val="solid"/>
          </a:ln>
        </p:spPr>
      </p:sp>
      <p:sp>
        <p:nvSpPr>
          <p:cNvPr id="474" name="Shape 472"/>
          <p:cNvSpPr/>
          <p:nvPr/>
        </p:nvSpPr>
        <p:spPr>
          <a:xfrm>
            <a:off x="5033653" y="2897376"/>
            <a:ext cx="55659" cy="55659"/>
          </a:xfrm>
          <a:prstGeom prst="ellipse">
            <a:avLst/>
          </a:prstGeom>
          <a:solidFill>
            <a:srgbClr val="42E0CB"/>
          </a:solidFill>
          <a:ln w="3810">
            <a:solidFill>
              <a:srgbClr val="42E0CB">
                <a:alpha val="0"/>
              </a:srgbClr>
            </a:solidFill>
            <a:prstDash val="solid"/>
          </a:ln>
        </p:spPr>
      </p:sp>
      <p:sp>
        <p:nvSpPr>
          <p:cNvPr id="475" name="Shape 473"/>
          <p:cNvSpPr/>
          <p:nvPr/>
        </p:nvSpPr>
        <p:spPr>
          <a:xfrm>
            <a:off x="5112689" y="2897376"/>
            <a:ext cx="55659" cy="55659"/>
          </a:xfrm>
          <a:prstGeom prst="ellipse">
            <a:avLst/>
          </a:prstGeom>
          <a:solidFill>
            <a:srgbClr val="26364E">
              <a:alpha val="84000"/>
            </a:srgbClr>
          </a:solidFill>
          <a:ln w="3810">
            <a:solidFill>
              <a:srgbClr val="26364E">
                <a:alpha val="0"/>
              </a:srgbClr>
            </a:solidFill>
            <a:prstDash val="solid"/>
          </a:ln>
        </p:spPr>
      </p:sp>
      <p:sp>
        <p:nvSpPr>
          <p:cNvPr id="476" name="Shape 474"/>
          <p:cNvSpPr/>
          <p:nvPr/>
        </p:nvSpPr>
        <p:spPr>
          <a:xfrm>
            <a:off x="5191725" y="2897376"/>
            <a:ext cx="55659" cy="55659"/>
          </a:xfrm>
          <a:prstGeom prst="ellipse">
            <a:avLst/>
          </a:prstGeom>
          <a:solidFill>
            <a:srgbClr val="26364E">
              <a:alpha val="84000"/>
            </a:srgbClr>
          </a:solidFill>
          <a:ln w="3810">
            <a:solidFill>
              <a:srgbClr val="26364E">
                <a:alpha val="0"/>
              </a:srgbClr>
            </a:solidFill>
            <a:prstDash val="solid"/>
          </a:ln>
        </p:spPr>
      </p:sp>
      <p:sp>
        <p:nvSpPr>
          <p:cNvPr id="477" name="Shape 475"/>
          <p:cNvSpPr/>
          <p:nvPr/>
        </p:nvSpPr>
        <p:spPr>
          <a:xfrm>
            <a:off x="5270761" y="2897376"/>
            <a:ext cx="55659" cy="55659"/>
          </a:xfrm>
          <a:prstGeom prst="ellipse">
            <a:avLst/>
          </a:prstGeom>
          <a:solidFill>
            <a:srgbClr val="26364E">
              <a:alpha val="84000"/>
            </a:srgbClr>
          </a:solidFill>
          <a:ln w="3810">
            <a:solidFill>
              <a:srgbClr val="26364E">
                <a:alpha val="0"/>
              </a:srgbClr>
            </a:solidFill>
            <a:prstDash val="solid"/>
          </a:ln>
        </p:spPr>
      </p:sp>
      <p:sp>
        <p:nvSpPr>
          <p:cNvPr id="478" name="Shape 476"/>
          <p:cNvSpPr/>
          <p:nvPr/>
        </p:nvSpPr>
        <p:spPr>
          <a:xfrm>
            <a:off x="5349797" y="2897376"/>
            <a:ext cx="55659" cy="55659"/>
          </a:xfrm>
          <a:prstGeom prst="ellipse">
            <a:avLst/>
          </a:prstGeom>
          <a:solidFill>
            <a:srgbClr val="26364E">
              <a:alpha val="84000"/>
            </a:srgbClr>
          </a:solidFill>
          <a:ln w="3810">
            <a:solidFill>
              <a:srgbClr val="26364E">
                <a:alpha val="0"/>
              </a:srgbClr>
            </a:solidFill>
            <a:prstDash val="solid"/>
          </a:ln>
        </p:spPr>
      </p:sp>
      <p:sp>
        <p:nvSpPr>
          <p:cNvPr id="479" name="Shape 477"/>
          <p:cNvSpPr/>
          <p:nvPr/>
        </p:nvSpPr>
        <p:spPr>
          <a:xfrm>
            <a:off x="5428833" y="2897376"/>
            <a:ext cx="55659" cy="55659"/>
          </a:xfrm>
          <a:prstGeom prst="ellipse">
            <a:avLst/>
          </a:prstGeom>
          <a:solidFill>
            <a:srgbClr val="26364E">
              <a:alpha val="84000"/>
            </a:srgbClr>
          </a:solidFill>
          <a:ln w="3810">
            <a:solidFill>
              <a:srgbClr val="26364E">
                <a:alpha val="0"/>
              </a:srgbClr>
            </a:solidFill>
            <a:prstDash val="solid"/>
          </a:ln>
        </p:spPr>
      </p:sp>
      <p:sp>
        <p:nvSpPr>
          <p:cNvPr id="480" name="Shape 478"/>
          <p:cNvSpPr/>
          <p:nvPr/>
        </p:nvSpPr>
        <p:spPr>
          <a:xfrm>
            <a:off x="5507869" y="2897376"/>
            <a:ext cx="55659" cy="55659"/>
          </a:xfrm>
          <a:prstGeom prst="ellipse">
            <a:avLst/>
          </a:prstGeom>
          <a:solidFill>
            <a:srgbClr val="42E0CB"/>
          </a:solidFill>
          <a:ln w="3810">
            <a:solidFill>
              <a:srgbClr val="42E0CB">
                <a:alpha val="0"/>
              </a:srgbClr>
            </a:solidFill>
            <a:prstDash val="solid"/>
          </a:ln>
        </p:spPr>
      </p:sp>
      <p:sp>
        <p:nvSpPr>
          <p:cNvPr id="481" name="Shape 479"/>
          <p:cNvSpPr/>
          <p:nvPr/>
        </p:nvSpPr>
        <p:spPr>
          <a:xfrm>
            <a:off x="5586904" y="2897376"/>
            <a:ext cx="55659" cy="55659"/>
          </a:xfrm>
          <a:prstGeom prst="ellipse">
            <a:avLst/>
          </a:prstGeom>
          <a:solidFill>
            <a:srgbClr val="26364E">
              <a:alpha val="84000"/>
            </a:srgbClr>
          </a:solidFill>
          <a:ln w="3810">
            <a:solidFill>
              <a:srgbClr val="26364E">
                <a:alpha val="0"/>
              </a:srgbClr>
            </a:solidFill>
            <a:prstDash val="solid"/>
          </a:ln>
        </p:spPr>
      </p:sp>
      <p:sp>
        <p:nvSpPr>
          <p:cNvPr id="482" name="Shape 480"/>
          <p:cNvSpPr/>
          <p:nvPr/>
        </p:nvSpPr>
        <p:spPr>
          <a:xfrm>
            <a:off x="5665940" y="2897376"/>
            <a:ext cx="55659" cy="55659"/>
          </a:xfrm>
          <a:prstGeom prst="ellipse">
            <a:avLst/>
          </a:prstGeom>
          <a:solidFill>
            <a:srgbClr val="26364E">
              <a:alpha val="84000"/>
            </a:srgbClr>
          </a:solidFill>
          <a:ln w="3810">
            <a:solidFill>
              <a:srgbClr val="26364E">
                <a:alpha val="0"/>
              </a:srgbClr>
            </a:solidFill>
            <a:prstDash val="solid"/>
          </a:ln>
        </p:spPr>
      </p:sp>
      <p:sp>
        <p:nvSpPr>
          <p:cNvPr id="483" name="Shape 481"/>
          <p:cNvSpPr/>
          <p:nvPr/>
        </p:nvSpPr>
        <p:spPr>
          <a:xfrm>
            <a:off x="5744976" y="2897376"/>
            <a:ext cx="55659" cy="55659"/>
          </a:xfrm>
          <a:prstGeom prst="ellipse">
            <a:avLst/>
          </a:prstGeom>
          <a:solidFill>
            <a:srgbClr val="26364E">
              <a:alpha val="84000"/>
            </a:srgbClr>
          </a:solidFill>
          <a:ln w="3810">
            <a:solidFill>
              <a:srgbClr val="26364E">
                <a:alpha val="0"/>
              </a:srgbClr>
            </a:solidFill>
            <a:prstDash val="solid"/>
          </a:ln>
        </p:spPr>
      </p:sp>
      <p:sp>
        <p:nvSpPr>
          <p:cNvPr id="484" name="Shape 482"/>
          <p:cNvSpPr/>
          <p:nvPr/>
        </p:nvSpPr>
        <p:spPr>
          <a:xfrm>
            <a:off x="5824012" y="2897376"/>
            <a:ext cx="55659" cy="55659"/>
          </a:xfrm>
          <a:prstGeom prst="ellipse">
            <a:avLst/>
          </a:prstGeom>
          <a:solidFill>
            <a:srgbClr val="26364E">
              <a:alpha val="84000"/>
            </a:srgbClr>
          </a:solidFill>
          <a:ln w="3810">
            <a:solidFill>
              <a:srgbClr val="26364E">
                <a:alpha val="0"/>
              </a:srgbClr>
            </a:solidFill>
            <a:prstDash val="solid"/>
          </a:ln>
        </p:spPr>
      </p:sp>
      <p:sp>
        <p:nvSpPr>
          <p:cNvPr id="485" name="Shape 483"/>
          <p:cNvSpPr/>
          <p:nvPr/>
        </p:nvSpPr>
        <p:spPr>
          <a:xfrm>
            <a:off x="5903048" y="2897376"/>
            <a:ext cx="55659" cy="55659"/>
          </a:xfrm>
          <a:prstGeom prst="ellipse">
            <a:avLst/>
          </a:prstGeom>
          <a:solidFill>
            <a:srgbClr val="26364E">
              <a:alpha val="84000"/>
            </a:srgbClr>
          </a:solidFill>
          <a:ln w="3810">
            <a:solidFill>
              <a:srgbClr val="26364E">
                <a:alpha val="0"/>
              </a:srgbClr>
            </a:solidFill>
            <a:prstDash val="solid"/>
          </a:ln>
        </p:spPr>
      </p:sp>
      <p:sp>
        <p:nvSpPr>
          <p:cNvPr id="486" name="Shape 484"/>
          <p:cNvSpPr/>
          <p:nvPr/>
        </p:nvSpPr>
        <p:spPr>
          <a:xfrm>
            <a:off x="5982084" y="2897376"/>
            <a:ext cx="55659" cy="55659"/>
          </a:xfrm>
          <a:prstGeom prst="ellipse">
            <a:avLst/>
          </a:prstGeom>
          <a:solidFill>
            <a:srgbClr val="42E0CB"/>
          </a:solidFill>
          <a:ln w="3810">
            <a:solidFill>
              <a:srgbClr val="42E0CB">
                <a:alpha val="0"/>
              </a:srgbClr>
            </a:solidFill>
            <a:prstDash val="solid"/>
          </a:ln>
        </p:spPr>
      </p:sp>
      <p:sp>
        <p:nvSpPr>
          <p:cNvPr id="487" name="Shape 485"/>
          <p:cNvSpPr/>
          <p:nvPr/>
        </p:nvSpPr>
        <p:spPr>
          <a:xfrm>
            <a:off x="6061120" y="2897376"/>
            <a:ext cx="55659" cy="55659"/>
          </a:xfrm>
          <a:prstGeom prst="ellipse">
            <a:avLst/>
          </a:prstGeom>
          <a:solidFill>
            <a:srgbClr val="26364E">
              <a:alpha val="84000"/>
            </a:srgbClr>
          </a:solidFill>
          <a:ln w="3810">
            <a:solidFill>
              <a:srgbClr val="26364E">
                <a:alpha val="0"/>
              </a:srgbClr>
            </a:solidFill>
            <a:prstDash val="solid"/>
          </a:ln>
        </p:spPr>
      </p:sp>
      <p:sp>
        <p:nvSpPr>
          <p:cNvPr id="488" name="Shape 486"/>
          <p:cNvSpPr/>
          <p:nvPr/>
        </p:nvSpPr>
        <p:spPr>
          <a:xfrm>
            <a:off x="6140156" y="2897376"/>
            <a:ext cx="55659" cy="55659"/>
          </a:xfrm>
          <a:prstGeom prst="ellipse">
            <a:avLst/>
          </a:prstGeom>
          <a:solidFill>
            <a:srgbClr val="26364E">
              <a:alpha val="84000"/>
            </a:srgbClr>
          </a:solidFill>
          <a:ln w="3810">
            <a:solidFill>
              <a:srgbClr val="26364E">
                <a:alpha val="0"/>
              </a:srgbClr>
            </a:solidFill>
            <a:prstDash val="solid"/>
          </a:ln>
        </p:spPr>
      </p:sp>
      <p:sp>
        <p:nvSpPr>
          <p:cNvPr id="489" name="Shape 487"/>
          <p:cNvSpPr/>
          <p:nvPr/>
        </p:nvSpPr>
        <p:spPr>
          <a:xfrm>
            <a:off x="6219192" y="2897376"/>
            <a:ext cx="55659" cy="55659"/>
          </a:xfrm>
          <a:prstGeom prst="ellipse">
            <a:avLst/>
          </a:prstGeom>
          <a:solidFill>
            <a:srgbClr val="26364E">
              <a:alpha val="84000"/>
            </a:srgbClr>
          </a:solidFill>
          <a:ln w="3810">
            <a:solidFill>
              <a:srgbClr val="26364E">
                <a:alpha val="0"/>
              </a:srgbClr>
            </a:solidFill>
            <a:prstDash val="solid"/>
          </a:ln>
        </p:spPr>
      </p:sp>
      <p:sp>
        <p:nvSpPr>
          <p:cNvPr id="490" name="Shape 488"/>
          <p:cNvSpPr/>
          <p:nvPr/>
        </p:nvSpPr>
        <p:spPr>
          <a:xfrm>
            <a:off x="6298228" y="2897376"/>
            <a:ext cx="55659" cy="55659"/>
          </a:xfrm>
          <a:prstGeom prst="ellipse">
            <a:avLst/>
          </a:prstGeom>
          <a:solidFill>
            <a:srgbClr val="26364E">
              <a:alpha val="84000"/>
            </a:srgbClr>
          </a:solidFill>
          <a:ln w="3810">
            <a:solidFill>
              <a:srgbClr val="26364E">
                <a:alpha val="0"/>
              </a:srgbClr>
            </a:solidFill>
            <a:prstDash val="solid"/>
          </a:ln>
        </p:spPr>
      </p:sp>
      <p:sp>
        <p:nvSpPr>
          <p:cNvPr id="491" name="Shape 489"/>
          <p:cNvSpPr/>
          <p:nvPr/>
        </p:nvSpPr>
        <p:spPr>
          <a:xfrm>
            <a:off x="6377264" y="2897376"/>
            <a:ext cx="55659" cy="55659"/>
          </a:xfrm>
          <a:prstGeom prst="ellipse">
            <a:avLst/>
          </a:prstGeom>
          <a:solidFill>
            <a:srgbClr val="26364E">
              <a:alpha val="84000"/>
            </a:srgbClr>
          </a:solidFill>
          <a:ln w="3810">
            <a:solidFill>
              <a:srgbClr val="26364E">
                <a:alpha val="0"/>
              </a:srgbClr>
            </a:solidFill>
            <a:prstDash val="solid"/>
          </a:ln>
        </p:spPr>
      </p:sp>
      <p:sp>
        <p:nvSpPr>
          <p:cNvPr id="492" name="Shape 490"/>
          <p:cNvSpPr/>
          <p:nvPr/>
        </p:nvSpPr>
        <p:spPr>
          <a:xfrm>
            <a:off x="6456300" y="2897376"/>
            <a:ext cx="55659" cy="55659"/>
          </a:xfrm>
          <a:prstGeom prst="ellipse">
            <a:avLst/>
          </a:prstGeom>
          <a:solidFill>
            <a:srgbClr val="42E0CB"/>
          </a:solidFill>
          <a:ln w="3810">
            <a:solidFill>
              <a:srgbClr val="42E0CB">
                <a:alpha val="0"/>
              </a:srgbClr>
            </a:solidFill>
            <a:prstDash val="solid"/>
          </a:ln>
        </p:spPr>
      </p:sp>
      <p:sp>
        <p:nvSpPr>
          <p:cNvPr id="493" name="Shape 491"/>
          <p:cNvSpPr/>
          <p:nvPr/>
        </p:nvSpPr>
        <p:spPr>
          <a:xfrm>
            <a:off x="6535336" y="2897376"/>
            <a:ext cx="55659" cy="55659"/>
          </a:xfrm>
          <a:prstGeom prst="ellipse">
            <a:avLst/>
          </a:prstGeom>
          <a:solidFill>
            <a:srgbClr val="26364E">
              <a:alpha val="84000"/>
            </a:srgbClr>
          </a:solidFill>
          <a:ln w="3810">
            <a:solidFill>
              <a:srgbClr val="26364E">
                <a:alpha val="0"/>
              </a:srgbClr>
            </a:solidFill>
            <a:prstDash val="solid"/>
          </a:ln>
        </p:spPr>
      </p:sp>
      <p:sp>
        <p:nvSpPr>
          <p:cNvPr id="494" name="Shape 492"/>
          <p:cNvSpPr/>
          <p:nvPr/>
        </p:nvSpPr>
        <p:spPr>
          <a:xfrm>
            <a:off x="6614372" y="2897376"/>
            <a:ext cx="55659" cy="55659"/>
          </a:xfrm>
          <a:prstGeom prst="ellipse">
            <a:avLst/>
          </a:prstGeom>
          <a:solidFill>
            <a:srgbClr val="26364E">
              <a:alpha val="84000"/>
            </a:srgbClr>
          </a:solidFill>
          <a:ln w="3810">
            <a:solidFill>
              <a:srgbClr val="26364E">
                <a:alpha val="0"/>
              </a:srgbClr>
            </a:solidFill>
            <a:prstDash val="solid"/>
          </a:ln>
        </p:spPr>
      </p:sp>
      <p:sp>
        <p:nvSpPr>
          <p:cNvPr id="495" name="Shape 493"/>
          <p:cNvSpPr/>
          <p:nvPr/>
        </p:nvSpPr>
        <p:spPr>
          <a:xfrm>
            <a:off x="6693408" y="2897376"/>
            <a:ext cx="55659" cy="55659"/>
          </a:xfrm>
          <a:prstGeom prst="ellipse">
            <a:avLst/>
          </a:prstGeom>
          <a:solidFill>
            <a:srgbClr val="26364E">
              <a:alpha val="84000"/>
            </a:srgbClr>
          </a:solidFill>
          <a:ln w="3810">
            <a:solidFill>
              <a:srgbClr val="26364E">
                <a:alpha val="0"/>
              </a:srgbClr>
            </a:solidFill>
            <a:prstDash val="solid"/>
          </a:ln>
        </p:spPr>
      </p:sp>
      <p:sp>
        <p:nvSpPr>
          <p:cNvPr id="496" name="Shape 494"/>
          <p:cNvSpPr/>
          <p:nvPr/>
        </p:nvSpPr>
        <p:spPr>
          <a:xfrm>
            <a:off x="6772444" y="2897376"/>
            <a:ext cx="55659" cy="55659"/>
          </a:xfrm>
          <a:prstGeom prst="ellipse">
            <a:avLst/>
          </a:prstGeom>
          <a:solidFill>
            <a:srgbClr val="26364E">
              <a:alpha val="84000"/>
            </a:srgbClr>
          </a:solidFill>
          <a:ln w="3810">
            <a:solidFill>
              <a:srgbClr val="26364E">
                <a:alpha val="0"/>
              </a:srgbClr>
            </a:solidFill>
            <a:prstDash val="solid"/>
          </a:ln>
        </p:spPr>
      </p:sp>
      <p:sp>
        <p:nvSpPr>
          <p:cNvPr id="497" name="Shape 495"/>
          <p:cNvSpPr/>
          <p:nvPr/>
        </p:nvSpPr>
        <p:spPr>
          <a:xfrm>
            <a:off x="6851480" y="2897376"/>
            <a:ext cx="55659" cy="55659"/>
          </a:xfrm>
          <a:prstGeom prst="ellipse">
            <a:avLst/>
          </a:prstGeom>
          <a:solidFill>
            <a:srgbClr val="42E0CB"/>
          </a:solidFill>
          <a:ln w="3810">
            <a:solidFill>
              <a:srgbClr val="42E0CB">
                <a:alpha val="0"/>
              </a:srgbClr>
            </a:solidFill>
            <a:prstDash val="solid"/>
          </a:ln>
        </p:spPr>
      </p:sp>
      <p:sp>
        <p:nvSpPr>
          <p:cNvPr id="498" name="Shape 496"/>
          <p:cNvSpPr/>
          <p:nvPr/>
        </p:nvSpPr>
        <p:spPr>
          <a:xfrm>
            <a:off x="6930516" y="2897376"/>
            <a:ext cx="55659" cy="55659"/>
          </a:xfrm>
          <a:prstGeom prst="ellipse">
            <a:avLst/>
          </a:prstGeom>
          <a:solidFill>
            <a:srgbClr val="26364E">
              <a:alpha val="84000"/>
            </a:srgbClr>
          </a:solidFill>
          <a:ln w="3810">
            <a:solidFill>
              <a:srgbClr val="26364E">
                <a:alpha val="0"/>
              </a:srgbClr>
            </a:solidFill>
            <a:prstDash val="solid"/>
          </a:ln>
        </p:spPr>
      </p:sp>
      <p:sp>
        <p:nvSpPr>
          <p:cNvPr id="499" name="Shape 497"/>
          <p:cNvSpPr/>
          <p:nvPr/>
        </p:nvSpPr>
        <p:spPr>
          <a:xfrm>
            <a:off x="4480401" y="2976412"/>
            <a:ext cx="55659" cy="55659"/>
          </a:xfrm>
          <a:prstGeom prst="ellipse">
            <a:avLst/>
          </a:prstGeom>
          <a:solidFill>
            <a:srgbClr val="26364E">
              <a:alpha val="84000"/>
            </a:srgbClr>
          </a:solidFill>
          <a:ln w="3810">
            <a:solidFill>
              <a:srgbClr val="26364E">
                <a:alpha val="0"/>
              </a:srgbClr>
            </a:solidFill>
            <a:prstDash val="solid"/>
          </a:ln>
        </p:spPr>
      </p:sp>
      <p:sp>
        <p:nvSpPr>
          <p:cNvPr id="500" name="Shape 498"/>
          <p:cNvSpPr/>
          <p:nvPr/>
        </p:nvSpPr>
        <p:spPr>
          <a:xfrm>
            <a:off x="4559437" y="2976412"/>
            <a:ext cx="55659" cy="55659"/>
          </a:xfrm>
          <a:prstGeom prst="ellipse">
            <a:avLst/>
          </a:prstGeom>
          <a:solidFill>
            <a:srgbClr val="26364E">
              <a:alpha val="84000"/>
            </a:srgbClr>
          </a:solidFill>
          <a:ln w="3810">
            <a:solidFill>
              <a:srgbClr val="26364E">
                <a:alpha val="0"/>
              </a:srgbClr>
            </a:solidFill>
            <a:prstDash val="solid"/>
          </a:ln>
        </p:spPr>
      </p:sp>
      <p:sp>
        <p:nvSpPr>
          <p:cNvPr id="501" name="Shape 499"/>
          <p:cNvSpPr/>
          <p:nvPr/>
        </p:nvSpPr>
        <p:spPr>
          <a:xfrm>
            <a:off x="4638473" y="2976412"/>
            <a:ext cx="55659" cy="55659"/>
          </a:xfrm>
          <a:prstGeom prst="ellipse">
            <a:avLst/>
          </a:prstGeom>
          <a:solidFill>
            <a:srgbClr val="42E0CB"/>
          </a:solidFill>
          <a:ln w="3810">
            <a:solidFill>
              <a:srgbClr val="42E0CB">
                <a:alpha val="0"/>
              </a:srgbClr>
            </a:solidFill>
            <a:prstDash val="solid"/>
          </a:ln>
        </p:spPr>
      </p:sp>
      <p:sp>
        <p:nvSpPr>
          <p:cNvPr id="502" name="Shape 500"/>
          <p:cNvSpPr/>
          <p:nvPr/>
        </p:nvSpPr>
        <p:spPr>
          <a:xfrm>
            <a:off x="4717509" y="2976412"/>
            <a:ext cx="55659" cy="55659"/>
          </a:xfrm>
          <a:prstGeom prst="ellipse">
            <a:avLst/>
          </a:prstGeom>
          <a:solidFill>
            <a:srgbClr val="26364E">
              <a:alpha val="84000"/>
            </a:srgbClr>
          </a:solidFill>
          <a:ln w="3810">
            <a:solidFill>
              <a:srgbClr val="26364E">
                <a:alpha val="0"/>
              </a:srgbClr>
            </a:solidFill>
            <a:prstDash val="solid"/>
          </a:ln>
        </p:spPr>
      </p:sp>
      <p:sp>
        <p:nvSpPr>
          <p:cNvPr id="503" name="Shape 501"/>
          <p:cNvSpPr/>
          <p:nvPr/>
        </p:nvSpPr>
        <p:spPr>
          <a:xfrm>
            <a:off x="4796545" y="2976412"/>
            <a:ext cx="55659" cy="55659"/>
          </a:xfrm>
          <a:prstGeom prst="ellipse">
            <a:avLst/>
          </a:prstGeom>
          <a:solidFill>
            <a:srgbClr val="26364E">
              <a:alpha val="84000"/>
            </a:srgbClr>
          </a:solidFill>
          <a:ln w="3810">
            <a:solidFill>
              <a:srgbClr val="26364E">
                <a:alpha val="0"/>
              </a:srgbClr>
            </a:solidFill>
            <a:prstDash val="solid"/>
          </a:ln>
        </p:spPr>
      </p:sp>
      <p:sp>
        <p:nvSpPr>
          <p:cNvPr id="504" name="Shape 502"/>
          <p:cNvSpPr/>
          <p:nvPr/>
        </p:nvSpPr>
        <p:spPr>
          <a:xfrm>
            <a:off x="4875581" y="2976412"/>
            <a:ext cx="55659" cy="55659"/>
          </a:xfrm>
          <a:prstGeom prst="ellipse">
            <a:avLst/>
          </a:prstGeom>
          <a:solidFill>
            <a:srgbClr val="26364E">
              <a:alpha val="84000"/>
            </a:srgbClr>
          </a:solidFill>
          <a:ln w="3810">
            <a:solidFill>
              <a:srgbClr val="26364E">
                <a:alpha val="0"/>
              </a:srgbClr>
            </a:solidFill>
            <a:prstDash val="solid"/>
          </a:ln>
        </p:spPr>
      </p:sp>
      <p:sp>
        <p:nvSpPr>
          <p:cNvPr id="505" name="Shape 503"/>
          <p:cNvSpPr/>
          <p:nvPr/>
        </p:nvSpPr>
        <p:spPr>
          <a:xfrm>
            <a:off x="4954617" y="2976412"/>
            <a:ext cx="55659" cy="55659"/>
          </a:xfrm>
          <a:prstGeom prst="ellipse">
            <a:avLst/>
          </a:prstGeom>
          <a:solidFill>
            <a:srgbClr val="26364E">
              <a:alpha val="84000"/>
            </a:srgbClr>
          </a:solidFill>
          <a:ln w="3810">
            <a:solidFill>
              <a:srgbClr val="26364E">
                <a:alpha val="0"/>
              </a:srgbClr>
            </a:solidFill>
            <a:prstDash val="solid"/>
          </a:ln>
        </p:spPr>
      </p:sp>
      <p:sp>
        <p:nvSpPr>
          <p:cNvPr id="506" name="Shape 504"/>
          <p:cNvSpPr/>
          <p:nvPr/>
        </p:nvSpPr>
        <p:spPr>
          <a:xfrm>
            <a:off x="5033653" y="2976412"/>
            <a:ext cx="55659" cy="55659"/>
          </a:xfrm>
          <a:prstGeom prst="ellipse">
            <a:avLst/>
          </a:prstGeom>
          <a:solidFill>
            <a:srgbClr val="26364E">
              <a:alpha val="84000"/>
            </a:srgbClr>
          </a:solidFill>
          <a:ln w="3810">
            <a:solidFill>
              <a:srgbClr val="26364E">
                <a:alpha val="0"/>
              </a:srgbClr>
            </a:solidFill>
            <a:prstDash val="solid"/>
          </a:ln>
        </p:spPr>
      </p:sp>
      <p:sp>
        <p:nvSpPr>
          <p:cNvPr id="507" name="Shape 505"/>
          <p:cNvSpPr/>
          <p:nvPr/>
        </p:nvSpPr>
        <p:spPr>
          <a:xfrm>
            <a:off x="5112689" y="2976412"/>
            <a:ext cx="55659" cy="55659"/>
          </a:xfrm>
          <a:prstGeom prst="ellipse">
            <a:avLst/>
          </a:prstGeom>
          <a:solidFill>
            <a:srgbClr val="26364E">
              <a:alpha val="84000"/>
            </a:srgbClr>
          </a:solidFill>
          <a:ln w="3810">
            <a:solidFill>
              <a:srgbClr val="26364E">
                <a:alpha val="0"/>
              </a:srgbClr>
            </a:solidFill>
            <a:prstDash val="solid"/>
          </a:ln>
        </p:spPr>
      </p:sp>
      <p:sp>
        <p:nvSpPr>
          <p:cNvPr id="508" name="Shape 506"/>
          <p:cNvSpPr/>
          <p:nvPr/>
        </p:nvSpPr>
        <p:spPr>
          <a:xfrm>
            <a:off x="5191725" y="2976412"/>
            <a:ext cx="55659" cy="55659"/>
          </a:xfrm>
          <a:prstGeom prst="ellipse">
            <a:avLst/>
          </a:prstGeom>
          <a:solidFill>
            <a:srgbClr val="26364E">
              <a:alpha val="84000"/>
            </a:srgbClr>
          </a:solidFill>
          <a:ln w="3810">
            <a:solidFill>
              <a:srgbClr val="26364E">
                <a:alpha val="0"/>
              </a:srgbClr>
            </a:solidFill>
            <a:prstDash val="solid"/>
          </a:ln>
        </p:spPr>
      </p:sp>
      <p:sp>
        <p:nvSpPr>
          <p:cNvPr id="509" name="Shape 507"/>
          <p:cNvSpPr/>
          <p:nvPr/>
        </p:nvSpPr>
        <p:spPr>
          <a:xfrm>
            <a:off x="5270761" y="2976412"/>
            <a:ext cx="55659" cy="55659"/>
          </a:xfrm>
          <a:prstGeom prst="ellipse">
            <a:avLst/>
          </a:prstGeom>
          <a:solidFill>
            <a:srgbClr val="26364E">
              <a:alpha val="84000"/>
            </a:srgbClr>
          </a:solidFill>
          <a:ln w="3810">
            <a:solidFill>
              <a:srgbClr val="26364E">
                <a:alpha val="0"/>
              </a:srgbClr>
            </a:solidFill>
            <a:prstDash val="solid"/>
          </a:ln>
        </p:spPr>
      </p:sp>
      <p:sp>
        <p:nvSpPr>
          <p:cNvPr id="510" name="Shape 508"/>
          <p:cNvSpPr/>
          <p:nvPr/>
        </p:nvSpPr>
        <p:spPr>
          <a:xfrm>
            <a:off x="5349797" y="2976412"/>
            <a:ext cx="55659" cy="55659"/>
          </a:xfrm>
          <a:prstGeom prst="ellipse">
            <a:avLst/>
          </a:prstGeom>
          <a:solidFill>
            <a:srgbClr val="26364E">
              <a:alpha val="84000"/>
            </a:srgbClr>
          </a:solidFill>
          <a:ln w="3810">
            <a:solidFill>
              <a:srgbClr val="26364E">
                <a:alpha val="0"/>
              </a:srgbClr>
            </a:solidFill>
            <a:prstDash val="solid"/>
          </a:ln>
        </p:spPr>
      </p:sp>
      <p:sp>
        <p:nvSpPr>
          <p:cNvPr id="511" name="Shape 509"/>
          <p:cNvSpPr/>
          <p:nvPr/>
        </p:nvSpPr>
        <p:spPr>
          <a:xfrm>
            <a:off x="5428833" y="2976412"/>
            <a:ext cx="55659" cy="55659"/>
          </a:xfrm>
          <a:prstGeom prst="ellipse">
            <a:avLst/>
          </a:prstGeom>
          <a:solidFill>
            <a:srgbClr val="26364E">
              <a:alpha val="84000"/>
            </a:srgbClr>
          </a:solidFill>
          <a:ln w="3810">
            <a:solidFill>
              <a:srgbClr val="26364E">
                <a:alpha val="0"/>
              </a:srgbClr>
            </a:solidFill>
            <a:prstDash val="solid"/>
          </a:ln>
        </p:spPr>
      </p:sp>
      <p:sp>
        <p:nvSpPr>
          <p:cNvPr id="512" name="Shape 510"/>
          <p:cNvSpPr/>
          <p:nvPr/>
        </p:nvSpPr>
        <p:spPr>
          <a:xfrm>
            <a:off x="5507869" y="2976412"/>
            <a:ext cx="55659" cy="55659"/>
          </a:xfrm>
          <a:prstGeom prst="ellipse">
            <a:avLst/>
          </a:prstGeom>
          <a:solidFill>
            <a:srgbClr val="26364E">
              <a:alpha val="84000"/>
            </a:srgbClr>
          </a:solidFill>
          <a:ln w="3810">
            <a:solidFill>
              <a:srgbClr val="26364E">
                <a:alpha val="0"/>
              </a:srgbClr>
            </a:solidFill>
            <a:prstDash val="solid"/>
          </a:ln>
        </p:spPr>
      </p:sp>
      <p:sp>
        <p:nvSpPr>
          <p:cNvPr id="513" name="Shape 511"/>
          <p:cNvSpPr/>
          <p:nvPr/>
        </p:nvSpPr>
        <p:spPr>
          <a:xfrm>
            <a:off x="5586904" y="2976412"/>
            <a:ext cx="55659" cy="55659"/>
          </a:xfrm>
          <a:prstGeom prst="ellipse">
            <a:avLst/>
          </a:prstGeom>
          <a:solidFill>
            <a:srgbClr val="26364E">
              <a:alpha val="84000"/>
            </a:srgbClr>
          </a:solidFill>
          <a:ln w="3810">
            <a:solidFill>
              <a:srgbClr val="26364E">
                <a:alpha val="0"/>
              </a:srgbClr>
            </a:solidFill>
            <a:prstDash val="solid"/>
          </a:ln>
        </p:spPr>
      </p:sp>
      <p:sp>
        <p:nvSpPr>
          <p:cNvPr id="514" name="Shape 512"/>
          <p:cNvSpPr/>
          <p:nvPr/>
        </p:nvSpPr>
        <p:spPr>
          <a:xfrm>
            <a:off x="5665940" y="2976412"/>
            <a:ext cx="55659" cy="55659"/>
          </a:xfrm>
          <a:prstGeom prst="ellipse">
            <a:avLst/>
          </a:prstGeom>
          <a:solidFill>
            <a:srgbClr val="26364E">
              <a:alpha val="84000"/>
            </a:srgbClr>
          </a:solidFill>
          <a:ln w="3810">
            <a:solidFill>
              <a:srgbClr val="26364E">
                <a:alpha val="0"/>
              </a:srgbClr>
            </a:solidFill>
            <a:prstDash val="solid"/>
          </a:ln>
        </p:spPr>
      </p:sp>
      <p:sp>
        <p:nvSpPr>
          <p:cNvPr id="515" name="Shape 513"/>
          <p:cNvSpPr/>
          <p:nvPr/>
        </p:nvSpPr>
        <p:spPr>
          <a:xfrm>
            <a:off x="5744976" y="2976412"/>
            <a:ext cx="55659" cy="55659"/>
          </a:xfrm>
          <a:prstGeom prst="ellipse">
            <a:avLst/>
          </a:prstGeom>
          <a:solidFill>
            <a:srgbClr val="26364E">
              <a:alpha val="84000"/>
            </a:srgbClr>
          </a:solidFill>
          <a:ln w="3810">
            <a:solidFill>
              <a:srgbClr val="26364E">
                <a:alpha val="0"/>
              </a:srgbClr>
            </a:solidFill>
            <a:prstDash val="solid"/>
          </a:ln>
        </p:spPr>
      </p:sp>
      <p:sp>
        <p:nvSpPr>
          <p:cNvPr id="516" name="Shape 514"/>
          <p:cNvSpPr/>
          <p:nvPr/>
        </p:nvSpPr>
        <p:spPr>
          <a:xfrm>
            <a:off x="5824012" y="2976412"/>
            <a:ext cx="55659" cy="55659"/>
          </a:xfrm>
          <a:prstGeom prst="ellipse">
            <a:avLst/>
          </a:prstGeom>
          <a:solidFill>
            <a:srgbClr val="26364E">
              <a:alpha val="84000"/>
            </a:srgbClr>
          </a:solidFill>
          <a:ln w="3810">
            <a:solidFill>
              <a:srgbClr val="26364E">
                <a:alpha val="0"/>
              </a:srgbClr>
            </a:solidFill>
            <a:prstDash val="solid"/>
          </a:ln>
        </p:spPr>
      </p:sp>
      <p:sp>
        <p:nvSpPr>
          <p:cNvPr id="517" name="Shape 515"/>
          <p:cNvSpPr/>
          <p:nvPr/>
        </p:nvSpPr>
        <p:spPr>
          <a:xfrm>
            <a:off x="5903048" y="2976412"/>
            <a:ext cx="55659" cy="55659"/>
          </a:xfrm>
          <a:prstGeom prst="ellipse">
            <a:avLst/>
          </a:prstGeom>
          <a:solidFill>
            <a:srgbClr val="26364E">
              <a:alpha val="84000"/>
            </a:srgbClr>
          </a:solidFill>
          <a:ln w="3810">
            <a:solidFill>
              <a:srgbClr val="26364E">
                <a:alpha val="0"/>
              </a:srgbClr>
            </a:solidFill>
            <a:prstDash val="solid"/>
          </a:ln>
        </p:spPr>
      </p:sp>
      <p:sp>
        <p:nvSpPr>
          <p:cNvPr id="518" name="Shape 516"/>
          <p:cNvSpPr/>
          <p:nvPr/>
        </p:nvSpPr>
        <p:spPr>
          <a:xfrm>
            <a:off x="5982084" y="2976412"/>
            <a:ext cx="55659" cy="55659"/>
          </a:xfrm>
          <a:prstGeom prst="ellipse">
            <a:avLst/>
          </a:prstGeom>
          <a:solidFill>
            <a:srgbClr val="26364E">
              <a:alpha val="84000"/>
            </a:srgbClr>
          </a:solidFill>
          <a:ln w="3810">
            <a:solidFill>
              <a:srgbClr val="26364E">
                <a:alpha val="0"/>
              </a:srgbClr>
            </a:solidFill>
            <a:prstDash val="solid"/>
          </a:ln>
        </p:spPr>
      </p:sp>
      <p:sp>
        <p:nvSpPr>
          <p:cNvPr id="519" name="Shape 517"/>
          <p:cNvSpPr/>
          <p:nvPr/>
        </p:nvSpPr>
        <p:spPr>
          <a:xfrm>
            <a:off x="6061120" y="2976412"/>
            <a:ext cx="55659" cy="55659"/>
          </a:xfrm>
          <a:prstGeom prst="ellipse">
            <a:avLst/>
          </a:prstGeom>
          <a:solidFill>
            <a:srgbClr val="26364E">
              <a:alpha val="84000"/>
            </a:srgbClr>
          </a:solidFill>
          <a:ln w="3810">
            <a:solidFill>
              <a:srgbClr val="26364E">
                <a:alpha val="0"/>
              </a:srgbClr>
            </a:solidFill>
            <a:prstDash val="solid"/>
          </a:ln>
        </p:spPr>
      </p:sp>
      <p:sp>
        <p:nvSpPr>
          <p:cNvPr id="520" name="Shape 518"/>
          <p:cNvSpPr/>
          <p:nvPr/>
        </p:nvSpPr>
        <p:spPr>
          <a:xfrm>
            <a:off x="6140156" y="2976412"/>
            <a:ext cx="55659" cy="55659"/>
          </a:xfrm>
          <a:prstGeom prst="ellipse">
            <a:avLst/>
          </a:prstGeom>
          <a:solidFill>
            <a:srgbClr val="26364E">
              <a:alpha val="84000"/>
            </a:srgbClr>
          </a:solidFill>
          <a:ln w="3810">
            <a:solidFill>
              <a:srgbClr val="26364E">
                <a:alpha val="0"/>
              </a:srgbClr>
            </a:solidFill>
            <a:prstDash val="solid"/>
          </a:ln>
        </p:spPr>
      </p:sp>
      <p:sp>
        <p:nvSpPr>
          <p:cNvPr id="521" name="Shape 519"/>
          <p:cNvSpPr/>
          <p:nvPr/>
        </p:nvSpPr>
        <p:spPr>
          <a:xfrm>
            <a:off x="6219192" y="2976412"/>
            <a:ext cx="55659" cy="55659"/>
          </a:xfrm>
          <a:prstGeom prst="ellipse">
            <a:avLst/>
          </a:prstGeom>
          <a:solidFill>
            <a:srgbClr val="26364E">
              <a:alpha val="84000"/>
            </a:srgbClr>
          </a:solidFill>
          <a:ln w="3810">
            <a:solidFill>
              <a:srgbClr val="26364E">
                <a:alpha val="0"/>
              </a:srgbClr>
            </a:solidFill>
            <a:prstDash val="solid"/>
          </a:ln>
        </p:spPr>
      </p:sp>
      <p:sp>
        <p:nvSpPr>
          <p:cNvPr id="522" name="Shape 520"/>
          <p:cNvSpPr/>
          <p:nvPr/>
        </p:nvSpPr>
        <p:spPr>
          <a:xfrm>
            <a:off x="6298228" y="2976412"/>
            <a:ext cx="55659" cy="55659"/>
          </a:xfrm>
          <a:prstGeom prst="ellipse">
            <a:avLst/>
          </a:prstGeom>
          <a:solidFill>
            <a:srgbClr val="26364E">
              <a:alpha val="84000"/>
            </a:srgbClr>
          </a:solidFill>
          <a:ln w="3810">
            <a:solidFill>
              <a:srgbClr val="26364E">
                <a:alpha val="0"/>
              </a:srgbClr>
            </a:solidFill>
            <a:prstDash val="solid"/>
          </a:ln>
        </p:spPr>
      </p:sp>
      <p:sp>
        <p:nvSpPr>
          <p:cNvPr id="523" name="Shape 521"/>
          <p:cNvSpPr/>
          <p:nvPr/>
        </p:nvSpPr>
        <p:spPr>
          <a:xfrm>
            <a:off x="6377264" y="2976412"/>
            <a:ext cx="55659" cy="55659"/>
          </a:xfrm>
          <a:prstGeom prst="ellipse">
            <a:avLst/>
          </a:prstGeom>
          <a:solidFill>
            <a:srgbClr val="26364E">
              <a:alpha val="84000"/>
            </a:srgbClr>
          </a:solidFill>
          <a:ln w="3810">
            <a:solidFill>
              <a:srgbClr val="26364E">
                <a:alpha val="0"/>
              </a:srgbClr>
            </a:solidFill>
            <a:prstDash val="solid"/>
          </a:ln>
        </p:spPr>
      </p:sp>
      <p:sp>
        <p:nvSpPr>
          <p:cNvPr id="524" name="Shape 522"/>
          <p:cNvSpPr/>
          <p:nvPr/>
        </p:nvSpPr>
        <p:spPr>
          <a:xfrm>
            <a:off x="6456300" y="2976412"/>
            <a:ext cx="55659" cy="55659"/>
          </a:xfrm>
          <a:prstGeom prst="ellipse">
            <a:avLst/>
          </a:prstGeom>
          <a:solidFill>
            <a:srgbClr val="26364E">
              <a:alpha val="84000"/>
            </a:srgbClr>
          </a:solidFill>
          <a:ln w="3810">
            <a:solidFill>
              <a:srgbClr val="26364E">
                <a:alpha val="0"/>
              </a:srgbClr>
            </a:solidFill>
            <a:prstDash val="solid"/>
          </a:ln>
        </p:spPr>
      </p:sp>
      <p:sp>
        <p:nvSpPr>
          <p:cNvPr id="525" name="Shape 523"/>
          <p:cNvSpPr/>
          <p:nvPr/>
        </p:nvSpPr>
        <p:spPr>
          <a:xfrm>
            <a:off x="6535336" y="2976412"/>
            <a:ext cx="55659" cy="55659"/>
          </a:xfrm>
          <a:prstGeom prst="ellipse">
            <a:avLst/>
          </a:prstGeom>
          <a:solidFill>
            <a:srgbClr val="26364E">
              <a:alpha val="84000"/>
            </a:srgbClr>
          </a:solidFill>
          <a:ln w="3810">
            <a:solidFill>
              <a:srgbClr val="26364E">
                <a:alpha val="0"/>
              </a:srgbClr>
            </a:solidFill>
            <a:prstDash val="solid"/>
          </a:ln>
        </p:spPr>
      </p:sp>
      <p:sp>
        <p:nvSpPr>
          <p:cNvPr id="526" name="Shape 524"/>
          <p:cNvSpPr/>
          <p:nvPr/>
        </p:nvSpPr>
        <p:spPr>
          <a:xfrm>
            <a:off x="6614372" y="2976412"/>
            <a:ext cx="55659" cy="55659"/>
          </a:xfrm>
          <a:prstGeom prst="ellipse">
            <a:avLst/>
          </a:prstGeom>
          <a:solidFill>
            <a:srgbClr val="26364E">
              <a:alpha val="84000"/>
            </a:srgbClr>
          </a:solidFill>
          <a:ln w="3810">
            <a:solidFill>
              <a:srgbClr val="26364E">
                <a:alpha val="0"/>
              </a:srgbClr>
            </a:solidFill>
            <a:prstDash val="solid"/>
          </a:ln>
        </p:spPr>
      </p:sp>
      <p:sp>
        <p:nvSpPr>
          <p:cNvPr id="527" name="Shape 525"/>
          <p:cNvSpPr/>
          <p:nvPr/>
        </p:nvSpPr>
        <p:spPr>
          <a:xfrm>
            <a:off x="6693408" y="2976412"/>
            <a:ext cx="55659" cy="55659"/>
          </a:xfrm>
          <a:prstGeom prst="ellipse">
            <a:avLst/>
          </a:prstGeom>
          <a:solidFill>
            <a:srgbClr val="26364E">
              <a:alpha val="84000"/>
            </a:srgbClr>
          </a:solidFill>
          <a:ln w="3810">
            <a:solidFill>
              <a:srgbClr val="26364E">
                <a:alpha val="0"/>
              </a:srgbClr>
            </a:solidFill>
            <a:prstDash val="solid"/>
          </a:ln>
        </p:spPr>
      </p:sp>
      <p:sp>
        <p:nvSpPr>
          <p:cNvPr id="528" name="Shape 526"/>
          <p:cNvSpPr/>
          <p:nvPr/>
        </p:nvSpPr>
        <p:spPr>
          <a:xfrm>
            <a:off x="6772444" y="2976412"/>
            <a:ext cx="55659" cy="55659"/>
          </a:xfrm>
          <a:prstGeom prst="ellipse">
            <a:avLst/>
          </a:prstGeom>
          <a:solidFill>
            <a:srgbClr val="26364E">
              <a:alpha val="84000"/>
            </a:srgbClr>
          </a:solidFill>
          <a:ln w="3810">
            <a:solidFill>
              <a:srgbClr val="26364E">
                <a:alpha val="0"/>
              </a:srgbClr>
            </a:solidFill>
            <a:prstDash val="solid"/>
          </a:ln>
        </p:spPr>
      </p:sp>
      <p:sp>
        <p:nvSpPr>
          <p:cNvPr id="529" name="Shape 527"/>
          <p:cNvSpPr/>
          <p:nvPr/>
        </p:nvSpPr>
        <p:spPr>
          <a:xfrm>
            <a:off x="6851480" y="2976412"/>
            <a:ext cx="55659" cy="55659"/>
          </a:xfrm>
          <a:prstGeom prst="ellipse">
            <a:avLst/>
          </a:prstGeom>
          <a:solidFill>
            <a:srgbClr val="42E0CB"/>
          </a:solidFill>
          <a:ln w="3810">
            <a:solidFill>
              <a:srgbClr val="42E0CB">
                <a:alpha val="0"/>
              </a:srgbClr>
            </a:solidFill>
            <a:prstDash val="solid"/>
          </a:ln>
        </p:spPr>
      </p:sp>
      <p:sp>
        <p:nvSpPr>
          <p:cNvPr id="530" name="Shape 528"/>
          <p:cNvSpPr/>
          <p:nvPr/>
        </p:nvSpPr>
        <p:spPr>
          <a:xfrm>
            <a:off x="6930516" y="2976412"/>
            <a:ext cx="55659" cy="55659"/>
          </a:xfrm>
          <a:prstGeom prst="ellipse">
            <a:avLst/>
          </a:prstGeom>
          <a:solidFill>
            <a:srgbClr val="26364E">
              <a:alpha val="84000"/>
            </a:srgbClr>
          </a:solidFill>
          <a:ln w="3810">
            <a:solidFill>
              <a:srgbClr val="26364E">
                <a:alpha val="0"/>
              </a:srgbClr>
            </a:solidFill>
            <a:prstDash val="solid"/>
          </a:ln>
        </p:spPr>
      </p:sp>
      <p:sp>
        <p:nvSpPr>
          <p:cNvPr id="531" name="Shape 529"/>
          <p:cNvSpPr/>
          <p:nvPr/>
        </p:nvSpPr>
        <p:spPr>
          <a:xfrm>
            <a:off x="7772400" y="1700784"/>
            <a:ext cx="2971800" cy="1645920"/>
          </a:xfrm>
          <a:prstGeom prst="roundRect">
            <a:avLst>
              <a:gd name="adj" fmla="val 6667"/>
            </a:avLst>
          </a:prstGeom>
          <a:solidFill>
            <a:srgbClr val="0A1521"/>
          </a:solidFill>
          <a:ln w="10160">
            <a:solidFill>
              <a:srgbClr val="8FE3A1"/>
            </a:solidFill>
            <a:prstDash val="solid"/>
          </a:ln>
        </p:spPr>
      </p:sp>
      <p:sp>
        <p:nvSpPr>
          <p:cNvPr id="532" name="Shape 530"/>
          <p:cNvSpPr/>
          <p:nvPr/>
        </p:nvSpPr>
        <p:spPr>
          <a:xfrm>
            <a:off x="7973568" y="1892808"/>
            <a:ext cx="960120" cy="292608"/>
          </a:xfrm>
          <a:prstGeom prst="roundRect">
            <a:avLst>
              <a:gd name="adj" fmla="val 37500"/>
            </a:avLst>
          </a:prstGeom>
          <a:solidFill>
            <a:srgbClr val="8FE3A1">
              <a:alpha val="16000"/>
            </a:srgbClr>
          </a:solidFill>
          <a:ln w="10160">
            <a:solidFill>
              <a:srgbClr val="8FE3A1">
                <a:alpha val="80000"/>
              </a:srgbClr>
            </a:solidFill>
            <a:prstDash val="solid"/>
          </a:ln>
        </p:spPr>
      </p:sp>
      <p:sp>
        <p:nvSpPr>
          <p:cNvPr id="533" name="Text 531"/>
          <p:cNvSpPr txBox="1"/>
          <p:nvPr/>
        </p:nvSpPr>
        <p:spPr>
          <a:xfrm>
            <a:off x="8055864" y="1906524"/>
            <a:ext cx="795528" cy="256032"/>
          </a:xfrm>
          <a:prstGeom prst="rect">
            <a:avLst/>
          </a:prstGeom>
          <a:noFill/>
          <a:ln/>
        </p:spPr>
        <p:txBody>
          <a:bodyPr wrap="square" lIns="381" tIns="381" rIns="381" bIns="381" rtlCol="0" anchor="ctr">
            <a:normAutofit/>
          </a:bodyPr>
          <a:lstStyle/>
          <a:p>
            <a:pPr marL="0" indent="0" algn="ctr">
              <a:buNone/>
            </a:pPr>
            <a:r>
              <a:rPr lang="en-US" sz="900" b="1" dirty="0">
                <a:solidFill>
                  <a:srgbClr val="8FE3A1"/>
                </a:solidFill>
                <a:latin typeface="Noto Sans" pitchFamily="34" charset="0"/>
                <a:ea typeface="Noto Sans" pitchFamily="34" charset="-122"/>
                <a:cs typeface="Noto Sans" pitchFamily="34" charset="-120"/>
              </a:rPr>
              <a:t>SEKOLAH</a:t>
            </a:r>
            <a:endParaRPr lang="en-US" sz="900" dirty="0"/>
          </a:p>
        </p:txBody>
      </p:sp>
      <p:sp>
        <p:nvSpPr>
          <p:cNvPr id="534" name="Shape 532"/>
          <p:cNvSpPr/>
          <p:nvPr/>
        </p:nvSpPr>
        <p:spPr>
          <a:xfrm>
            <a:off x="7973568" y="2313432"/>
            <a:ext cx="2560320" cy="758952"/>
          </a:xfrm>
          <a:prstGeom prst="roundRect">
            <a:avLst>
              <a:gd name="adj" fmla="val 14458"/>
            </a:avLst>
          </a:prstGeom>
          <a:solidFill>
            <a:srgbClr val="08131D"/>
          </a:solidFill>
          <a:ln w="15240">
            <a:solidFill>
              <a:srgbClr val="3A5967"/>
            </a:solidFill>
            <a:prstDash val="solid"/>
          </a:ln>
        </p:spPr>
      </p:sp>
      <p:sp>
        <p:nvSpPr>
          <p:cNvPr id="535" name="Shape 533"/>
          <p:cNvSpPr/>
          <p:nvPr/>
        </p:nvSpPr>
        <p:spPr>
          <a:xfrm>
            <a:off x="8000841" y="2423160"/>
            <a:ext cx="55659" cy="55659"/>
          </a:xfrm>
          <a:prstGeom prst="ellipse">
            <a:avLst/>
          </a:prstGeom>
          <a:solidFill>
            <a:srgbClr val="26364E">
              <a:alpha val="84000"/>
            </a:srgbClr>
          </a:solidFill>
          <a:ln w="3810">
            <a:solidFill>
              <a:srgbClr val="26364E">
                <a:alpha val="0"/>
              </a:srgbClr>
            </a:solidFill>
            <a:prstDash val="solid"/>
          </a:ln>
        </p:spPr>
      </p:sp>
      <p:sp>
        <p:nvSpPr>
          <p:cNvPr id="536" name="Shape 534"/>
          <p:cNvSpPr/>
          <p:nvPr/>
        </p:nvSpPr>
        <p:spPr>
          <a:xfrm>
            <a:off x="8079877" y="2423160"/>
            <a:ext cx="55659" cy="55659"/>
          </a:xfrm>
          <a:prstGeom prst="ellipse">
            <a:avLst/>
          </a:prstGeom>
          <a:solidFill>
            <a:srgbClr val="26364E">
              <a:alpha val="84000"/>
            </a:srgbClr>
          </a:solidFill>
          <a:ln w="3810">
            <a:solidFill>
              <a:srgbClr val="26364E">
                <a:alpha val="0"/>
              </a:srgbClr>
            </a:solidFill>
            <a:prstDash val="solid"/>
          </a:ln>
        </p:spPr>
      </p:sp>
      <p:sp>
        <p:nvSpPr>
          <p:cNvPr id="537" name="Shape 535"/>
          <p:cNvSpPr/>
          <p:nvPr/>
        </p:nvSpPr>
        <p:spPr>
          <a:xfrm>
            <a:off x="8158913" y="2423160"/>
            <a:ext cx="55659" cy="55659"/>
          </a:xfrm>
          <a:prstGeom prst="ellipse">
            <a:avLst/>
          </a:prstGeom>
          <a:solidFill>
            <a:srgbClr val="42E0CB"/>
          </a:solidFill>
          <a:ln w="3810">
            <a:solidFill>
              <a:srgbClr val="42E0CB">
                <a:alpha val="0"/>
              </a:srgbClr>
            </a:solidFill>
            <a:prstDash val="solid"/>
          </a:ln>
        </p:spPr>
      </p:sp>
      <p:sp>
        <p:nvSpPr>
          <p:cNvPr id="538" name="Shape 536"/>
          <p:cNvSpPr/>
          <p:nvPr/>
        </p:nvSpPr>
        <p:spPr>
          <a:xfrm>
            <a:off x="8237949" y="2423160"/>
            <a:ext cx="55659" cy="55659"/>
          </a:xfrm>
          <a:prstGeom prst="ellipse">
            <a:avLst/>
          </a:prstGeom>
          <a:solidFill>
            <a:srgbClr val="26364E">
              <a:alpha val="84000"/>
            </a:srgbClr>
          </a:solidFill>
          <a:ln w="3810">
            <a:solidFill>
              <a:srgbClr val="26364E">
                <a:alpha val="0"/>
              </a:srgbClr>
            </a:solidFill>
            <a:prstDash val="solid"/>
          </a:ln>
        </p:spPr>
      </p:sp>
      <p:sp>
        <p:nvSpPr>
          <p:cNvPr id="539" name="Shape 537"/>
          <p:cNvSpPr/>
          <p:nvPr/>
        </p:nvSpPr>
        <p:spPr>
          <a:xfrm>
            <a:off x="8316985" y="2423160"/>
            <a:ext cx="55659" cy="55659"/>
          </a:xfrm>
          <a:prstGeom prst="ellipse">
            <a:avLst/>
          </a:prstGeom>
          <a:solidFill>
            <a:srgbClr val="26364E">
              <a:alpha val="84000"/>
            </a:srgbClr>
          </a:solidFill>
          <a:ln w="3810">
            <a:solidFill>
              <a:srgbClr val="26364E">
                <a:alpha val="0"/>
              </a:srgbClr>
            </a:solidFill>
            <a:prstDash val="solid"/>
          </a:ln>
        </p:spPr>
      </p:sp>
      <p:sp>
        <p:nvSpPr>
          <p:cNvPr id="540" name="Shape 538"/>
          <p:cNvSpPr/>
          <p:nvPr/>
        </p:nvSpPr>
        <p:spPr>
          <a:xfrm>
            <a:off x="8396021" y="2423160"/>
            <a:ext cx="55659" cy="55659"/>
          </a:xfrm>
          <a:prstGeom prst="ellipse">
            <a:avLst/>
          </a:prstGeom>
          <a:solidFill>
            <a:srgbClr val="26364E">
              <a:alpha val="84000"/>
            </a:srgbClr>
          </a:solidFill>
          <a:ln w="3810">
            <a:solidFill>
              <a:srgbClr val="26364E">
                <a:alpha val="0"/>
              </a:srgbClr>
            </a:solidFill>
            <a:prstDash val="solid"/>
          </a:ln>
        </p:spPr>
      </p:sp>
      <p:sp>
        <p:nvSpPr>
          <p:cNvPr id="541" name="Shape 539"/>
          <p:cNvSpPr/>
          <p:nvPr/>
        </p:nvSpPr>
        <p:spPr>
          <a:xfrm>
            <a:off x="8475057" y="2423160"/>
            <a:ext cx="55659" cy="55659"/>
          </a:xfrm>
          <a:prstGeom prst="ellipse">
            <a:avLst/>
          </a:prstGeom>
          <a:solidFill>
            <a:srgbClr val="26364E">
              <a:alpha val="84000"/>
            </a:srgbClr>
          </a:solidFill>
          <a:ln w="3810">
            <a:solidFill>
              <a:srgbClr val="26364E">
                <a:alpha val="0"/>
              </a:srgbClr>
            </a:solidFill>
            <a:prstDash val="solid"/>
          </a:ln>
        </p:spPr>
      </p:sp>
      <p:sp>
        <p:nvSpPr>
          <p:cNvPr id="542" name="Shape 540"/>
          <p:cNvSpPr/>
          <p:nvPr/>
        </p:nvSpPr>
        <p:spPr>
          <a:xfrm>
            <a:off x="8554093" y="2423160"/>
            <a:ext cx="55659" cy="55659"/>
          </a:xfrm>
          <a:prstGeom prst="ellipse">
            <a:avLst/>
          </a:prstGeom>
          <a:solidFill>
            <a:srgbClr val="26364E">
              <a:alpha val="84000"/>
            </a:srgbClr>
          </a:solidFill>
          <a:ln w="3810">
            <a:solidFill>
              <a:srgbClr val="26364E">
                <a:alpha val="0"/>
              </a:srgbClr>
            </a:solidFill>
            <a:prstDash val="solid"/>
          </a:ln>
        </p:spPr>
      </p:sp>
      <p:sp>
        <p:nvSpPr>
          <p:cNvPr id="543" name="Shape 541"/>
          <p:cNvSpPr/>
          <p:nvPr/>
        </p:nvSpPr>
        <p:spPr>
          <a:xfrm>
            <a:off x="8633129" y="2423160"/>
            <a:ext cx="55659" cy="55659"/>
          </a:xfrm>
          <a:prstGeom prst="ellipse">
            <a:avLst/>
          </a:prstGeom>
          <a:solidFill>
            <a:srgbClr val="26364E">
              <a:alpha val="84000"/>
            </a:srgbClr>
          </a:solidFill>
          <a:ln w="3810">
            <a:solidFill>
              <a:srgbClr val="26364E">
                <a:alpha val="0"/>
              </a:srgbClr>
            </a:solidFill>
            <a:prstDash val="solid"/>
          </a:ln>
        </p:spPr>
      </p:sp>
      <p:sp>
        <p:nvSpPr>
          <p:cNvPr id="544" name="Shape 542"/>
          <p:cNvSpPr/>
          <p:nvPr/>
        </p:nvSpPr>
        <p:spPr>
          <a:xfrm>
            <a:off x="8712165" y="2423160"/>
            <a:ext cx="55659" cy="55659"/>
          </a:xfrm>
          <a:prstGeom prst="ellipse">
            <a:avLst/>
          </a:prstGeom>
          <a:solidFill>
            <a:srgbClr val="26364E">
              <a:alpha val="84000"/>
            </a:srgbClr>
          </a:solidFill>
          <a:ln w="3810">
            <a:solidFill>
              <a:srgbClr val="26364E">
                <a:alpha val="0"/>
              </a:srgbClr>
            </a:solidFill>
            <a:prstDash val="solid"/>
          </a:ln>
        </p:spPr>
      </p:sp>
      <p:sp>
        <p:nvSpPr>
          <p:cNvPr id="545" name="Shape 543"/>
          <p:cNvSpPr/>
          <p:nvPr/>
        </p:nvSpPr>
        <p:spPr>
          <a:xfrm>
            <a:off x="8791201" y="2423160"/>
            <a:ext cx="55659" cy="55659"/>
          </a:xfrm>
          <a:prstGeom prst="ellipse">
            <a:avLst/>
          </a:prstGeom>
          <a:solidFill>
            <a:srgbClr val="26364E">
              <a:alpha val="84000"/>
            </a:srgbClr>
          </a:solidFill>
          <a:ln w="3810">
            <a:solidFill>
              <a:srgbClr val="26364E">
                <a:alpha val="0"/>
              </a:srgbClr>
            </a:solidFill>
            <a:prstDash val="solid"/>
          </a:ln>
        </p:spPr>
      </p:sp>
      <p:sp>
        <p:nvSpPr>
          <p:cNvPr id="546" name="Shape 544"/>
          <p:cNvSpPr/>
          <p:nvPr/>
        </p:nvSpPr>
        <p:spPr>
          <a:xfrm>
            <a:off x="8870237" y="2423160"/>
            <a:ext cx="55659" cy="55659"/>
          </a:xfrm>
          <a:prstGeom prst="ellipse">
            <a:avLst/>
          </a:prstGeom>
          <a:solidFill>
            <a:srgbClr val="26364E">
              <a:alpha val="84000"/>
            </a:srgbClr>
          </a:solidFill>
          <a:ln w="3810">
            <a:solidFill>
              <a:srgbClr val="26364E">
                <a:alpha val="0"/>
              </a:srgbClr>
            </a:solidFill>
            <a:prstDash val="solid"/>
          </a:ln>
        </p:spPr>
      </p:sp>
      <p:sp>
        <p:nvSpPr>
          <p:cNvPr id="547" name="Shape 545"/>
          <p:cNvSpPr/>
          <p:nvPr/>
        </p:nvSpPr>
        <p:spPr>
          <a:xfrm>
            <a:off x="8949273" y="2423160"/>
            <a:ext cx="55659" cy="55659"/>
          </a:xfrm>
          <a:prstGeom prst="ellipse">
            <a:avLst/>
          </a:prstGeom>
          <a:solidFill>
            <a:srgbClr val="26364E">
              <a:alpha val="84000"/>
            </a:srgbClr>
          </a:solidFill>
          <a:ln w="3810">
            <a:solidFill>
              <a:srgbClr val="26364E">
                <a:alpha val="0"/>
              </a:srgbClr>
            </a:solidFill>
            <a:prstDash val="solid"/>
          </a:ln>
        </p:spPr>
      </p:sp>
      <p:sp>
        <p:nvSpPr>
          <p:cNvPr id="548" name="Shape 546"/>
          <p:cNvSpPr/>
          <p:nvPr/>
        </p:nvSpPr>
        <p:spPr>
          <a:xfrm>
            <a:off x="9028309" y="2423160"/>
            <a:ext cx="55659" cy="55659"/>
          </a:xfrm>
          <a:prstGeom prst="ellipse">
            <a:avLst/>
          </a:prstGeom>
          <a:solidFill>
            <a:srgbClr val="26364E">
              <a:alpha val="84000"/>
            </a:srgbClr>
          </a:solidFill>
          <a:ln w="3810">
            <a:solidFill>
              <a:srgbClr val="26364E">
                <a:alpha val="0"/>
              </a:srgbClr>
            </a:solidFill>
            <a:prstDash val="solid"/>
          </a:ln>
        </p:spPr>
      </p:sp>
      <p:sp>
        <p:nvSpPr>
          <p:cNvPr id="549" name="Shape 547"/>
          <p:cNvSpPr/>
          <p:nvPr/>
        </p:nvSpPr>
        <p:spPr>
          <a:xfrm>
            <a:off x="9107344" y="2423160"/>
            <a:ext cx="55659" cy="55659"/>
          </a:xfrm>
          <a:prstGeom prst="ellipse">
            <a:avLst/>
          </a:prstGeom>
          <a:solidFill>
            <a:srgbClr val="26364E">
              <a:alpha val="84000"/>
            </a:srgbClr>
          </a:solidFill>
          <a:ln w="3810">
            <a:solidFill>
              <a:srgbClr val="26364E">
                <a:alpha val="0"/>
              </a:srgbClr>
            </a:solidFill>
            <a:prstDash val="solid"/>
          </a:ln>
        </p:spPr>
      </p:sp>
      <p:sp>
        <p:nvSpPr>
          <p:cNvPr id="550" name="Shape 548"/>
          <p:cNvSpPr/>
          <p:nvPr/>
        </p:nvSpPr>
        <p:spPr>
          <a:xfrm>
            <a:off x="9186380" y="2423160"/>
            <a:ext cx="55659" cy="55659"/>
          </a:xfrm>
          <a:prstGeom prst="ellipse">
            <a:avLst/>
          </a:prstGeom>
          <a:solidFill>
            <a:srgbClr val="26364E">
              <a:alpha val="84000"/>
            </a:srgbClr>
          </a:solidFill>
          <a:ln w="3810">
            <a:solidFill>
              <a:srgbClr val="26364E">
                <a:alpha val="0"/>
              </a:srgbClr>
            </a:solidFill>
            <a:prstDash val="solid"/>
          </a:ln>
        </p:spPr>
      </p:sp>
      <p:sp>
        <p:nvSpPr>
          <p:cNvPr id="551" name="Shape 549"/>
          <p:cNvSpPr/>
          <p:nvPr/>
        </p:nvSpPr>
        <p:spPr>
          <a:xfrm>
            <a:off x="9265416" y="2423160"/>
            <a:ext cx="55659" cy="55659"/>
          </a:xfrm>
          <a:prstGeom prst="ellipse">
            <a:avLst/>
          </a:prstGeom>
          <a:solidFill>
            <a:srgbClr val="26364E">
              <a:alpha val="84000"/>
            </a:srgbClr>
          </a:solidFill>
          <a:ln w="3810">
            <a:solidFill>
              <a:srgbClr val="26364E">
                <a:alpha val="0"/>
              </a:srgbClr>
            </a:solidFill>
            <a:prstDash val="solid"/>
          </a:ln>
        </p:spPr>
      </p:sp>
      <p:sp>
        <p:nvSpPr>
          <p:cNvPr id="552" name="Shape 550"/>
          <p:cNvSpPr/>
          <p:nvPr/>
        </p:nvSpPr>
        <p:spPr>
          <a:xfrm>
            <a:off x="9344452" y="2423160"/>
            <a:ext cx="55659" cy="55659"/>
          </a:xfrm>
          <a:prstGeom prst="ellipse">
            <a:avLst/>
          </a:prstGeom>
          <a:solidFill>
            <a:srgbClr val="26364E">
              <a:alpha val="84000"/>
            </a:srgbClr>
          </a:solidFill>
          <a:ln w="3810">
            <a:solidFill>
              <a:srgbClr val="26364E">
                <a:alpha val="0"/>
              </a:srgbClr>
            </a:solidFill>
            <a:prstDash val="solid"/>
          </a:ln>
        </p:spPr>
      </p:sp>
      <p:sp>
        <p:nvSpPr>
          <p:cNvPr id="553" name="Shape 551"/>
          <p:cNvSpPr/>
          <p:nvPr/>
        </p:nvSpPr>
        <p:spPr>
          <a:xfrm>
            <a:off x="9423488" y="2423160"/>
            <a:ext cx="55659" cy="55659"/>
          </a:xfrm>
          <a:prstGeom prst="ellipse">
            <a:avLst/>
          </a:prstGeom>
          <a:solidFill>
            <a:srgbClr val="26364E">
              <a:alpha val="84000"/>
            </a:srgbClr>
          </a:solidFill>
          <a:ln w="3810">
            <a:solidFill>
              <a:srgbClr val="26364E">
                <a:alpha val="0"/>
              </a:srgbClr>
            </a:solidFill>
            <a:prstDash val="solid"/>
          </a:ln>
        </p:spPr>
      </p:sp>
      <p:sp>
        <p:nvSpPr>
          <p:cNvPr id="554" name="Shape 552"/>
          <p:cNvSpPr/>
          <p:nvPr/>
        </p:nvSpPr>
        <p:spPr>
          <a:xfrm>
            <a:off x="9502524" y="2423160"/>
            <a:ext cx="55659" cy="55659"/>
          </a:xfrm>
          <a:prstGeom prst="ellipse">
            <a:avLst/>
          </a:prstGeom>
          <a:solidFill>
            <a:srgbClr val="26364E">
              <a:alpha val="84000"/>
            </a:srgbClr>
          </a:solidFill>
          <a:ln w="3810">
            <a:solidFill>
              <a:srgbClr val="26364E">
                <a:alpha val="0"/>
              </a:srgbClr>
            </a:solidFill>
            <a:prstDash val="solid"/>
          </a:ln>
        </p:spPr>
      </p:sp>
      <p:sp>
        <p:nvSpPr>
          <p:cNvPr id="555" name="Shape 553"/>
          <p:cNvSpPr/>
          <p:nvPr/>
        </p:nvSpPr>
        <p:spPr>
          <a:xfrm>
            <a:off x="9581560" y="2423160"/>
            <a:ext cx="55659" cy="55659"/>
          </a:xfrm>
          <a:prstGeom prst="ellipse">
            <a:avLst/>
          </a:prstGeom>
          <a:solidFill>
            <a:srgbClr val="26364E">
              <a:alpha val="84000"/>
            </a:srgbClr>
          </a:solidFill>
          <a:ln w="3810">
            <a:solidFill>
              <a:srgbClr val="26364E">
                <a:alpha val="0"/>
              </a:srgbClr>
            </a:solidFill>
            <a:prstDash val="solid"/>
          </a:ln>
        </p:spPr>
      </p:sp>
      <p:sp>
        <p:nvSpPr>
          <p:cNvPr id="556" name="Shape 554"/>
          <p:cNvSpPr/>
          <p:nvPr/>
        </p:nvSpPr>
        <p:spPr>
          <a:xfrm>
            <a:off x="9660596" y="2423160"/>
            <a:ext cx="55659" cy="55659"/>
          </a:xfrm>
          <a:prstGeom prst="ellipse">
            <a:avLst/>
          </a:prstGeom>
          <a:solidFill>
            <a:srgbClr val="26364E">
              <a:alpha val="84000"/>
            </a:srgbClr>
          </a:solidFill>
          <a:ln w="3810">
            <a:solidFill>
              <a:srgbClr val="26364E">
                <a:alpha val="0"/>
              </a:srgbClr>
            </a:solidFill>
            <a:prstDash val="solid"/>
          </a:ln>
        </p:spPr>
      </p:sp>
      <p:sp>
        <p:nvSpPr>
          <p:cNvPr id="557" name="Shape 555"/>
          <p:cNvSpPr/>
          <p:nvPr/>
        </p:nvSpPr>
        <p:spPr>
          <a:xfrm>
            <a:off x="9739632" y="2423160"/>
            <a:ext cx="55659" cy="55659"/>
          </a:xfrm>
          <a:prstGeom prst="ellipse">
            <a:avLst/>
          </a:prstGeom>
          <a:solidFill>
            <a:srgbClr val="26364E">
              <a:alpha val="84000"/>
            </a:srgbClr>
          </a:solidFill>
          <a:ln w="3810">
            <a:solidFill>
              <a:srgbClr val="26364E">
                <a:alpha val="0"/>
              </a:srgbClr>
            </a:solidFill>
            <a:prstDash val="solid"/>
          </a:ln>
        </p:spPr>
      </p:sp>
      <p:sp>
        <p:nvSpPr>
          <p:cNvPr id="558" name="Shape 556"/>
          <p:cNvSpPr/>
          <p:nvPr/>
        </p:nvSpPr>
        <p:spPr>
          <a:xfrm>
            <a:off x="9818668" y="2423160"/>
            <a:ext cx="55659" cy="55659"/>
          </a:xfrm>
          <a:prstGeom prst="ellipse">
            <a:avLst/>
          </a:prstGeom>
          <a:solidFill>
            <a:srgbClr val="26364E">
              <a:alpha val="84000"/>
            </a:srgbClr>
          </a:solidFill>
          <a:ln w="3810">
            <a:solidFill>
              <a:srgbClr val="26364E">
                <a:alpha val="0"/>
              </a:srgbClr>
            </a:solidFill>
            <a:prstDash val="solid"/>
          </a:ln>
        </p:spPr>
      </p:sp>
      <p:sp>
        <p:nvSpPr>
          <p:cNvPr id="559" name="Shape 557"/>
          <p:cNvSpPr/>
          <p:nvPr/>
        </p:nvSpPr>
        <p:spPr>
          <a:xfrm>
            <a:off x="9897704" y="2423160"/>
            <a:ext cx="55659" cy="55659"/>
          </a:xfrm>
          <a:prstGeom prst="ellipse">
            <a:avLst/>
          </a:prstGeom>
          <a:solidFill>
            <a:srgbClr val="26364E">
              <a:alpha val="84000"/>
            </a:srgbClr>
          </a:solidFill>
          <a:ln w="3810">
            <a:solidFill>
              <a:srgbClr val="26364E">
                <a:alpha val="0"/>
              </a:srgbClr>
            </a:solidFill>
            <a:prstDash val="solid"/>
          </a:ln>
        </p:spPr>
      </p:sp>
      <p:sp>
        <p:nvSpPr>
          <p:cNvPr id="560" name="Shape 558"/>
          <p:cNvSpPr/>
          <p:nvPr/>
        </p:nvSpPr>
        <p:spPr>
          <a:xfrm>
            <a:off x="9976740" y="2423160"/>
            <a:ext cx="55659" cy="55659"/>
          </a:xfrm>
          <a:prstGeom prst="ellipse">
            <a:avLst/>
          </a:prstGeom>
          <a:solidFill>
            <a:srgbClr val="26364E">
              <a:alpha val="84000"/>
            </a:srgbClr>
          </a:solidFill>
          <a:ln w="3810">
            <a:solidFill>
              <a:srgbClr val="26364E">
                <a:alpha val="0"/>
              </a:srgbClr>
            </a:solidFill>
            <a:prstDash val="solid"/>
          </a:ln>
        </p:spPr>
      </p:sp>
      <p:sp>
        <p:nvSpPr>
          <p:cNvPr id="561" name="Shape 559"/>
          <p:cNvSpPr/>
          <p:nvPr/>
        </p:nvSpPr>
        <p:spPr>
          <a:xfrm>
            <a:off x="10055776" y="2423160"/>
            <a:ext cx="55659" cy="55659"/>
          </a:xfrm>
          <a:prstGeom prst="ellipse">
            <a:avLst/>
          </a:prstGeom>
          <a:solidFill>
            <a:srgbClr val="26364E">
              <a:alpha val="84000"/>
            </a:srgbClr>
          </a:solidFill>
          <a:ln w="3810">
            <a:solidFill>
              <a:srgbClr val="26364E">
                <a:alpha val="0"/>
              </a:srgbClr>
            </a:solidFill>
            <a:prstDash val="solid"/>
          </a:ln>
        </p:spPr>
      </p:sp>
      <p:sp>
        <p:nvSpPr>
          <p:cNvPr id="562" name="Shape 560"/>
          <p:cNvSpPr/>
          <p:nvPr/>
        </p:nvSpPr>
        <p:spPr>
          <a:xfrm>
            <a:off x="10134812" y="2423160"/>
            <a:ext cx="55659" cy="55659"/>
          </a:xfrm>
          <a:prstGeom prst="ellipse">
            <a:avLst/>
          </a:prstGeom>
          <a:solidFill>
            <a:srgbClr val="26364E">
              <a:alpha val="84000"/>
            </a:srgbClr>
          </a:solidFill>
          <a:ln w="3810">
            <a:solidFill>
              <a:srgbClr val="26364E">
                <a:alpha val="0"/>
              </a:srgbClr>
            </a:solidFill>
            <a:prstDash val="solid"/>
          </a:ln>
        </p:spPr>
      </p:sp>
      <p:sp>
        <p:nvSpPr>
          <p:cNvPr id="563" name="Shape 561"/>
          <p:cNvSpPr/>
          <p:nvPr/>
        </p:nvSpPr>
        <p:spPr>
          <a:xfrm>
            <a:off x="10213848" y="2423160"/>
            <a:ext cx="55659" cy="55659"/>
          </a:xfrm>
          <a:prstGeom prst="ellipse">
            <a:avLst/>
          </a:prstGeom>
          <a:solidFill>
            <a:srgbClr val="26364E">
              <a:alpha val="84000"/>
            </a:srgbClr>
          </a:solidFill>
          <a:ln w="3810">
            <a:solidFill>
              <a:srgbClr val="26364E">
                <a:alpha val="0"/>
              </a:srgbClr>
            </a:solidFill>
            <a:prstDash val="solid"/>
          </a:ln>
        </p:spPr>
      </p:sp>
      <p:sp>
        <p:nvSpPr>
          <p:cNvPr id="564" name="Shape 562"/>
          <p:cNvSpPr/>
          <p:nvPr/>
        </p:nvSpPr>
        <p:spPr>
          <a:xfrm>
            <a:off x="10292884" y="2423160"/>
            <a:ext cx="55659" cy="55659"/>
          </a:xfrm>
          <a:prstGeom prst="ellipse">
            <a:avLst/>
          </a:prstGeom>
          <a:solidFill>
            <a:srgbClr val="26364E">
              <a:alpha val="84000"/>
            </a:srgbClr>
          </a:solidFill>
          <a:ln w="3810">
            <a:solidFill>
              <a:srgbClr val="26364E">
                <a:alpha val="0"/>
              </a:srgbClr>
            </a:solidFill>
            <a:prstDash val="solid"/>
          </a:ln>
        </p:spPr>
      </p:sp>
      <p:sp>
        <p:nvSpPr>
          <p:cNvPr id="565" name="Shape 563"/>
          <p:cNvSpPr/>
          <p:nvPr/>
        </p:nvSpPr>
        <p:spPr>
          <a:xfrm>
            <a:off x="10371920" y="2423160"/>
            <a:ext cx="55659" cy="55659"/>
          </a:xfrm>
          <a:prstGeom prst="ellipse">
            <a:avLst/>
          </a:prstGeom>
          <a:solidFill>
            <a:srgbClr val="42E0CB"/>
          </a:solidFill>
          <a:ln w="3810">
            <a:solidFill>
              <a:srgbClr val="42E0CB">
                <a:alpha val="0"/>
              </a:srgbClr>
            </a:solidFill>
            <a:prstDash val="solid"/>
          </a:ln>
        </p:spPr>
      </p:sp>
      <p:sp>
        <p:nvSpPr>
          <p:cNvPr id="566" name="Shape 564"/>
          <p:cNvSpPr/>
          <p:nvPr/>
        </p:nvSpPr>
        <p:spPr>
          <a:xfrm>
            <a:off x="10450956" y="2423160"/>
            <a:ext cx="55659" cy="55659"/>
          </a:xfrm>
          <a:prstGeom prst="ellipse">
            <a:avLst/>
          </a:prstGeom>
          <a:solidFill>
            <a:srgbClr val="26364E">
              <a:alpha val="84000"/>
            </a:srgbClr>
          </a:solidFill>
          <a:ln w="3810">
            <a:solidFill>
              <a:srgbClr val="26364E">
                <a:alpha val="0"/>
              </a:srgbClr>
            </a:solidFill>
            <a:prstDash val="solid"/>
          </a:ln>
        </p:spPr>
      </p:sp>
      <p:sp>
        <p:nvSpPr>
          <p:cNvPr id="567" name="Shape 565"/>
          <p:cNvSpPr/>
          <p:nvPr/>
        </p:nvSpPr>
        <p:spPr>
          <a:xfrm>
            <a:off x="8000841" y="2502196"/>
            <a:ext cx="55659" cy="55659"/>
          </a:xfrm>
          <a:prstGeom prst="ellipse">
            <a:avLst/>
          </a:prstGeom>
          <a:solidFill>
            <a:srgbClr val="42E0CB"/>
          </a:solidFill>
          <a:ln w="3810">
            <a:solidFill>
              <a:srgbClr val="42E0CB">
                <a:alpha val="0"/>
              </a:srgbClr>
            </a:solidFill>
            <a:prstDash val="solid"/>
          </a:ln>
        </p:spPr>
      </p:sp>
      <p:sp>
        <p:nvSpPr>
          <p:cNvPr id="568" name="Shape 566"/>
          <p:cNvSpPr/>
          <p:nvPr/>
        </p:nvSpPr>
        <p:spPr>
          <a:xfrm>
            <a:off x="8079877" y="2502196"/>
            <a:ext cx="55659" cy="55659"/>
          </a:xfrm>
          <a:prstGeom prst="ellipse">
            <a:avLst/>
          </a:prstGeom>
          <a:solidFill>
            <a:srgbClr val="26364E">
              <a:alpha val="84000"/>
            </a:srgbClr>
          </a:solidFill>
          <a:ln w="3810">
            <a:solidFill>
              <a:srgbClr val="26364E">
                <a:alpha val="0"/>
              </a:srgbClr>
            </a:solidFill>
            <a:prstDash val="solid"/>
          </a:ln>
        </p:spPr>
      </p:sp>
      <p:sp>
        <p:nvSpPr>
          <p:cNvPr id="569" name="Shape 567"/>
          <p:cNvSpPr/>
          <p:nvPr/>
        </p:nvSpPr>
        <p:spPr>
          <a:xfrm>
            <a:off x="8158913" y="2502196"/>
            <a:ext cx="55659" cy="55659"/>
          </a:xfrm>
          <a:prstGeom prst="ellipse">
            <a:avLst/>
          </a:prstGeom>
          <a:solidFill>
            <a:srgbClr val="42E0CB"/>
          </a:solidFill>
          <a:ln w="3810">
            <a:solidFill>
              <a:srgbClr val="42E0CB">
                <a:alpha val="0"/>
              </a:srgbClr>
            </a:solidFill>
            <a:prstDash val="solid"/>
          </a:ln>
        </p:spPr>
      </p:sp>
      <p:sp>
        <p:nvSpPr>
          <p:cNvPr id="570" name="Shape 568"/>
          <p:cNvSpPr/>
          <p:nvPr/>
        </p:nvSpPr>
        <p:spPr>
          <a:xfrm>
            <a:off x="8237949" y="2502196"/>
            <a:ext cx="55659" cy="55659"/>
          </a:xfrm>
          <a:prstGeom prst="ellipse">
            <a:avLst/>
          </a:prstGeom>
          <a:solidFill>
            <a:srgbClr val="26364E">
              <a:alpha val="84000"/>
            </a:srgbClr>
          </a:solidFill>
          <a:ln w="3810">
            <a:solidFill>
              <a:srgbClr val="26364E">
                <a:alpha val="0"/>
              </a:srgbClr>
            </a:solidFill>
            <a:prstDash val="solid"/>
          </a:ln>
        </p:spPr>
      </p:sp>
      <p:sp>
        <p:nvSpPr>
          <p:cNvPr id="571" name="Shape 569"/>
          <p:cNvSpPr/>
          <p:nvPr/>
        </p:nvSpPr>
        <p:spPr>
          <a:xfrm>
            <a:off x="8316985" y="2502196"/>
            <a:ext cx="55659" cy="55659"/>
          </a:xfrm>
          <a:prstGeom prst="ellipse">
            <a:avLst/>
          </a:prstGeom>
          <a:solidFill>
            <a:srgbClr val="42E0CB"/>
          </a:solidFill>
          <a:ln w="3810">
            <a:solidFill>
              <a:srgbClr val="42E0CB">
                <a:alpha val="0"/>
              </a:srgbClr>
            </a:solidFill>
            <a:prstDash val="solid"/>
          </a:ln>
        </p:spPr>
      </p:sp>
      <p:sp>
        <p:nvSpPr>
          <p:cNvPr id="572" name="Shape 570"/>
          <p:cNvSpPr/>
          <p:nvPr/>
        </p:nvSpPr>
        <p:spPr>
          <a:xfrm>
            <a:off x="8396021" y="2502196"/>
            <a:ext cx="55659" cy="55659"/>
          </a:xfrm>
          <a:prstGeom prst="ellipse">
            <a:avLst/>
          </a:prstGeom>
          <a:solidFill>
            <a:srgbClr val="26364E">
              <a:alpha val="84000"/>
            </a:srgbClr>
          </a:solidFill>
          <a:ln w="3810">
            <a:solidFill>
              <a:srgbClr val="26364E">
                <a:alpha val="0"/>
              </a:srgbClr>
            </a:solidFill>
            <a:prstDash val="solid"/>
          </a:ln>
        </p:spPr>
      </p:sp>
      <p:sp>
        <p:nvSpPr>
          <p:cNvPr id="573" name="Shape 571"/>
          <p:cNvSpPr/>
          <p:nvPr/>
        </p:nvSpPr>
        <p:spPr>
          <a:xfrm>
            <a:off x="8475057" y="2502196"/>
            <a:ext cx="55659" cy="55659"/>
          </a:xfrm>
          <a:prstGeom prst="ellipse">
            <a:avLst/>
          </a:prstGeom>
          <a:solidFill>
            <a:srgbClr val="26364E">
              <a:alpha val="84000"/>
            </a:srgbClr>
          </a:solidFill>
          <a:ln w="3810">
            <a:solidFill>
              <a:srgbClr val="26364E">
                <a:alpha val="0"/>
              </a:srgbClr>
            </a:solidFill>
            <a:prstDash val="solid"/>
          </a:ln>
        </p:spPr>
      </p:sp>
      <p:sp>
        <p:nvSpPr>
          <p:cNvPr id="574" name="Shape 572"/>
          <p:cNvSpPr/>
          <p:nvPr/>
        </p:nvSpPr>
        <p:spPr>
          <a:xfrm>
            <a:off x="8554093" y="2502196"/>
            <a:ext cx="55659" cy="55659"/>
          </a:xfrm>
          <a:prstGeom prst="ellipse">
            <a:avLst/>
          </a:prstGeom>
          <a:solidFill>
            <a:srgbClr val="42E0CB"/>
          </a:solidFill>
          <a:ln w="3810">
            <a:solidFill>
              <a:srgbClr val="42E0CB">
                <a:alpha val="0"/>
              </a:srgbClr>
            </a:solidFill>
            <a:prstDash val="solid"/>
          </a:ln>
        </p:spPr>
      </p:sp>
      <p:sp>
        <p:nvSpPr>
          <p:cNvPr id="575" name="Shape 573"/>
          <p:cNvSpPr/>
          <p:nvPr/>
        </p:nvSpPr>
        <p:spPr>
          <a:xfrm>
            <a:off x="8633129" y="2502196"/>
            <a:ext cx="55659" cy="55659"/>
          </a:xfrm>
          <a:prstGeom prst="ellipse">
            <a:avLst/>
          </a:prstGeom>
          <a:solidFill>
            <a:srgbClr val="26364E">
              <a:alpha val="84000"/>
            </a:srgbClr>
          </a:solidFill>
          <a:ln w="3810">
            <a:solidFill>
              <a:srgbClr val="26364E">
                <a:alpha val="0"/>
              </a:srgbClr>
            </a:solidFill>
            <a:prstDash val="solid"/>
          </a:ln>
        </p:spPr>
      </p:sp>
      <p:sp>
        <p:nvSpPr>
          <p:cNvPr id="576" name="Shape 574"/>
          <p:cNvSpPr/>
          <p:nvPr/>
        </p:nvSpPr>
        <p:spPr>
          <a:xfrm>
            <a:off x="8712165" y="2502196"/>
            <a:ext cx="55659" cy="55659"/>
          </a:xfrm>
          <a:prstGeom prst="ellipse">
            <a:avLst/>
          </a:prstGeom>
          <a:solidFill>
            <a:srgbClr val="26364E">
              <a:alpha val="84000"/>
            </a:srgbClr>
          </a:solidFill>
          <a:ln w="3810">
            <a:solidFill>
              <a:srgbClr val="26364E">
                <a:alpha val="0"/>
              </a:srgbClr>
            </a:solidFill>
            <a:prstDash val="solid"/>
          </a:ln>
        </p:spPr>
      </p:sp>
      <p:sp>
        <p:nvSpPr>
          <p:cNvPr id="577" name="Shape 575"/>
          <p:cNvSpPr/>
          <p:nvPr/>
        </p:nvSpPr>
        <p:spPr>
          <a:xfrm>
            <a:off x="8791201" y="2502196"/>
            <a:ext cx="55659" cy="55659"/>
          </a:xfrm>
          <a:prstGeom prst="ellipse">
            <a:avLst/>
          </a:prstGeom>
          <a:solidFill>
            <a:srgbClr val="26364E">
              <a:alpha val="84000"/>
            </a:srgbClr>
          </a:solidFill>
          <a:ln w="3810">
            <a:solidFill>
              <a:srgbClr val="26364E">
                <a:alpha val="0"/>
              </a:srgbClr>
            </a:solidFill>
            <a:prstDash val="solid"/>
          </a:ln>
        </p:spPr>
      </p:sp>
      <p:sp>
        <p:nvSpPr>
          <p:cNvPr id="578" name="Shape 576"/>
          <p:cNvSpPr/>
          <p:nvPr/>
        </p:nvSpPr>
        <p:spPr>
          <a:xfrm>
            <a:off x="8870237" y="2502196"/>
            <a:ext cx="55659" cy="55659"/>
          </a:xfrm>
          <a:prstGeom prst="ellipse">
            <a:avLst/>
          </a:prstGeom>
          <a:solidFill>
            <a:srgbClr val="26364E">
              <a:alpha val="84000"/>
            </a:srgbClr>
          </a:solidFill>
          <a:ln w="3810">
            <a:solidFill>
              <a:srgbClr val="26364E">
                <a:alpha val="0"/>
              </a:srgbClr>
            </a:solidFill>
            <a:prstDash val="solid"/>
          </a:ln>
        </p:spPr>
      </p:sp>
      <p:sp>
        <p:nvSpPr>
          <p:cNvPr id="579" name="Shape 577"/>
          <p:cNvSpPr/>
          <p:nvPr/>
        </p:nvSpPr>
        <p:spPr>
          <a:xfrm>
            <a:off x="8949273" y="2502196"/>
            <a:ext cx="55659" cy="55659"/>
          </a:xfrm>
          <a:prstGeom prst="ellipse">
            <a:avLst/>
          </a:prstGeom>
          <a:solidFill>
            <a:srgbClr val="26364E">
              <a:alpha val="84000"/>
            </a:srgbClr>
          </a:solidFill>
          <a:ln w="3810">
            <a:solidFill>
              <a:srgbClr val="26364E">
                <a:alpha val="0"/>
              </a:srgbClr>
            </a:solidFill>
            <a:prstDash val="solid"/>
          </a:ln>
        </p:spPr>
      </p:sp>
      <p:sp>
        <p:nvSpPr>
          <p:cNvPr id="580" name="Shape 578"/>
          <p:cNvSpPr/>
          <p:nvPr/>
        </p:nvSpPr>
        <p:spPr>
          <a:xfrm>
            <a:off x="9028309" y="2502196"/>
            <a:ext cx="55659" cy="55659"/>
          </a:xfrm>
          <a:prstGeom prst="ellipse">
            <a:avLst/>
          </a:prstGeom>
          <a:solidFill>
            <a:srgbClr val="42E0CB"/>
          </a:solidFill>
          <a:ln w="3810">
            <a:solidFill>
              <a:srgbClr val="42E0CB">
                <a:alpha val="0"/>
              </a:srgbClr>
            </a:solidFill>
            <a:prstDash val="solid"/>
          </a:ln>
        </p:spPr>
      </p:sp>
      <p:sp>
        <p:nvSpPr>
          <p:cNvPr id="581" name="Shape 579"/>
          <p:cNvSpPr/>
          <p:nvPr/>
        </p:nvSpPr>
        <p:spPr>
          <a:xfrm>
            <a:off x="9107344" y="2502196"/>
            <a:ext cx="55659" cy="55659"/>
          </a:xfrm>
          <a:prstGeom prst="ellipse">
            <a:avLst/>
          </a:prstGeom>
          <a:solidFill>
            <a:srgbClr val="26364E">
              <a:alpha val="84000"/>
            </a:srgbClr>
          </a:solidFill>
          <a:ln w="3810">
            <a:solidFill>
              <a:srgbClr val="26364E">
                <a:alpha val="0"/>
              </a:srgbClr>
            </a:solidFill>
            <a:prstDash val="solid"/>
          </a:ln>
        </p:spPr>
      </p:sp>
      <p:sp>
        <p:nvSpPr>
          <p:cNvPr id="582" name="Shape 580"/>
          <p:cNvSpPr/>
          <p:nvPr/>
        </p:nvSpPr>
        <p:spPr>
          <a:xfrm>
            <a:off x="9186380" y="2502196"/>
            <a:ext cx="55659" cy="55659"/>
          </a:xfrm>
          <a:prstGeom prst="ellipse">
            <a:avLst/>
          </a:prstGeom>
          <a:solidFill>
            <a:srgbClr val="26364E">
              <a:alpha val="84000"/>
            </a:srgbClr>
          </a:solidFill>
          <a:ln w="3810">
            <a:solidFill>
              <a:srgbClr val="26364E">
                <a:alpha val="0"/>
              </a:srgbClr>
            </a:solidFill>
            <a:prstDash val="solid"/>
          </a:ln>
        </p:spPr>
      </p:sp>
      <p:sp>
        <p:nvSpPr>
          <p:cNvPr id="583" name="Shape 581"/>
          <p:cNvSpPr/>
          <p:nvPr/>
        </p:nvSpPr>
        <p:spPr>
          <a:xfrm>
            <a:off x="9265416" y="2502196"/>
            <a:ext cx="55659" cy="55659"/>
          </a:xfrm>
          <a:prstGeom prst="ellipse">
            <a:avLst/>
          </a:prstGeom>
          <a:solidFill>
            <a:srgbClr val="26364E">
              <a:alpha val="84000"/>
            </a:srgbClr>
          </a:solidFill>
          <a:ln w="3810">
            <a:solidFill>
              <a:srgbClr val="26364E">
                <a:alpha val="0"/>
              </a:srgbClr>
            </a:solidFill>
            <a:prstDash val="solid"/>
          </a:ln>
        </p:spPr>
      </p:sp>
      <p:sp>
        <p:nvSpPr>
          <p:cNvPr id="584" name="Shape 582"/>
          <p:cNvSpPr/>
          <p:nvPr/>
        </p:nvSpPr>
        <p:spPr>
          <a:xfrm>
            <a:off x="9344452" y="2502196"/>
            <a:ext cx="55659" cy="55659"/>
          </a:xfrm>
          <a:prstGeom prst="ellipse">
            <a:avLst/>
          </a:prstGeom>
          <a:solidFill>
            <a:srgbClr val="26364E">
              <a:alpha val="84000"/>
            </a:srgbClr>
          </a:solidFill>
          <a:ln w="3810">
            <a:solidFill>
              <a:srgbClr val="26364E">
                <a:alpha val="0"/>
              </a:srgbClr>
            </a:solidFill>
            <a:prstDash val="solid"/>
          </a:ln>
        </p:spPr>
      </p:sp>
      <p:sp>
        <p:nvSpPr>
          <p:cNvPr id="585" name="Shape 583"/>
          <p:cNvSpPr/>
          <p:nvPr/>
        </p:nvSpPr>
        <p:spPr>
          <a:xfrm>
            <a:off x="9423488" y="2502196"/>
            <a:ext cx="55659" cy="55659"/>
          </a:xfrm>
          <a:prstGeom prst="ellipse">
            <a:avLst/>
          </a:prstGeom>
          <a:solidFill>
            <a:srgbClr val="26364E">
              <a:alpha val="84000"/>
            </a:srgbClr>
          </a:solidFill>
          <a:ln w="3810">
            <a:solidFill>
              <a:srgbClr val="26364E">
                <a:alpha val="0"/>
              </a:srgbClr>
            </a:solidFill>
            <a:prstDash val="solid"/>
          </a:ln>
        </p:spPr>
      </p:sp>
      <p:sp>
        <p:nvSpPr>
          <p:cNvPr id="586" name="Shape 584"/>
          <p:cNvSpPr/>
          <p:nvPr/>
        </p:nvSpPr>
        <p:spPr>
          <a:xfrm>
            <a:off x="9502524" y="2502196"/>
            <a:ext cx="55659" cy="55659"/>
          </a:xfrm>
          <a:prstGeom prst="ellipse">
            <a:avLst/>
          </a:prstGeom>
          <a:solidFill>
            <a:srgbClr val="42E0CB"/>
          </a:solidFill>
          <a:ln w="3810">
            <a:solidFill>
              <a:srgbClr val="42E0CB">
                <a:alpha val="0"/>
              </a:srgbClr>
            </a:solidFill>
            <a:prstDash val="solid"/>
          </a:ln>
        </p:spPr>
      </p:sp>
      <p:sp>
        <p:nvSpPr>
          <p:cNvPr id="587" name="Shape 585"/>
          <p:cNvSpPr/>
          <p:nvPr/>
        </p:nvSpPr>
        <p:spPr>
          <a:xfrm>
            <a:off x="9581560" y="2502196"/>
            <a:ext cx="55659" cy="55659"/>
          </a:xfrm>
          <a:prstGeom prst="ellipse">
            <a:avLst/>
          </a:prstGeom>
          <a:solidFill>
            <a:srgbClr val="26364E">
              <a:alpha val="84000"/>
            </a:srgbClr>
          </a:solidFill>
          <a:ln w="3810">
            <a:solidFill>
              <a:srgbClr val="26364E">
                <a:alpha val="0"/>
              </a:srgbClr>
            </a:solidFill>
            <a:prstDash val="solid"/>
          </a:ln>
        </p:spPr>
      </p:sp>
      <p:sp>
        <p:nvSpPr>
          <p:cNvPr id="588" name="Shape 586"/>
          <p:cNvSpPr/>
          <p:nvPr/>
        </p:nvSpPr>
        <p:spPr>
          <a:xfrm>
            <a:off x="9660596" y="2502196"/>
            <a:ext cx="55659" cy="55659"/>
          </a:xfrm>
          <a:prstGeom prst="ellipse">
            <a:avLst/>
          </a:prstGeom>
          <a:solidFill>
            <a:srgbClr val="26364E">
              <a:alpha val="84000"/>
            </a:srgbClr>
          </a:solidFill>
          <a:ln w="3810">
            <a:solidFill>
              <a:srgbClr val="26364E">
                <a:alpha val="0"/>
              </a:srgbClr>
            </a:solidFill>
            <a:prstDash val="solid"/>
          </a:ln>
        </p:spPr>
      </p:sp>
      <p:sp>
        <p:nvSpPr>
          <p:cNvPr id="589" name="Shape 587"/>
          <p:cNvSpPr/>
          <p:nvPr/>
        </p:nvSpPr>
        <p:spPr>
          <a:xfrm>
            <a:off x="9739632" y="2502196"/>
            <a:ext cx="55659" cy="55659"/>
          </a:xfrm>
          <a:prstGeom prst="ellipse">
            <a:avLst/>
          </a:prstGeom>
          <a:solidFill>
            <a:srgbClr val="26364E">
              <a:alpha val="84000"/>
            </a:srgbClr>
          </a:solidFill>
          <a:ln w="3810">
            <a:solidFill>
              <a:srgbClr val="26364E">
                <a:alpha val="0"/>
              </a:srgbClr>
            </a:solidFill>
            <a:prstDash val="solid"/>
          </a:ln>
        </p:spPr>
      </p:sp>
      <p:sp>
        <p:nvSpPr>
          <p:cNvPr id="590" name="Shape 588"/>
          <p:cNvSpPr/>
          <p:nvPr/>
        </p:nvSpPr>
        <p:spPr>
          <a:xfrm>
            <a:off x="9818668" y="2502196"/>
            <a:ext cx="55659" cy="55659"/>
          </a:xfrm>
          <a:prstGeom prst="ellipse">
            <a:avLst/>
          </a:prstGeom>
          <a:solidFill>
            <a:srgbClr val="26364E">
              <a:alpha val="84000"/>
            </a:srgbClr>
          </a:solidFill>
          <a:ln w="3810">
            <a:solidFill>
              <a:srgbClr val="26364E">
                <a:alpha val="0"/>
              </a:srgbClr>
            </a:solidFill>
            <a:prstDash val="solid"/>
          </a:ln>
        </p:spPr>
      </p:sp>
      <p:sp>
        <p:nvSpPr>
          <p:cNvPr id="591" name="Shape 589"/>
          <p:cNvSpPr/>
          <p:nvPr/>
        </p:nvSpPr>
        <p:spPr>
          <a:xfrm>
            <a:off x="9897704" y="2502196"/>
            <a:ext cx="55659" cy="55659"/>
          </a:xfrm>
          <a:prstGeom prst="ellipse">
            <a:avLst/>
          </a:prstGeom>
          <a:solidFill>
            <a:srgbClr val="26364E">
              <a:alpha val="84000"/>
            </a:srgbClr>
          </a:solidFill>
          <a:ln w="3810">
            <a:solidFill>
              <a:srgbClr val="26364E">
                <a:alpha val="0"/>
              </a:srgbClr>
            </a:solidFill>
            <a:prstDash val="solid"/>
          </a:ln>
        </p:spPr>
      </p:sp>
      <p:sp>
        <p:nvSpPr>
          <p:cNvPr id="592" name="Shape 590"/>
          <p:cNvSpPr/>
          <p:nvPr/>
        </p:nvSpPr>
        <p:spPr>
          <a:xfrm>
            <a:off x="9976740" y="2502196"/>
            <a:ext cx="55659" cy="55659"/>
          </a:xfrm>
          <a:prstGeom prst="ellipse">
            <a:avLst/>
          </a:prstGeom>
          <a:solidFill>
            <a:srgbClr val="42E0CB"/>
          </a:solidFill>
          <a:ln w="3810">
            <a:solidFill>
              <a:srgbClr val="42E0CB">
                <a:alpha val="0"/>
              </a:srgbClr>
            </a:solidFill>
            <a:prstDash val="solid"/>
          </a:ln>
        </p:spPr>
      </p:sp>
      <p:sp>
        <p:nvSpPr>
          <p:cNvPr id="593" name="Shape 591"/>
          <p:cNvSpPr/>
          <p:nvPr/>
        </p:nvSpPr>
        <p:spPr>
          <a:xfrm>
            <a:off x="10055776" y="2502196"/>
            <a:ext cx="55659" cy="55659"/>
          </a:xfrm>
          <a:prstGeom prst="ellipse">
            <a:avLst/>
          </a:prstGeom>
          <a:solidFill>
            <a:srgbClr val="26364E">
              <a:alpha val="84000"/>
            </a:srgbClr>
          </a:solidFill>
          <a:ln w="3810">
            <a:solidFill>
              <a:srgbClr val="26364E">
                <a:alpha val="0"/>
              </a:srgbClr>
            </a:solidFill>
            <a:prstDash val="solid"/>
          </a:ln>
        </p:spPr>
      </p:sp>
      <p:sp>
        <p:nvSpPr>
          <p:cNvPr id="594" name="Shape 592"/>
          <p:cNvSpPr/>
          <p:nvPr/>
        </p:nvSpPr>
        <p:spPr>
          <a:xfrm>
            <a:off x="10134812" y="2502196"/>
            <a:ext cx="55659" cy="55659"/>
          </a:xfrm>
          <a:prstGeom prst="ellipse">
            <a:avLst/>
          </a:prstGeom>
          <a:solidFill>
            <a:srgbClr val="26364E">
              <a:alpha val="84000"/>
            </a:srgbClr>
          </a:solidFill>
          <a:ln w="3810">
            <a:solidFill>
              <a:srgbClr val="26364E">
                <a:alpha val="0"/>
              </a:srgbClr>
            </a:solidFill>
            <a:prstDash val="solid"/>
          </a:ln>
        </p:spPr>
      </p:sp>
      <p:sp>
        <p:nvSpPr>
          <p:cNvPr id="595" name="Shape 593"/>
          <p:cNvSpPr/>
          <p:nvPr/>
        </p:nvSpPr>
        <p:spPr>
          <a:xfrm>
            <a:off x="10213848" y="2502196"/>
            <a:ext cx="55659" cy="55659"/>
          </a:xfrm>
          <a:prstGeom prst="ellipse">
            <a:avLst/>
          </a:prstGeom>
          <a:solidFill>
            <a:srgbClr val="26364E">
              <a:alpha val="84000"/>
            </a:srgbClr>
          </a:solidFill>
          <a:ln w="3810">
            <a:solidFill>
              <a:srgbClr val="26364E">
                <a:alpha val="0"/>
              </a:srgbClr>
            </a:solidFill>
            <a:prstDash val="solid"/>
          </a:ln>
        </p:spPr>
      </p:sp>
      <p:sp>
        <p:nvSpPr>
          <p:cNvPr id="596" name="Shape 594"/>
          <p:cNvSpPr/>
          <p:nvPr/>
        </p:nvSpPr>
        <p:spPr>
          <a:xfrm>
            <a:off x="10292884" y="2502196"/>
            <a:ext cx="55659" cy="55659"/>
          </a:xfrm>
          <a:prstGeom prst="ellipse">
            <a:avLst/>
          </a:prstGeom>
          <a:solidFill>
            <a:srgbClr val="26364E">
              <a:alpha val="84000"/>
            </a:srgbClr>
          </a:solidFill>
          <a:ln w="3810">
            <a:solidFill>
              <a:srgbClr val="26364E">
                <a:alpha val="0"/>
              </a:srgbClr>
            </a:solidFill>
            <a:prstDash val="solid"/>
          </a:ln>
        </p:spPr>
      </p:sp>
      <p:sp>
        <p:nvSpPr>
          <p:cNvPr id="597" name="Shape 595"/>
          <p:cNvSpPr/>
          <p:nvPr/>
        </p:nvSpPr>
        <p:spPr>
          <a:xfrm>
            <a:off x="10371920" y="2502196"/>
            <a:ext cx="55659" cy="55659"/>
          </a:xfrm>
          <a:prstGeom prst="ellipse">
            <a:avLst/>
          </a:prstGeom>
          <a:solidFill>
            <a:srgbClr val="42E0CB"/>
          </a:solidFill>
          <a:ln w="3810">
            <a:solidFill>
              <a:srgbClr val="42E0CB">
                <a:alpha val="0"/>
              </a:srgbClr>
            </a:solidFill>
            <a:prstDash val="solid"/>
          </a:ln>
        </p:spPr>
      </p:sp>
      <p:sp>
        <p:nvSpPr>
          <p:cNvPr id="598" name="Shape 596"/>
          <p:cNvSpPr/>
          <p:nvPr/>
        </p:nvSpPr>
        <p:spPr>
          <a:xfrm>
            <a:off x="10450956" y="2502196"/>
            <a:ext cx="55659" cy="55659"/>
          </a:xfrm>
          <a:prstGeom prst="ellipse">
            <a:avLst/>
          </a:prstGeom>
          <a:solidFill>
            <a:srgbClr val="26364E">
              <a:alpha val="84000"/>
            </a:srgbClr>
          </a:solidFill>
          <a:ln w="3810">
            <a:solidFill>
              <a:srgbClr val="26364E">
                <a:alpha val="0"/>
              </a:srgbClr>
            </a:solidFill>
            <a:prstDash val="solid"/>
          </a:ln>
        </p:spPr>
      </p:sp>
      <p:sp>
        <p:nvSpPr>
          <p:cNvPr id="599" name="Shape 597"/>
          <p:cNvSpPr/>
          <p:nvPr/>
        </p:nvSpPr>
        <p:spPr>
          <a:xfrm>
            <a:off x="8000841" y="2581232"/>
            <a:ext cx="55659" cy="55659"/>
          </a:xfrm>
          <a:prstGeom prst="ellipse">
            <a:avLst/>
          </a:prstGeom>
          <a:solidFill>
            <a:srgbClr val="26364E">
              <a:alpha val="84000"/>
            </a:srgbClr>
          </a:solidFill>
          <a:ln w="3810">
            <a:solidFill>
              <a:srgbClr val="26364E">
                <a:alpha val="0"/>
              </a:srgbClr>
            </a:solidFill>
            <a:prstDash val="solid"/>
          </a:ln>
        </p:spPr>
      </p:sp>
      <p:sp>
        <p:nvSpPr>
          <p:cNvPr id="600" name="Shape 598"/>
          <p:cNvSpPr/>
          <p:nvPr/>
        </p:nvSpPr>
        <p:spPr>
          <a:xfrm>
            <a:off x="8079877" y="2581232"/>
            <a:ext cx="55659" cy="55659"/>
          </a:xfrm>
          <a:prstGeom prst="ellipse">
            <a:avLst/>
          </a:prstGeom>
          <a:solidFill>
            <a:srgbClr val="26364E">
              <a:alpha val="84000"/>
            </a:srgbClr>
          </a:solidFill>
          <a:ln w="3810">
            <a:solidFill>
              <a:srgbClr val="26364E">
                <a:alpha val="0"/>
              </a:srgbClr>
            </a:solidFill>
            <a:prstDash val="solid"/>
          </a:ln>
        </p:spPr>
      </p:sp>
      <p:sp>
        <p:nvSpPr>
          <p:cNvPr id="601" name="Shape 599"/>
          <p:cNvSpPr/>
          <p:nvPr/>
        </p:nvSpPr>
        <p:spPr>
          <a:xfrm>
            <a:off x="8158913" y="2581232"/>
            <a:ext cx="55659" cy="55659"/>
          </a:xfrm>
          <a:prstGeom prst="ellipse">
            <a:avLst/>
          </a:prstGeom>
          <a:solidFill>
            <a:srgbClr val="26364E">
              <a:alpha val="84000"/>
            </a:srgbClr>
          </a:solidFill>
          <a:ln w="3810">
            <a:solidFill>
              <a:srgbClr val="26364E">
                <a:alpha val="0"/>
              </a:srgbClr>
            </a:solidFill>
            <a:prstDash val="solid"/>
          </a:ln>
        </p:spPr>
      </p:sp>
      <p:sp>
        <p:nvSpPr>
          <p:cNvPr id="602" name="Shape 600"/>
          <p:cNvSpPr/>
          <p:nvPr/>
        </p:nvSpPr>
        <p:spPr>
          <a:xfrm>
            <a:off x="8237949" y="2581232"/>
            <a:ext cx="55659" cy="55659"/>
          </a:xfrm>
          <a:prstGeom prst="ellipse">
            <a:avLst/>
          </a:prstGeom>
          <a:solidFill>
            <a:srgbClr val="26364E">
              <a:alpha val="84000"/>
            </a:srgbClr>
          </a:solidFill>
          <a:ln w="3810">
            <a:solidFill>
              <a:srgbClr val="26364E">
                <a:alpha val="0"/>
              </a:srgbClr>
            </a:solidFill>
            <a:prstDash val="solid"/>
          </a:ln>
        </p:spPr>
      </p:sp>
      <p:sp>
        <p:nvSpPr>
          <p:cNvPr id="603" name="Shape 601"/>
          <p:cNvSpPr/>
          <p:nvPr/>
        </p:nvSpPr>
        <p:spPr>
          <a:xfrm>
            <a:off x="8316985" y="2581232"/>
            <a:ext cx="55659" cy="55659"/>
          </a:xfrm>
          <a:prstGeom prst="ellipse">
            <a:avLst/>
          </a:prstGeom>
          <a:solidFill>
            <a:srgbClr val="26364E">
              <a:alpha val="84000"/>
            </a:srgbClr>
          </a:solidFill>
          <a:ln w="3810">
            <a:solidFill>
              <a:srgbClr val="26364E">
                <a:alpha val="0"/>
              </a:srgbClr>
            </a:solidFill>
            <a:prstDash val="solid"/>
          </a:ln>
        </p:spPr>
      </p:sp>
      <p:sp>
        <p:nvSpPr>
          <p:cNvPr id="604" name="Shape 602"/>
          <p:cNvSpPr/>
          <p:nvPr/>
        </p:nvSpPr>
        <p:spPr>
          <a:xfrm>
            <a:off x="8396021" y="2581232"/>
            <a:ext cx="55659" cy="55659"/>
          </a:xfrm>
          <a:prstGeom prst="ellipse">
            <a:avLst/>
          </a:prstGeom>
          <a:solidFill>
            <a:srgbClr val="26364E">
              <a:alpha val="84000"/>
            </a:srgbClr>
          </a:solidFill>
          <a:ln w="3810">
            <a:solidFill>
              <a:srgbClr val="26364E">
                <a:alpha val="0"/>
              </a:srgbClr>
            </a:solidFill>
            <a:prstDash val="solid"/>
          </a:ln>
        </p:spPr>
      </p:sp>
      <p:sp>
        <p:nvSpPr>
          <p:cNvPr id="605" name="Shape 603"/>
          <p:cNvSpPr/>
          <p:nvPr/>
        </p:nvSpPr>
        <p:spPr>
          <a:xfrm>
            <a:off x="8475057" y="2581232"/>
            <a:ext cx="55659" cy="55659"/>
          </a:xfrm>
          <a:prstGeom prst="ellipse">
            <a:avLst/>
          </a:prstGeom>
          <a:solidFill>
            <a:srgbClr val="26364E">
              <a:alpha val="84000"/>
            </a:srgbClr>
          </a:solidFill>
          <a:ln w="3810">
            <a:solidFill>
              <a:srgbClr val="26364E">
                <a:alpha val="0"/>
              </a:srgbClr>
            </a:solidFill>
            <a:prstDash val="solid"/>
          </a:ln>
        </p:spPr>
      </p:sp>
      <p:sp>
        <p:nvSpPr>
          <p:cNvPr id="606" name="Shape 604"/>
          <p:cNvSpPr/>
          <p:nvPr/>
        </p:nvSpPr>
        <p:spPr>
          <a:xfrm>
            <a:off x="8554093" y="2581232"/>
            <a:ext cx="55659" cy="55659"/>
          </a:xfrm>
          <a:prstGeom prst="ellipse">
            <a:avLst/>
          </a:prstGeom>
          <a:solidFill>
            <a:srgbClr val="42E0CB"/>
          </a:solidFill>
          <a:ln w="3810">
            <a:solidFill>
              <a:srgbClr val="42E0CB">
                <a:alpha val="0"/>
              </a:srgbClr>
            </a:solidFill>
            <a:prstDash val="solid"/>
          </a:ln>
        </p:spPr>
      </p:sp>
      <p:sp>
        <p:nvSpPr>
          <p:cNvPr id="607" name="Shape 605"/>
          <p:cNvSpPr/>
          <p:nvPr/>
        </p:nvSpPr>
        <p:spPr>
          <a:xfrm>
            <a:off x="8633129" y="2581232"/>
            <a:ext cx="55659" cy="55659"/>
          </a:xfrm>
          <a:prstGeom prst="ellipse">
            <a:avLst/>
          </a:prstGeom>
          <a:solidFill>
            <a:srgbClr val="26364E">
              <a:alpha val="84000"/>
            </a:srgbClr>
          </a:solidFill>
          <a:ln w="3810">
            <a:solidFill>
              <a:srgbClr val="26364E">
                <a:alpha val="0"/>
              </a:srgbClr>
            </a:solidFill>
            <a:prstDash val="solid"/>
          </a:ln>
        </p:spPr>
      </p:sp>
      <p:sp>
        <p:nvSpPr>
          <p:cNvPr id="608" name="Shape 606"/>
          <p:cNvSpPr/>
          <p:nvPr/>
        </p:nvSpPr>
        <p:spPr>
          <a:xfrm>
            <a:off x="8712165" y="2581232"/>
            <a:ext cx="55659" cy="55659"/>
          </a:xfrm>
          <a:prstGeom prst="ellipse">
            <a:avLst/>
          </a:prstGeom>
          <a:solidFill>
            <a:srgbClr val="26364E">
              <a:alpha val="84000"/>
            </a:srgbClr>
          </a:solidFill>
          <a:ln w="3810">
            <a:solidFill>
              <a:srgbClr val="26364E">
                <a:alpha val="0"/>
              </a:srgbClr>
            </a:solidFill>
            <a:prstDash val="solid"/>
          </a:ln>
        </p:spPr>
      </p:sp>
      <p:sp>
        <p:nvSpPr>
          <p:cNvPr id="609" name="Shape 607"/>
          <p:cNvSpPr/>
          <p:nvPr/>
        </p:nvSpPr>
        <p:spPr>
          <a:xfrm>
            <a:off x="8791201" y="2581232"/>
            <a:ext cx="55659" cy="55659"/>
          </a:xfrm>
          <a:prstGeom prst="ellipse">
            <a:avLst/>
          </a:prstGeom>
          <a:solidFill>
            <a:srgbClr val="42E0CB"/>
          </a:solidFill>
          <a:ln w="3810">
            <a:solidFill>
              <a:srgbClr val="42E0CB">
                <a:alpha val="0"/>
              </a:srgbClr>
            </a:solidFill>
            <a:prstDash val="solid"/>
          </a:ln>
        </p:spPr>
      </p:sp>
      <p:sp>
        <p:nvSpPr>
          <p:cNvPr id="610" name="Shape 608"/>
          <p:cNvSpPr/>
          <p:nvPr/>
        </p:nvSpPr>
        <p:spPr>
          <a:xfrm>
            <a:off x="8870237" y="2581232"/>
            <a:ext cx="55659" cy="55659"/>
          </a:xfrm>
          <a:prstGeom prst="ellipse">
            <a:avLst/>
          </a:prstGeom>
          <a:solidFill>
            <a:srgbClr val="26364E">
              <a:alpha val="84000"/>
            </a:srgbClr>
          </a:solidFill>
          <a:ln w="3810">
            <a:solidFill>
              <a:srgbClr val="26364E">
                <a:alpha val="0"/>
              </a:srgbClr>
            </a:solidFill>
            <a:prstDash val="solid"/>
          </a:ln>
        </p:spPr>
      </p:sp>
      <p:sp>
        <p:nvSpPr>
          <p:cNvPr id="611" name="Shape 609"/>
          <p:cNvSpPr/>
          <p:nvPr/>
        </p:nvSpPr>
        <p:spPr>
          <a:xfrm>
            <a:off x="8949273" y="2581232"/>
            <a:ext cx="55659" cy="55659"/>
          </a:xfrm>
          <a:prstGeom prst="ellipse">
            <a:avLst/>
          </a:prstGeom>
          <a:solidFill>
            <a:srgbClr val="26364E">
              <a:alpha val="84000"/>
            </a:srgbClr>
          </a:solidFill>
          <a:ln w="3810">
            <a:solidFill>
              <a:srgbClr val="26364E">
                <a:alpha val="0"/>
              </a:srgbClr>
            </a:solidFill>
            <a:prstDash val="solid"/>
          </a:ln>
        </p:spPr>
      </p:sp>
      <p:sp>
        <p:nvSpPr>
          <p:cNvPr id="612" name="Shape 610"/>
          <p:cNvSpPr/>
          <p:nvPr/>
        </p:nvSpPr>
        <p:spPr>
          <a:xfrm>
            <a:off x="9028309" y="2581232"/>
            <a:ext cx="55659" cy="55659"/>
          </a:xfrm>
          <a:prstGeom prst="ellipse">
            <a:avLst/>
          </a:prstGeom>
          <a:solidFill>
            <a:srgbClr val="42E0CB"/>
          </a:solidFill>
          <a:ln w="3810">
            <a:solidFill>
              <a:srgbClr val="42E0CB">
                <a:alpha val="0"/>
              </a:srgbClr>
            </a:solidFill>
            <a:prstDash val="solid"/>
          </a:ln>
        </p:spPr>
      </p:sp>
      <p:sp>
        <p:nvSpPr>
          <p:cNvPr id="613" name="Shape 611"/>
          <p:cNvSpPr/>
          <p:nvPr/>
        </p:nvSpPr>
        <p:spPr>
          <a:xfrm>
            <a:off x="9107344" y="2581232"/>
            <a:ext cx="55659" cy="55659"/>
          </a:xfrm>
          <a:prstGeom prst="ellipse">
            <a:avLst/>
          </a:prstGeom>
          <a:solidFill>
            <a:srgbClr val="26364E">
              <a:alpha val="84000"/>
            </a:srgbClr>
          </a:solidFill>
          <a:ln w="3810">
            <a:solidFill>
              <a:srgbClr val="26364E">
                <a:alpha val="0"/>
              </a:srgbClr>
            </a:solidFill>
            <a:prstDash val="solid"/>
          </a:ln>
        </p:spPr>
      </p:sp>
      <p:sp>
        <p:nvSpPr>
          <p:cNvPr id="614" name="Shape 612"/>
          <p:cNvSpPr/>
          <p:nvPr/>
        </p:nvSpPr>
        <p:spPr>
          <a:xfrm>
            <a:off x="9186380" y="2581232"/>
            <a:ext cx="55659" cy="55659"/>
          </a:xfrm>
          <a:prstGeom prst="ellipse">
            <a:avLst/>
          </a:prstGeom>
          <a:solidFill>
            <a:srgbClr val="26364E">
              <a:alpha val="84000"/>
            </a:srgbClr>
          </a:solidFill>
          <a:ln w="3810">
            <a:solidFill>
              <a:srgbClr val="26364E">
                <a:alpha val="0"/>
              </a:srgbClr>
            </a:solidFill>
            <a:prstDash val="solid"/>
          </a:ln>
        </p:spPr>
      </p:sp>
      <p:sp>
        <p:nvSpPr>
          <p:cNvPr id="615" name="Shape 613"/>
          <p:cNvSpPr/>
          <p:nvPr/>
        </p:nvSpPr>
        <p:spPr>
          <a:xfrm>
            <a:off x="9265416" y="2581232"/>
            <a:ext cx="55659" cy="55659"/>
          </a:xfrm>
          <a:prstGeom prst="ellipse">
            <a:avLst/>
          </a:prstGeom>
          <a:solidFill>
            <a:srgbClr val="42E0CB"/>
          </a:solidFill>
          <a:ln w="3810">
            <a:solidFill>
              <a:srgbClr val="42E0CB">
                <a:alpha val="0"/>
              </a:srgbClr>
            </a:solidFill>
            <a:prstDash val="solid"/>
          </a:ln>
        </p:spPr>
      </p:sp>
      <p:sp>
        <p:nvSpPr>
          <p:cNvPr id="616" name="Shape 614"/>
          <p:cNvSpPr/>
          <p:nvPr/>
        </p:nvSpPr>
        <p:spPr>
          <a:xfrm>
            <a:off x="9344452" y="2581232"/>
            <a:ext cx="55659" cy="55659"/>
          </a:xfrm>
          <a:prstGeom prst="ellipse">
            <a:avLst/>
          </a:prstGeom>
          <a:solidFill>
            <a:srgbClr val="26364E">
              <a:alpha val="84000"/>
            </a:srgbClr>
          </a:solidFill>
          <a:ln w="3810">
            <a:solidFill>
              <a:srgbClr val="26364E">
                <a:alpha val="0"/>
              </a:srgbClr>
            </a:solidFill>
            <a:prstDash val="solid"/>
          </a:ln>
        </p:spPr>
      </p:sp>
      <p:sp>
        <p:nvSpPr>
          <p:cNvPr id="617" name="Shape 615"/>
          <p:cNvSpPr/>
          <p:nvPr/>
        </p:nvSpPr>
        <p:spPr>
          <a:xfrm>
            <a:off x="9423488" y="2581232"/>
            <a:ext cx="55659" cy="55659"/>
          </a:xfrm>
          <a:prstGeom prst="ellipse">
            <a:avLst/>
          </a:prstGeom>
          <a:solidFill>
            <a:srgbClr val="26364E">
              <a:alpha val="84000"/>
            </a:srgbClr>
          </a:solidFill>
          <a:ln w="3810">
            <a:solidFill>
              <a:srgbClr val="26364E">
                <a:alpha val="0"/>
              </a:srgbClr>
            </a:solidFill>
            <a:prstDash val="solid"/>
          </a:ln>
        </p:spPr>
      </p:sp>
      <p:sp>
        <p:nvSpPr>
          <p:cNvPr id="618" name="Shape 616"/>
          <p:cNvSpPr/>
          <p:nvPr/>
        </p:nvSpPr>
        <p:spPr>
          <a:xfrm>
            <a:off x="9502524" y="2581232"/>
            <a:ext cx="55659" cy="55659"/>
          </a:xfrm>
          <a:prstGeom prst="ellipse">
            <a:avLst/>
          </a:prstGeom>
          <a:solidFill>
            <a:srgbClr val="42E0CB"/>
          </a:solidFill>
          <a:ln w="3810">
            <a:solidFill>
              <a:srgbClr val="42E0CB">
                <a:alpha val="0"/>
              </a:srgbClr>
            </a:solidFill>
            <a:prstDash val="solid"/>
          </a:ln>
        </p:spPr>
      </p:sp>
      <p:sp>
        <p:nvSpPr>
          <p:cNvPr id="619" name="Shape 617"/>
          <p:cNvSpPr/>
          <p:nvPr/>
        </p:nvSpPr>
        <p:spPr>
          <a:xfrm>
            <a:off x="9581560" y="2581232"/>
            <a:ext cx="55659" cy="55659"/>
          </a:xfrm>
          <a:prstGeom prst="ellipse">
            <a:avLst/>
          </a:prstGeom>
          <a:solidFill>
            <a:srgbClr val="26364E">
              <a:alpha val="84000"/>
            </a:srgbClr>
          </a:solidFill>
          <a:ln w="3810">
            <a:solidFill>
              <a:srgbClr val="26364E">
                <a:alpha val="0"/>
              </a:srgbClr>
            </a:solidFill>
            <a:prstDash val="solid"/>
          </a:ln>
        </p:spPr>
      </p:sp>
      <p:sp>
        <p:nvSpPr>
          <p:cNvPr id="620" name="Shape 618"/>
          <p:cNvSpPr/>
          <p:nvPr/>
        </p:nvSpPr>
        <p:spPr>
          <a:xfrm>
            <a:off x="9660596" y="2581232"/>
            <a:ext cx="55659" cy="55659"/>
          </a:xfrm>
          <a:prstGeom prst="ellipse">
            <a:avLst/>
          </a:prstGeom>
          <a:solidFill>
            <a:srgbClr val="26364E">
              <a:alpha val="84000"/>
            </a:srgbClr>
          </a:solidFill>
          <a:ln w="3810">
            <a:solidFill>
              <a:srgbClr val="26364E">
                <a:alpha val="0"/>
              </a:srgbClr>
            </a:solidFill>
            <a:prstDash val="solid"/>
          </a:ln>
        </p:spPr>
      </p:sp>
      <p:sp>
        <p:nvSpPr>
          <p:cNvPr id="621" name="Shape 619"/>
          <p:cNvSpPr/>
          <p:nvPr/>
        </p:nvSpPr>
        <p:spPr>
          <a:xfrm>
            <a:off x="9739632" y="2581232"/>
            <a:ext cx="55659" cy="55659"/>
          </a:xfrm>
          <a:prstGeom prst="ellipse">
            <a:avLst/>
          </a:prstGeom>
          <a:solidFill>
            <a:srgbClr val="42E0CB"/>
          </a:solidFill>
          <a:ln w="3810">
            <a:solidFill>
              <a:srgbClr val="42E0CB">
                <a:alpha val="0"/>
              </a:srgbClr>
            </a:solidFill>
            <a:prstDash val="solid"/>
          </a:ln>
        </p:spPr>
      </p:sp>
      <p:sp>
        <p:nvSpPr>
          <p:cNvPr id="622" name="Shape 620"/>
          <p:cNvSpPr/>
          <p:nvPr/>
        </p:nvSpPr>
        <p:spPr>
          <a:xfrm>
            <a:off x="9818668" y="2581232"/>
            <a:ext cx="55659" cy="55659"/>
          </a:xfrm>
          <a:prstGeom prst="ellipse">
            <a:avLst/>
          </a:prstGeom>
          <a:solidFill>
            <a:srgbClr val="26364E">
              <a:alpha val="84000"/>
            </a:srgbClr>
          </a:solidFill>
          <a:ln w="3810">
            <a:solidFill>
              <a:srgbClr val="26364E">
                <a:alpha val="0"/>
              </a:srgbClr>
            </a:solidFill>
            <a:prstDash val="solid"/>
          </a:ln>
        </p:spPr>
      </p:sp>
      <p:sp>
        <p:nvSpPr>
          <p:cNvPr id="623" name="Shape 621"/>
          <p:cNvSpPr/>
          <p:nvPr/>
        </p:nvSpPr>
        <p:spPr>
          <a:xfrm>
            <a:off x="9897704" y="2581232"/>
            <a:ext cx="55659" cy="55659"/>
          </a:xfrm>
          <a:prstGeom prst="ellipse">
            <a:avLst/>
          </a:prstGeom>
          <a:solidFill>
            <a:srgbClr val="26364E">
              <a:alpha val="84000"/>
            </a:srgbClr>
          </a:solidFill>
          <a:ln w="3810">
            <a:solidFill>
              <a:srgbClr val="26364E">
                <a:alpha val="0"/>
              </a:srgbClr>
            </a:solidFill>
            <a:prstDash val="solid"/>
          </a:ln>
        </p:spPr>
      </p:sp>
      <p:sp>
        <p:nvSpPr>
          <p:cNvPr id="624" name="Shape 622"/>
          <p:cNvSpPr/>
          <p:nvPr/>
        </p:nvSpPr>
        <p:spPr>
          <a:xfrm>
            <a:off x="9976740" y="2581232"/>
            <a:ext cx="55659" cy="55659"/>
          </a:xfrm>
          <a:prstGeom prst="ellipse">
            <a:avLst/>
          </a:prstGeom>
          <a:solidFill>
            <a:srgbClr val="42E0CB"/>
          </a:solidFill>
          <a:ln w="3810">
            <a:solidFill>
              <a:srgbClr val="42E0CB">
                <a:alpha val="0"/>
              </a:srgbClr>
            </a:solidFill>
            <a:prstDash val="solid"/>
          </a:ln>
        </p:spPr>
      </p:sp>
      <p:sp>
        <p:nvSpPr>
          <p:cNvPr id="625" name="Shape 623"/>
          <p:cNvSpPr/>
          <p:nvPr/>
        </p:nvSpPr>
        <p:spPr>
          <a:xfrm>
            <a:off x="10055776" y="2581232"/>
            <a:ext cx="55659" cy="55659"/>
          </a:xfrm>
          <a:prstGeom prst="ellipse">
            <a:avLst/>
          </a:prstGeom>
          <a:solidFill>
            <a:srgbClr val="26364E">
              <a:alpha val="84000"/>
            </a:srgbClr>
          </a:solidFill>
          <a:ln w="3810">
            <a:solidFill>
              <a:srgbClr val="26364E">
                <a:alpha val="0"/>
              </a:srgbClr>
            </a:solidFill>
            <a:prstDash val="solid"/>
          </a:ln>
        </p:spPr>
      </p:sp>
      <p:sp>
        <p:nvSpPr>
          <p:cNvPr id="626" name="Shape 624"/>
          <p:cNvSpPr/>
          <p:nvPr/>
        </p:nvSpPr>
        <p:spPr>
          <a:xfrm>
            <a:off x="10134812" y="2581232"/>
            <a:ext cx="55659" cy="55659"/>
          </a:xfrm>
          <a:prstGeom prst="ellipse">
            <a:avLst/>
          </a:prstGeom>
          <a:solidFill>
            <a:srgbClr val="26364E">
              <a:alpha val="84000"/>
            </a:srgbClr>
          </a:solidFill>
          <a:ln w="3810">
            <a:solidFill>
              <a:srgbClr val="26364E">
                <a:alpha val="0"/>
              </a:srgbClr>
            </a:solidFill>
            <a:prstDash val="solid"/>
          </a:ln>
        </p:spPr>
      </p:sp>
      <p:sp>
        <p:nvSpPr>
          <p:cNvPr id="627" name="Shape 625"/>
          <p:cNvSpPr/>
          <p:nvPr/>
        </p:nvSpPr>
        <p:spPr>
          <a:xfrm>
            <a:off x="10213848" y="2581232"/>
            <a:ext cx="55659" cy="55659"/>
          </a:xfrm>
          <a:prstGeom prst="ellipse">
            <a:avLst/>
          </a:prstGeom>
          <a:solidFill>
            <a:srgbClr val="42E0CB"/>
          </a:solidFill>
          <a:ln w="3810">
            <a:solidFill>
              <a:srgbClr val="42E0CB">
                <a:alpha val="0"/>
              </a:srgbClr>
            </a:solidFill>
            <a:prstDash val="solid"/>
          </a:ln>
        </p:spPr>
      </p:sp>
      <p:sp>
        <p:nvSpPr>
          <p:cNvPr id="628" name="Shape 626"/>
          <p:cNvSpPr/>
          <p:nvPr/>
        </p:nvSpPr>
        <p:spPr>
          <a:xfrm>
            <a:off x="10292884" y="2581232"/>
            <a:ext cx="55659" cy="55659"/>
          </a:xfrm>
          <a:prstGeom prst="ellipse">
            <a:avLst/>
          </a:prstGeom>
          <a:solidFill>
            <a:srgbClr val="42E0CB"/>
          </a:solidFill>
          <a:ln w="3810">
            <a:solidFill>
              <a:srgbClr val="42E0CB">
                <a:alpha val="0"/>
              </a:srgbClr>
            </a:solidFill>
            <a:prstDash val="solid"/>
          </a:ln>
        </p:spPr>
      </p:sp>
      <p:sp>
        <p:nvSpPr>
          <p:cNvPr id="629" name="Shape 627"/>
          <p:cNvSpPr/>
          <p:nvPr/>
        </p:nvSpPr>
        <p:spPr>
          <a:xfrm>
            <a:off x="10371920" y="2581232"/>
            <a:ext cx="55659" cy="55659"/>
          </a:xfrm>
          <a:prstGeom prst="ellipse">
            <a:avLst/>
          </a:prstGeom>
          <a:solidFill>
            <a:srgbClr val="42E0CB"/>
          </a:solidFill>
          <a:ln w="3810">
            <a:solidFill>
              <a:srgbClr val="42E0CB">
                <a:alpha val="0"/>
              </a:srgbClr>
            </a:solidFill>
            <a:prstDash val="solid"/>
          </a:ln>
        </p:spPr>
      </p:sp>
      <p:sp>
        <p:nvSpPr>
          <p:cNvPr id="630" name="Shape 628"/>
          <p:cNvSpPr/>
          <p:nvPr/>
        </p:nvSpPr>
        <p:spPr>
          <a:xfrm>
            <a:off x="10450956" y="2581232"/>
            <a:ext cx="55659" cy="55659"/>
          </a:xfrm>
          <a:prstGeom prst="ellipse">
            <a:avLst/>
          </a:prstGeom>
          <a:solidFill>
            <a:srgbClr val="26364E">
              <a:alpha val="84000"/>
            </a:srgbClr>
          </a:solidFill>
          <a:ln w="3810">
            <a:solidFill>
              <a:srgbClr val="26364E">
                <a:alpha val="0"/>
              </a:srgbClr>
            </a:solidFill>
            <a:prstDash val="solid"/>
          </a:ln>
        </p:spPr>
      </p:sp>
      <p:sp>
        <p:nvSpPr>
          <p:cNvPr id="631" name="Shape 629"/>
          <p:cNvSpPr/>
          <p:nvPr/>
        </p:nvSpPr>
        <p:spPr>
          <a:xfrm>
            <a:off x="8000841" y="2660268"/>
            <a:ext cx="55659" cy="55659"/>
          </a:xfrm>
          <a:prstGeom prst="ellipse">
            <a:avLst/>
          </a:prstGeom>
          <a:solidFill>
            <a:srgbClr val="42E0CB"/>
          </a:solidFill>
          <a:ln w="3810">
            <a:solidFill>
              <a:srgbClr val="42E0CB">
                <a:alpha val="0"/>
              </a:srgbClr>
            </a:solidFill>
            <a:prstDash val="solid"/>
          </a:ln>
        </p:spPr>
      </p:sp>
      <p:sp>
        <p:nvSpPr>
          <p:cNvPr id="632" name="Shape 630"/>
          <p:cNvSpPr/>
          <p:nvPr/>
        </p:nvSpPr>
        <p:spPr>
          <a:xfrm>
            <a:off x="8079877" y="2660268"/>
            <a:ext cx="55659" cy="55659"/>
          </a:xfrm>
          <a:prstGeom prst="ellipse">
            <a:avLst/>
          </a:prstGeom>
          <a:solidFill>
            <a:srgbClr val="26364E">
              <a:alpha val="84000"/>
            </a:srgbClr>
          </a:solidFill>
          <a:ln w="3810">
            <a:solidFill>
              <a:srgbClr val="26364E">
                <a:alpha val="0"/>
              </a:srgbClr>
            </a:solidFill>
            <a:prstDash val="solid"/>
          </a:ln>
        </p:spPr>
      </p:sp>
      <p:sp>
        <p:nvSpPr>
          <p:cNvPr id="633" name="Shape 631"/>
          <p:cNvSpPr/>
          <p:nvPr/>
        </p:nvSpPr>
        <p:spPr>
          <a:xfrm>
            <a:off x="8158913" y="2660268"/>
            <a:ext cx="55659" cy="55659"/>
          </a:xfrm>
          <a:prstGeom prst="ellipse">
            <a:avLst/>
          </a:prstGeom>
          <a:solidFill>
            <a:srgbClr val="42E0CB"/>
          </a:solidFill>
          <a:ln w="3810">
            <a:solidFill>
              <a:srgbClr val="42E0CB">
                <a:alpha val="0"/>
              </a:srgbClr>
            </a:solidFill>
            <a:prstDash val="solid"/>
          </a:ln>
        </p:spPr>
      </p:sp>
      <p:sp>
        <p:nvSpPr>
          <p:cNvPr id="634" name="Shape 632"/>
          <p:cNvSpPr/>
          <p:nvPr/>
        </p:nvSpPr>
        <p:spPr>
          <a:xfrm>
            <a:off x="8237949" y="2660268"/>
            <a:ext cx="55659" cy="55659"/>
          </a:xfrm>
          <a:prstGeom prst="ellipse">
            <a:avLst/>
          </a:prstGeom>
          <a:solidFill>
            <a:srgbClr val="26364E">
              <a:alpha val="84000"/>
            </a:srgbClr>
          </a:solidFill>
          <a:ln w="3810">
            <a:solidFill>
              <a:srgbClr val="26364E">
                <a:alpha val="0"/>
              </a:srgbClr>
            </a:solidFill>
            <a:prstDash val="solid"/>
          </a:ln>
        </p:spPr>
      </p:sp>
      <p:sp>
        <p:nvSpPr>
          <p:cNvPr id="635" name="Shape 633"/>
          <p:cNvSpPr/>
          <p:nvPr/>
        </p:nvSpPr>
        <p:spPr>
          <a:xfrm>
            <a:off x="8316985" y="2660268"/>
            <a:ext cx="55659" cy="55659"/>
          </a:xfrm>
          <a:prstGeom prst="ellipse">
            <a:avLst/>
          </a:prstGeom>
          <a:solidFill>
            <a:srgbClr val="42E0CB"/>
          </a:solidFill>
          <a:ln w="3810">
            <a:solidFill>
              <a:srgbClr val="42E0CB">
                <a:alpha val="0"/>
              </a:srgbClr>
            </a:solidFill>
            <a:prstDash val="solid"/>
          </a:ln>
        </p:spPr>
      </p:sp>
      <p:sp>
        <p:nvSpPr>
          <p:cNvPr id="636" name="Shape 634"/>
          <p:cNvSpPr/>
          <p:nvPr/>
        </p:nvSpPr>
        <p:spPr>
          <a:xfrm>
            <a:off x="8396021" y="2660268"/>
            <a:ext cx="55659" cy="55659"/>
          </a:xfrm>
          <a:prstGeom prst="ellipse">
            <a:avLst/>
          </a:prstGeom>
          <a:solidFill>
            <a:srgbClr val="26364E">
              <a:alpha val="84000"/>
            </a:srgbClr>
          </a:solidFill>
          <a:ln w="3810">
            <a:solidFill>
              <a:srgbClr val="26364E">
                <a:alpha val="0"/>
              </a:srgbClr>
            </a:solidFill>
            <a:prstDash val="solid"/>
          </a:ln>
        </p:spPr>
      </p:sp>
      <p:sp>
        <p:nvSpPr>
          <p:cNvPr id="637" name="Shape 635"/>
          <p:cNvSpPr/>
          <p:nvPr/>
        </p:nvSpPr>
        <p:spPr>
          <a:xfrm>
            <a:off x="8475057" y="2660268"/>
            <a:ext cx="55659" cy="55659"/>
          </a:xfrm>
          <a:prstGeom prst="ellipse">
            <a:avLst/>
          </a:prstGeom>
          <a:solidFill>
            <a:srgbClr val="26364E">
              <a:alpha val="84000"/>
            </a:srgbClr>
          </a:solidFill>
          <a:ln w="3810">
            <a:solidFill>
              <a:srgbClr val="26364E">
                <a:alpha val="0"/>
              </a:srgbClr>
            </a:solidFill>
            <a:prstDash val="solid"/>
          </a:ln>
        </p:spPr>
      </p:sp>
      <p:sp>
        <p:nvSpPr>
          <p:cNvPr id="638" name="Shape 636"/>
          <p:cNvSpPr/>
          <p:nvPr/>
        </p:nvSpPr>
        <p:spPr>
          <a:xfrm>
            <a:off x="8554093" y="2660268"/>
            <a:ext cx="55659" cy="55659"/>
          </a:xfrm>
          <a:prstGeom prst="ellipse">
            <a:avLst/>
          </a:prstGeom>
          <a:solidFill>
            <a:srgbClr val="26364E">
              <a:alpha val="84000"/>
            </a:srgbClr>
          </a:solidFill>
          <a:ln w="3810">
            <a:solidFill>
              <a:srgbClr val="26364E">
                <a:alpha val="0"/>
              </a:srgbClr>
            </a:solidFill>
            <a:prstDash val="solid"/>
          </a:ln>
        </p:spPr>
      </p:sp>
      <p:sp>
        <p:nvSpPr>
          <p:cNvPr id="639" name="Shape 637"/>
          <p:cNvSpPr/>
          <p:nvPr/>
        </p:nvSpPr>
        <p:spPr>
          <a:xfrm>
            <a:off x="8633129" y="2660268"/>
            <a:ext cx="55659" cy="55659"/>
          </a:xfrm>
          <a:prstGeom prst="ellipse">
            <a:avLst/>
          </a:prstGeom>
          <a:solidFill>
            <a:srgbClr val="26364E">
              <a:alpha val="84000"/>
            </a:srgbClr>
          </a:solidFill>
          <a:ln w="3810">
            <a:solidFill>
              <a:srgbClr val="26364E">
                <a:alpha val="0"/>
              </a:srgbClr>
            </a:solidFill>
            <a:prstDash val="solid"/>
          </a:ln>
        </p:spPr>
      </p:sp>
      <p:sp>
        <p:nvSpPr>
          <p:cNvPr id="640" name="Shape 638"/>
          <p:cNvSpPr/>
          <p:nvPr/>
        </p:nvSpPr>
        <p:spPr>
          <a:xfrm>
            <a:off x="8712165" y="2660268"/>
            <a:ext cx="55659" cy="55659"/>
          </a:xfrm>
          <a:prstGeom prst="ellipse">
            <a:avLst/>
          </a:prstGeom>
          <a:solidFill>
            <a:srgbClr val="26364E">
              <a:alpha val="84000"/>
            </a:srgbClr>
          </a:solidFill>
          <a:ln w="3810">
            <a:solidFill>
              <a:srgbClr val="26364E">
                <a:alpha val="0"/>
              </a:srgbClr>
            </a:solidFill>
            <a:prstDash val="solid"/>
          </a:ln>
        </p:spPr>
      </p:sp>
      <p:sp>
        <p:nvSpPr>
          <p:cNvPr id="641" name="Shape 639"/>
          <p:cNvSpPr/>
          <p:nvPr/>
        </p:nvSpPr>
        <p:spPr>
          <a:xfrm>
            <a:off x="8791201" y="2660268"/>
            <a:ext cx="55659" cy="55659"/>
          </a:xfrm>
          <a:prstGeom prst="ellipse">
            <a:avLst/>
          </a:prstGeom>
          <a:solidFill>
            <a:srgbClr val="26364E">
              <a:alpha val="84000"/>
            </a:srgbClr>
          </a:solidFill>
          <a:ln w="3810">
            <a:solidFill>
              <a:srgbClr val="26364E">
                <a:alpha val="0"/>
              </a:srgbClr>
            </a:solidFill>
            <a:prstDash val="solid"/>
          </a:ln>
        </p:spPr>
      </p:sp>
      <p:sp>
        <p:nvSpPr>
          <p:cNvPr id="642" name="Shape 640"/>
          <p:cNvSpPr/>
          <p:nvPr/>
        </p:nvSpPr>
        <p:spPr>
          <a:xfrm>
            <a:off x="8870237" y="2660268"/>
            <a:ext cx="55659" cy="55659"/>
          </a:xfrm>
          <a:prstGeom prst="ellipse">
            <a:avLst/>
          </a:prstGeom>
          <a:solidFill>
            <a:srgbClr val="26364E">
              <a:alpha val="84000"/>
            </a:srgbClr>
          </a:solidFill>
          <a:ln w="3810">
            <a:solidFill>
              <a:srgbClr val="26364E">
                <a:alpha val="0"/>
              </a:srgbClr>
            </a:solidFill>
            <a:prstDash val="solid"/>
          </a:ln>
        </p:spPr>
      </p:sp>
      <p:sp>
        <p:nvSpPr>
          <p:cNvPr id="643" name="Shape 641"/>
          <p:cNvSpPr/>
          <p:nvPr/>
        </p:nvSpPr>
        <p:spPr>
          <a:xfrm>
            <a:off x="8949273" y="2660268"/>
            <a:ext cx="55659" cy="55659"/>
          </a:xfrm>
          <a:prstGeom prst="ellipse">
            <a:avLst/>
          </a:prstGeom>
          <a:solidFill>
            <a:srgbClr val="26364E">
              <a:alpha val="84000"/>
            </a:srgbClr>
          </a:solidFill>
          <a:ln w="3810">
            <a:solidFill>
              <a:srgbClr val="26364E">
                <a:alpha val="0"/>
              </a:srgbClr>
            </a:solidFill>
            <a:prstDash val="solid"/>
          </a:ln>
        </p:spPr>
      </p:sp>
      <p:sp>
        <p:nvSpPr>
          <p:cNvPr id="644" name="Shape 642"/>
          <p:cNvSpPr/>
          <p:nvPr/>
        </p:nvSpPr>
        <p:spPr>
          <a:xfrm>
            <a:off x="9028309" y="2660268"/>
            <a:ext cx="55659" cy="55659"/>
          </a:xfrm>
          <a:prstGeom prst="ellipse">
            <a:avLst/>
          </a:prstGeom>
          <a:solidFill>
            <a:srgbClr val="26364E">
              <a:alpha val="84000"/>
            </a:srgbClr>
          </a:solidFill>
          <a:ln w="3810">
            <a:solidFill>
              <a:srgbClr val="26364E">
                <a:alpha val="0"/>
              </a:srgbClr>
            </a:solidFill>
            <a:prstDash val="solid"/>
          </a:ln>
        </p:spPr>
      </p:sp>
      <p:sp>
        <p:nvSpPr>
          <p:cNvPr id="645" name="Shape 643"/>
          <p:cNvSpPr/>
          <p:nvPr/>
        </p:nvSpPr>
        <p:spPr>
          <a:xfrm>
            <a:off x="9107344" y="2660268"/>
            <a:ext cx="55659" cy="55659"/>
          </a:xfrm>
          <a:prstGeom prst="ellipse">
            <a:avLst/>
          </a:prstGeom>
          <a:solidFill>
            <a:srgbClr val="26364E">
              <a:alpha val="84000"/>
            </a:srgbClr>
          </a:solidFill>
          <a:ln w="3810">
            <a:solidFill>
              <a:srgbClr val="26364E">
                <a:alpha val="0"/>
              </a:srgbClr>
            </a:solidFill>
            <a:prstDash val="solid"/>
          </a:ln>
        </p:spPr>
      </p:sp>
      <p:sp>
        <p:nvSpPr>
          <p:cNvPr id="646" name="Shape 644"/>
          <p:cNvSpPr/>
          <p:nvPr/>
        </p:nvSpPr>
        <p:spPr>
          <a:xfrm>
            <a:off x="9186380" y="2660268"/>
            <a:ext cx="55659" cy="55659"/>
          </a:xfrm>
          <a:prstGeom prst="ellipse">
            <a:avLst/>
          </a:prstGeom>
          <a:solidFill>
            <a:srgbClr val="26364E">
              <a:alpha val="84000"/>
            </a:srgbClr>
          </a:solidFill>
          <a:ln w="3810">
            <a:solidFill>
              <a:srgbClr val="26364E">
                <a:alpha val="0"/>
              </a:srgbClr>
            </a:solidFill>
            <a:prstDash val="solid"/>
          </a:ln>
        </p:spPr>
      </p:sp>
      <p:sp>
        <p:nvSpPr>
          <p:cNvPr id="647" name="Shape 645"/>
          <p:cNvSpPr/>
          <p:nvPr/>
        </p:nvSpPr>
        <p:spPr>
          <a:xfrm>
            <a:off x="9265416" y="2660268"/>
            <a:ext cx="55659" cy="55659"/>
          </a:xfrm>
          <a:prstGeom prst="ellipse">
            <a:avLst/>
          </a:prstGeom>
          <a:solidFill>
            <a:srgbClr val="26364E">
              <a:alpha val="84000"/>
            </a:srgbClr>
          </a:solidFill>
          <a:ln w="3810">
            <a:solidFill>
              <a:srgbClr val="26364E">
                <a:alpha val="0"/>
              </a:srgbClr>
            </a:solidFill>
            <a:prstDash val="solid"/>
          </a:ln>
        </p:spPr>
      </p:sp>
      <p:sp>
        <p:nvSpPr>
          <p:cNvPr id="648" name="Shape 646"/>
          <p:cNvSpPr/>
          <p:nvPr/>
        </p:nvSpPr>
        <p:spPr>
          <a:xfrm>
            <a:off x="9344452" y="2660268"/>
            <a:ext cx="55659" cy="55659"/>
          </a:xfrm>
          <a:prstGeom prst="ellipse">
            <a:avLst/>
          </a:prstGeom>
          <a:solidFill>
            <a:srgbClr val="26364E">
              <a:alpha val="84000"/>
            </a:srgbClr>
          </a:solidFill>
          <a:ln w="3810">
            <a:solidFill>
              <a:srgbClr val="26364E">
                <a:alpha val="0"/>
              </a:srgbClr>
            </a:solidFill>
            <a:prstDash val="solid"/>
          </a:ln>
        </p:spPr>
      </p:sp>
      <p:sp>
        <p:nvSpPr>
          <p:cNvPr id="649" name="Shape 647"/>
          <p:cNvSpPr/>
          <p:nvPr/>
        </p:nvSpPr>
        <p:spPr>
          <a:xfrm>
            <a:off x="9423488" y="2660268"/>
            <a:ext cx="55659" cy="55659"/>
          </a:xfrm>
          <a:prstGeom prst="ellipse">
            <a:avLst/>
          </a:prstGeom>
          <a:solidFill>
            <a:srgbClr val="26364E">
              <a:alpha val="84000"/>
            </a:srgbClr>
          </a:solidFill>
          <a:ln w="3810">
            <a:solidFill>
              <a:srgbClr val="26364E">
                <a:alpha val="0"/>
              </a:srgbClr>
            </a:solidFill>
            <a:prstDash val="solid"/>
          </a:ln>
        </p:spPr>
      </p:sp>
      <p:sp>
        <p:nvSpPr>
          <p:cNvPr id="650" name="Shape 648"/>
          <p:cNvSpPr/>
          <p:nvPr/>
        </p:nvSpPr>
        <p:spPr>
          <a:xfrm>
            <a:off x="9502524" y="2660268"/>
            <a:ext cx="55659" cy="55659"/>
          </a:xfrm>
          <a:prstGeom prst="ellipse">
            <a:avLst/>
          </a:prstGeom>
          <a:solidFill>
            <a:srgbClr val="26364E">
              <a:alpha val="84000"/>
            </a:srgbClr>
          </a:solidFill>
          <a:ln w="3810">
            <a:solidFill>
              <a:srgbClr val="26364E">
                <a:alpha val="0"/>
              </a:srgbClr>
            </a:solidFill>
            <a:prstDash val="solid"/>
          </a:ln>
        </p:spPr>
      </p:sp>
      <p:sp>
        <p:nvSpPr>
          <p:cNvPr id="651" name="Shape 649"/>
          <p:cNvSpPr/>
          <p:nvPr/>
        </p:nvSpPr>
        <p:spPr>
          <a:xfrm>
            <a:off x="9581560" y="2660268"/>
            <a:ext cx="55659" cy="55659"/>
          </a:xfrm>
          <a:prstGeom prst="ellipse">
            <a:avLst/>
          </a:prstGeom>
          <a:solidFill>
            <a:srgbClr val="26364E">
              <a:alpha val="84000"/>
            </a:srgbClr>
          </a:solidFill>
          <a:ln w="3810">
            <a:solidFill>
              <a:srgbClr val="26364E">
                <a:alpha val="0"/>
              </a:srgbClr>
            </a:solidFill>
            <a:prstDash val="solid"/>
          </a:ln>
        </p:spPr>
      </p:sp>
      <p:sp>
        <p:nvSpPr>
          <p:cNvPr id="652" name="Shape 650"/>
          <p:cNvSpPr/>
          <p:nvPr/>
        </p:nvSpPr>
        <p:spPr>
          <a:xfrm>
            <a:off x="9660596" y="2660268"/>
            <a:ext cx="55659" cy="55659"/>
          </a:xfrm>
          <a:prstGeom prst="ellipse">
            <a:avLst/>
          </a:prstGeom>
          <a:solidFill>
            <a:srgbClr val="26364E">
              <a:alpha val="84000"/>
            </a:srgbClr>
          </a:solidFill>
          <a:ln w="3810">
            <a:solidFill>
              <a:srgbClr val="26364E">
                <a:alpha val="0"/>
              </a:srgbClr>
            </a:solidFill>
            <a:prstDash val="solid"/>
          </a:ln>
        </p:spPr>
      </p:sp>
      <p:sp>
        <p:nvSpPr>
          <p:cNvPr id="653" name="Shape 651"/>
          <p:cNvSpPr/>
          <p:nvPr/>
        </p:nvSpPr>
        <p:spPr>
          <a:xfrm>
            <a:off x="9739632" y="2660268"/>
            <a:ext cx="55659" cy="55659"/>
          </a:xfrm>
          <a:prstGeom prst="ellipse">
            <a:avLst/>
          </a:prstGeom>
          <a:solidFill>
            <a:srgbClr val="26364E">
              <a:alpha val="84000"/>
            </a:srgbClr>
          </a:solidFill>
          <a:ln w="3810">
            <a:solidFill>
              <a:srgbClr val="26364E">
                <a:alpha val="0"/>
              </a:srgbClr>
            </a:solidFill>
            <a:prstDash val="solid"/>
          </a:ln>
        </p:spPr>
      </p:sp>
      <p:sp>
        <p:nvSpPr>
          <p:cNvPr id="654" name="Shape 652"/>
          <p:cNvSpPr/>
          <p:nvPr/>
        </p:nvSpPr>
        <p:spPr>
          <a:xfrm>
            <a:off x="9818668" y="2660268"/>
            <a:ext cx="55659" cy="55659"/>
          </a:xfrm>
          <a:prstGeom prst="ellipse">
            <a:avLst/>
          </a:prstGeom>
          <a:solidFill>
            <a:srgbClr val="26364E">
              <a:alpha val="84000"/>
            </a:srgbClr>
          </a:solidFill>
          <a:ln w="3810">
            <a:solidFill>
              <a:srgbClr val="26364E">
                <a:alpha val="0"/>
              </a:srgbClr>
            </a:solidFill>
            <a:prstDash val="solid"/>
          </a:ln>
        </p:spPr>
      </p:sp>
      <p:sp>
        <p:nvSpPr>
          <p:cNvPr id="655" name="Shape 653"/>
          <p:cNvSpPr/>
          <p:nvPr/>
        </p:nvSpPr>
        <p:spPr>
          <a:xfrm>
            <a:off x="9897704" y="2660268"/>
            <a:ext cx="55659" cy="55659"/>
          </a:xfrm>
          <a:prstGeom prst="ellipse">
            <a:avLst/>
          </a:prstGeom>
          <a:solidFill>
            <a:srgbClr val="26364E">
              <a:alpha val="84000"/>
            </a:srgbClr>
          </a:solidFill>
          <a:ln w="3810">
            <a:solidFill>
              <a:srgbClr val="26364E">
                <a:alpha val="0"/>
              </a:srgbClr>
            </a:solidFill>
            <a:prstDash val="solid"/>
          </a:ln>
        </p:spPr>
      </p:sp>
      <p:sp>
        <p:nvSpPr>
          <p:cNvPr id="656" name="Shape 654"/>
          <p:cNvSpPr/>
          <p:nvPr/>
        </p:nvSpPr>
        <p:spPr>
          <a:xfrm>
            <a:off x="9976740" y="2660268"/>
            <a:ext cx="55659" cy="55659"/>
          </a:xfrm>
          <a:prstGeom prst="ellipse">
            <a:avLst/>
          </a:prstGeom>
          <a:solidFill>
            <a:srgbClr val="26364E">
              <a:alpha val="84000"/>
            </a:srgbClr>
          </a:solidFill>
          <a:ln w="3810">
            <a:solidFill>
              <a:srgbClr val="26364E">
                <a:alpha val="0"/>
              </a:srgbClr>
            </a:solidFill>
            <a:prstDash val="solid"/>
          </a:ln>
        </p:spPr>
      </p:sp>
      <p:sp>
        <p:nvSpPr>
          <p:cNvPr id="657" name="Shape 655"/>
          <p:cNvSpPr/>
          <p:nvPr/>
        </p:nvSpPr>
        <p:spPr>
          <a:xfrm>
            <a:off x="10055776" y="2660268"/>
            <a:ext cx="55659" cy="55659"/>
          </a:xfrm>
          <a:prstGeom prst="ellipse">
            <a:avLst/>
          </a:prstGeom>
          <a:solidFill>
            <a:srgbClr val="26364E">
              <a:alpha val="84000"/>
            </a:srgbClr>
          </a:solidFill>
          <a:ln w="3810">
            <a:solidFill>
              <a:srgbClr val="26364E">
                <a:alpha val="0"/>
              </a:srgbClr>
            </a:solidFill>
            <a:prstDash val="solid"/>
          </a:ln>
        </p:spPr>
      </p:sp>
      <p:sp>
        <p:nvSpPr>
          <p:cNvPr id="658" name="Shape 656"/>
          <p:cNvSpPr/>
          <p:nvPr/>
        </p:nvSpPr>
        <p:spPr>
          <a:xfrm>
            <a:off x="10134812" y="2660268"/>
            <a:ext cx="55659" cy="55659"/>
          </a:xfrm>
          <a:prstGeom prst="ellipse">
            <a:avLst/>
          </a:prstGeom>
          <a:solidFill>
            <a:srgbClr val="26364E">
              <a:alpha val="84000"/>
            </a:srgbClr>
          </a:solidFill>
          <a:ln w="3810">
            <a:solidFill>
              <a:srgbClr val="26364E">
                <a:alpha val="0"/>
              </a:srgbClr>
            </a:solidFill>
            <a:prstDash val="solid"/>
          </a:ln>
        </p:spPr>
      </p:sp>
      <p:sp>
        <p:nvSpPr>
          <p:cNvPr id="659" name="Shape 657"/>
          <p:cNvSpPr/>
          <p:nvPr/>
        </p:nvSpPr>
        <p:spPr>
          <a:xfrm>
            <a:off x="10213848" y="2660268"/>
            <a:ext cx="55659" cy="55659"/>
          </a:xfrm>
          <a:prstGeom prst="ellipse">
            <a:avLst/>
          </a:prstGeom>
          <a:solidFill>
            <a:srgbClr val="42E0CB"/>
          </a:solidFill>
          <a:ln w="3810">
            <a:solidFill>
              <a:srgbClr val="42E0CB">
                <a:alpha val="0"/>
              </a:srgbClr>
            </a:solidFill>
            <a:prstDash val="solid"/>
          </a:ln>
        </p:spPr>
      </p:sp>
      <p:sp>
        <p:nvSpPr>
          <p:cNvPr id="660" name="Shape 658"/>
          <p:cNvSpPr/>
          <p:nvPr/>
        </p:nvSpPr>
        <p:spPr>
          <a:xfrm>
            <a:off x="10292884" y="2660268"/>
            <a:ext cx="55659" cy="55659"/>
          </a:xfrm>
          <a:prstGeom prst="ellipse">
            <a:avLst/>
          </a:prstGeom>
          <a:solidFill>
            <a:srgbClr val="26364E">
              <a:alpha val="84000"/>
            </a:srgbClr>
          </a:solidFill>
          <a:ln w="3810">
            <a:solidFill>
              <a:srgbClr val="26364E">
                <a:alpha val="0"/>
              </a:srgbClr>
            </a:solidFill>
            <a:prstDash val="solid"/>
          </a:ln>
        </p:spPr>
      </p:sp>
      <p:sp>
        <p:nvSpPr>
          <p:cNvPr id="661" name="Shape 659"/>
          <p:cNvSpPr/>
          <p:nvPr/>
        </p:nvSpPr>
        <p:spPr>
          <a:xfrm>
            <a:off x="10371920" y="2660268"/>
            <a:ext cx="55659" cy="55659"/>
          </a:xfrm>
          <a:prstGeom prst="ellipse">
            <a:avLst/>
          </a:prstGeom>
          <a:solidFill>
            <a:srgbClr val="42E0CB"/>
          </a:solidFill>
          <a:ln w="3810">
            <a:solidFill>
              <a:srgbClr val="42E0CB">
                <a:alpha val="0"/>
              </a:srgbClr>
            </a:solidFill>
            <a:prstDash val="solid"/>
          </a:ln>
        </p:spPr>
      </p:sp>
      <p:sp>
        <p:nvSpPr>
          <p:cNvPr id="662" name="Shape 660"/>
          <p:cNvSpPr/>
          <p:nvPr/>
        </p:nvSpPr>
        <p:spPr>
          <a:xfrm>
            <a:off x="10450956" y="2660268"/>
            <a:ext cx="55659" cy="55659"/>
          </a:xfrm>
          <a:prstGeom prst="ellipse">
            <a:avLst/>
          </a:prstGeom>
          <a:solidFill>
            <a:srgbClr val="26364E">
              <a:alpha val="84000"/>
            </a:srgbClr>
          </a:solidFill>
          <a:ln w="3810">
            <a:solidFill>
              <a:srgbClr val="26364E">
                <a:alpha val="0"/>
              </a:srgbClr>
            </a:solidFill>
            <a:prstDash val="solid"/>
          </a:ln>
        </p:spPr>
      </p:sp>
      <p:sp>
        <p:nvSpPr>
          <p:cNvPr id="663" name="Shape 661"/>
          <p:cNvSpPr/>
          <p:nvPr/>
        </p:nvSpPr>
        <p:spPr>
          <a:xfrm>
            <a:off x="8000841" y="2739304"/>
            <a:ext cx="55659" cy="55659"/>
          </a:xfrm>
          <a:prstGeom prst="ellipse">
            <a:avLst/>
          </a:prstGeom>
          <a:solidFill>
            <a:srgbClr val="26364E">
              <a:alpha val="84000"/>
            </a:srgbClr>
          </a:solidFill>
          <a:ln w="3810">
            <a:solidFill>
              <a:srgbClr val="26364E">
                <a:alpha val="0"/>
              </a:srgbClr>
            </a:solidFill>
            <a:prstDash val="solid"/>
          </a:ln>
        </p:spPr>
      </p:sp>
      <p:sp>
        <p:nvSpPr>
          <p:cNvPr id="664" name="Shape 662"/>
          <p:cNvSpPr/>
          <p:nvPr/>
        </p:nvSpPr>
        <p:spPr>
          <a:xfrm>
            <a:off x="8079877" y="2739304"/>
            <a:ext cx="55659" cy="55659"/>
          </a:xfrm>
          <a:prstGeom prst="ellipse">
            <a:avLst/>
          </a:prstGeom>
          <a:solidFill>
            <a:srgbClr val="26364E">
              <a:alpha val="84000"/>
            </a:srgbClr>
          </a:solidFill>
          <a:ln w="3810">
            <a:solidFill>
              <a:srgbClr val="26364E">
                <a:alpha val="0"/>
              </a:srgbClr>
            </a:solidFill>
            <a:prstDash val="solid"/>
          </a:ln>
        </p:spPr>
      </p:sp>
      <p:sp>
        <p:nvSpPr>
          <p:cNvPr id="665" name="Shape 663"/>
          <p:cNvSpPr/>
          <p:nvPr/>
        </p:nvSpPr>
        <p:spPr>
          <a:xfrm>
            <a:off x="8158913" y="2739304"/>
            <a:ext cx="55659" cy="55659"/>
          </a:xfrm>
          <a:prstGeom prst="ellipse">
            <a:avLst/>
          </a:prstGeom>
          <a:solidFill>
            <a:srgbClr val="26364E">
              <a:alpha val="84000"/>
            </a:srgbClr>
          </a:solidFill>
          <a:ln w="3810">
            <a:solidFill>
              <a:srgbClr val="26364E">
                <a:alpha val="0"/>
              </a:srgbClr>
            </a:solidFill>
            <a:prstDash val="solid"/>
          </a:ln>
        </p:spPr>
      </p:sp>
      <p:sp>
        <p:nvSpPr>
          <p:cNvPr id="666" name="Shape 664"/>
          <p:cNvSpPr/>
          <p:nvPr/>
        </p:nvSpPr>
        <p:spPr>
          <a:xfrm>
            <a:off x="8237949" y="2739304"/>
            <a:ext cx="55659" cy="55659"/>
          </a:xfrm>
          <a:prstGeom prst="ellipse">
            <a:avLst/>
          </a:prstGeom>
          <a:solidFill>
            <a:srgbClr val="26364E">
              <a:alpha val="84000"/>
            </a:srgbClr>
          </a:solidFill>
          <a:ln w="3810">
            <a:solidFill>
              <a:srgbClr val="26364E">
                <a:alpha val="0"/>
              </a:srgbClr>
            </a:solidFill>
            <a:prstDash val="solid"/>
          </a:ln>
        </p:spPr>
      </p:sp>
      <p:sp>
        <p:nvSpPr>
          <p:cNvPr id="667" name="Shape 665"/>
          <p:cNvSpPr/>
          <p:nvPr/>
        </p:nvSpPr>
        <p:spPr>
          <a:xfrm>
            <a:off x="8316985" y="2739304"/>
            <a:ext cx="55659" cy="55659"/>
          </a:xfrm>
          <a:prstGeom prst="ellipse">
            <a:avLst/>
          </a:prstGeom>
          <a:solidFill>
            <a:srgbClr val="26364E">
              <a:alpha val="84000"/>
            </a:srgbClr>
          </a:solidFill>
          <a:ln w="3810">
            <a:solidFill>
              <a:srgbClr val="26364E">
                <a:alpha val="0"/>
              </a:srgbClr>
            </a:solidFill>
            <a:prstDash val="solid"/>
          </a:ln>
        </p:spPr>
      </p:sp>
      <p:sp>
        <p:nvSpPr>
          <p:cNvPr id="668" name="Shape 666"/>
          <p:cNvSpPr/>
          <p:nvPr/>
        </p:nvSpPr>
        <p:spPr>
          <a:xfrm>
            <a:off x="8396021" y="2739304"/>
            <a:ext cx="55659" cy="55659"/>
          </a:xfrm>
          <a:prstGeom prst="ellipse">
            <a:avLst/>
          </a:prstGeom>
          <a:solidFill>
            <a:srgbClr val="26364E">
              <a:alpha val="84000"/>
            </a:srgbClr>
          </a:solidFill>
          <a:ln w="3810">
            <a:solidFill>
              <a:srgbClr val="26364E">
                <a:alpha val="0"/>
              </a:srgbClr>
            </a:solidFill>
            <a:prstDash val="solid"/>
          </a:ln>
        </p:spPr>
      </p:sp>
      <p:sp>
        <p:nvSpPr>
          <p:cNvPr id="669" name="Shape 667"/>
          <p:cNvSpPr/>
          <p:nvPr/>
        </p:nvSpPr>
        <p:spPr>
          <a:xfrm>
            <a:off x="8475057" y="2739304"/>
            <a:ext cx="55659" cy="55659"/>
          </a:xfrm>
          <a:prstGeom prst="ellipse">
            <a:avLst/>
          </a:prstGeom>
          <a:solidFill>
            <a:srgbClr val="26364E">
              <a:alpha val="84000"/>
            </a:srgbClr>
          </a:solidFill>
          <a:ln w="3810">
            <a:solidFill>
              <a:srgbClr val="26364E">
                <a:alpha val="0"/>
              </a:srgbClr>
            </a:solidFill>
            <a:prstDash val="solid"/>
          </a:ln>
        </p:spPr>
      </p:sp>
      <p:sp>
        <p:nvSpPr>
          <p:cNvPr id="670" name="Shape 668"/>
          <p:cNvSpPr/>
          <p:nvPr/>
        </p:nvSpPr>
        <p:spPr>
          <a:xfrm>
            <a:off x="8554093" y="2739304"/>
            <a:ext cx="55659" cy="55659"/>
          </a:xfrm>
          <a:prstGeom prst="ellipse">
            <a:avLst/>
          </a:prstGeom>
          <a:solidFill>
            <a:srgbClr val="26364E">
              <a:alpha val="84000"/>
            </a:srgbClr>
          </a:solidFill>
          <a:ln w="3810">
            <a:solidFill>
              <a:srgbClr val="26364E">
                <a:alpha val="0"/>
              </a:srgbClr>
            </a:solidFill>
            <a:prstDash val="solid"/>
          </a:ln>
        </p:spPr>
      </p:sp>
      <p:sp>
        <p:nvSpPr>
          <p:cNvPr id="671" name="Shape 669"/>
          <p:cNvSpPr/>
          <p:nvPr/>
        </p:nvSpPr>
        <p:spPr>
          <a:xfrm>
            <a:off x="8633129" y="2739304"/>
            <a:ext cx="55659" cy="55659"/>
          </a:xfrm>
          <a:prstGeom prst="ellipse">
            <a:avLst/>
          </a:prstGeom>
          <a:solidFill>
            <a:srgbClr val="26364E">
              <a:alpha val="84000"/>
            </a:srgbClr>
          </a:solidFill>
          <a:ln w="3810">
            <a:solidFill>
              <a:srgbClr val="26364E">
                <a:alpha val="0"/>
              </a:srgbClr>
            </a:solidFill>
            <a:prstDash val="solid"/>
          </a:ln>
        </p:spPr>
      </p:sp>
      <p:sp>
        <p:nvSpPr>
          <p:cNvPr id="672" name="Shape 670"/>
          <p:cNvSpPr/>
          <p:nvPr/>
        </p:nvSpPr>
        <p:spPr>
          <a:xfrm>
            <a:off x="8712165" y="2739304"/>
            <a:ext cx="55659" cy="55659"/>
          </a:xfrm>
          <a:prstGeom prst="ellipse">
            <a:avLst/>
          </a:prstGeom>
          <a:solidFill>
            <a:srgbClr val="26364E">
              <a:alpha val="84000"/>
            </a:srgbClr>
          </a:solidFill>
          <a:ln w="3810">
            <a:solidFill>
              <a:srgbClr val="26364E">
                <a:alpha val="0"/>
              </a:srgbClr>
            </a:solidFill>
            <a:prstDash val="solid"/>
          </a:ln>
        </p:spPr>
      </p:sp>
      <p:sp>
        <p:nvSpPr>
          <p:cNvPr id="673" name="Shape 671"/>
          <p:cNvSpPr/>
          <p:nvPr/>
        </p:nvSpPr>
        <p:spPr>
          <a:xfrm>
            <a:off x="8791201" y="2739304"/>
            <a:ext cx="55659" cy="55659"/>
          </a:xfrm>
          <a:prstGeom prst="ellipse">
            <a:avLst/>
          </a:prstGeom>
          <a:solidFill>
            <a:srgbClr val="26364E">
              <a:alpha val="84000"/>
            </a:srgbClr>
          </a:solidFill>
          <a:ln w="3810">
            <a:solidFill>
              <a:srgbClr val="26364E">
                <a:alpha val="0"/>
              </a:srgbClr>
            </a:solidFill>
            <a:prstDash val="solid"/>
          </a:ln>
        </p:spPr>
      </p:sp>
      <p:sp>
        <p:nvSpPr>
          <p:cNvPr id="674" name="Shape 672"/>
          <p:cNvSpPr/>
          <p:nvPr/>
        </p:nvSpPr>
        <p:spPr>
          <a:xfrm>
            <a:off x="8870237" y="2739304"/>
            <a:ext cx="55659" cy="55659"/>
          </a:xfrm>
          <a:prstGeom prst="ellipse">
            <a:avLst/>
          </a:prstGeom>
          <a:solidFill>
            <a:srgbClr val="26364E">
              <a:alpha val="84000"/>
            </a:srgbClr>
          </a:solidFill>
          <a:ln w="3810">
            <a:solidFill>
              <a:srgbClr val="26364E">
                <a:alpha val="0"/>
              </a:srgbClr>
            </a:solidFill>
            <a:prstDash val="solid"/>
          </a:ln>
        </p:spPr>
      </p:sp>
      <p:sp>
        <p:nvSpPr>
          <p:cNvPr id="675" name="Shape 673"/>
          <p:cNvSpPr/>
          <p:nvPr/>
        </p:nvSpPr>
        <p:spPr>
          <a:xfrm>
            <a:off x="8949273" y="2739304"/>
            <a:ext cx="55659" cy="55659"/>
          </a:xfrm>
          <a:prstGeom prst="ellipse">
            <a:avLst/>
          </a:prstGeom>
          <a:solidFill>
            <a:srgbClr val="26364E">
              <a:alpha val="84000"/>
            </a:srgbClr>
          </a:solidFill>
          <a:ln w="3810">
            <a:solidFill>
              <a:srgbClr val="26364E">
                <a:alpha val="0"/>
              </a:srgbClr>
            </a:solidFill>
            <a:prstDash val="solid"/>
          </a:ln>
        </p:spPr>
      </p:sp>
      <p:sp>
        <p:nvSpPr>
          <p:cNvPr id="676" name="Shape 674"/>
          <p:cNvSpPr/>
          <p:nvPr/>
        </p:nvSpPr>
        <p:spPr>
          <a:xfrm>
            <a:off x="9028309" y="2739304"/>
            <a:ext cx="55659" cy="55659"/>
          </a:xfrm>
          <a:prstGeom prst="ellipse">
            <a:avLst/>
          </a:prstGeom>
          <a:solidFill>
            <a:srgbClr val="26364E">
              <a:alpha val="84000"/>
            </a:srgbClr>
          </a:solidFill>
          <a:ln w="3810">
            <a:solidFill>
              <a:srgbClr val="26364E">
                <a:alpha val="0"/>
              </a:srgbClr>
            </a:solidFill>
            <a:prstDash val="solid"/>
          </a:ln>
        </p:spPr>
      </p:sp>
      <p:sp>
        <p:nvSpPr>
          <p:cNvPr id="677" name="Shape 675"/>
          <p:cNvSpPr/>
          <p:nvPr/>
        </p:nvSpPr>
        <p:spPr>
          <a:xfrm>
            <a:off x="9107344" y="2739304"/>
            <a:ext cx="55659" cy="55659"/>
          </a:xfrm>
          <a:prstGeom prst="ellipse">
            <a:avLst/>
          </a:prstGeom>
          <a:solidFill>
            <a:srgbClr val="26364E">
              <a:alpha val="84000"/>
            </a:srgbClr>
          </a:solidFill>
          <a:ln w="3810">
            <a:solidFill>
              <a:srgbClr val="26364E">
                <a:alpha val="0"/>
              </a:srgbClr>
            </a:solidFill>
            <a:prstDash val="solid"/>
          </a:ln>
        </p:spPr>
      </p:sp>
      <p:sp>
        <p:nvSpPr>
          <p:cNvPr id="678" name="Shape 676"/>
          <p:cNvSpPr/>
          <p:nvPr/>
        </p:nvSpPr>
        <p:spPr>
          <a:xfrm>
            <a:off x="9186380" y="2739304"/>
            <a:ext cx="55659" cy="55659"/>
          </a:xfrm>
          <a:prstGeom prst="ellipse">
            <a:avLst/>
          </a:prstGeom>
          <a:solidFill>
            <a:srgbClr val="26364E">
              <a:alpha val="84000"/>
            </a:srgbClr>
          </a:solidFill>
          <a:ln w="3810">
            <a:solidFill>
              <a:srgbClr val="26364E">
                <a:alpha val="0"/>
              </a:srgbClr>
            </a:solidFill>
            <a:prstDash val="solid"/>
          </a:ln>
        </p:spPr>
      </p:sp>
      <p:sp>
        <p:nvSpPr>
          <p:cNvPr id="679" name="Shape 677"/>
          <p:cNvSpPr/>
          <p:nvPr/>
        </p:nvSpPr>
        <p:spPr>
          <a:xfrm>
            <a:off x="9265416" y="2739304"/>
            <a:ext cx="55659" cy="55659"/>
          </a:xfrm>
          <a:prstGeom prst="ellipse">
            <a:avLst/>
          </a:prstGeom>
          <a:solidFill>
            <a:srgbClr val="26364E">
              <a:alpha val="84000"/>
            </a:srgbClr>
          </a:solidFill>
          <a:ln w="3810">
            <a:solidFill>
              <a:srgbClr val="26364E">
                <a:alpha val="0"/>
              </a:srgbClr>
            </a:solidFill>
            <a:prstDash val="solid"/>
          </a:ln>
        </p:spPr>
      </p:sp>
      <p:sp>
        <p:nvSpPr>
          <p:cNvPr id="680" name="Shape 678"/>
          <p:cNvSpPr/>
          <p:nvPr/>
        </p:nvSpPr>
        <p:spPr>
          <a:xfrm>
            <a:off x="9344452" y="2739304"/>
            <a:ext cx="55659" cy="55659"/>
          </a:xfrm>
          <a:prstGeom prst="ellipse">
            <a:avLst/>
          </a:prstGeom>
          <a:solidFill>
            <a:srgbClr val="26364E">
              <a:alpha val="84000"/>
            </a:srgbClr>
          </a:solidFill>
          <a:ln w="3810">
            <a:solidFill>
              <a:srgbClr val="26364E">
                <a:alpha val="0"/>
              </a:srgbClr>
            </a:solidFill>
            <a:prstDash val="solid"/>
          </a:ln>
        </p:spPr>
      </p:sp>
      <p:sp>
        <p:nvSpPr>
          <p:cNvPr id="681" name="Shape 679"/>
          <p:cNvSpPr/>
          <p:nvPr/>
        </p:nvSpPr>
        <p:spPr>
          <a:xfrm>
            <a:off x="9423488" y="2739304"/>
            <a:ext cx="55659" cy="55659"/>
          </a:xfrm>
          <a:prstGeom prst="ellipse">
            <a:avLst/>
          </a:prstGeom>
          <a:solidFill>
            <a:srgbClr val="26364E">
              <a:alpha val="84000"/>
            </a:srgbClr>
          </a:solidFill>
          <a:ln w="3810">
            <a:solidFill>
              <a:srgbClr val="26364E">
                <a:alpha val="0"/>
              </a:srgbClr>
            </a:solidFill>
            <a:prstDash val="solid"/>
          </a:ln>
        </p:spPr>
      </p:sp>
      <p:sp>
        <p:nvSpPr>
          <p:cNvPr id="682" name="Shape 680"/>
          <p:cNvSpPr/>
          <p:nvPr/>
        </p:nvSpPr>
        <p:spPr>
          <a:xfrm>
            <a:off x="9502524" y="2739304"/>
            <a:ext cx="55659" cy="55659"/>
          </a:xfrm>
          <a:prstGeom prst="ellipse">
            <a:avLst/>
          </a:prstGeom>
          <a:solidFill>
            <a:srgbClr val="26364E">
              <a:alpha val="84000"/>
            </a:srgbClr>
          </a:solidFill>
          <a:ln w="3810">
            <a:solidFill>
              <a:srgbClr val="26364E">
                <a:alpha val="0"/>
              </a:srgbClr>
            </a:solidFill>
            <a:prstDash val="solid"/>
          </a:ln>
        </p:spPr>
      </p:sp>
      <p:sp>
        <p:nvSpPr>
          <p:cNvPr id="683" name="Shape 681"/>
          <p:cNvSpPr/>
          <p:nvPr/>
        </p:nvSpPr>
        <p:spPr>
          <a:xfrm>
            <a:off x="9581560" y="2739304"/>
            <a:ext cx="55659" cy="55659"/>
          </a:xfrm>
          <a:prstGeom prst="ellipse">
            <a:avLst/>
          </a:prstGeom>
          <a:solidFill>
            <a:srgbClr val="26364E">
              <a:alpha val="84000"/>
            </a:srgbClr>
          </a:solidFill>
          <a:ln w="3810">
            <a:solidFill>
              <a:srgbClr val="26364E">
                <a:alpha val="0"/>
              </a:srgbClr>
            </a:solidFill>
            <a:prstDash val="solid"/>
          </a:ln>
        </p:spPr>
      </p:sp>
      <p:sp>
        <p:nvSpPr>
          <p:cNvPr id="684" name="Shape 682"/>
          <p:cNvSpPr/>
          <p:nvPr/>
        </p:nvSpPr>
        <p:spPr>
          <a:xfrm>
            <a:off x="9660596" y="2739304"/>
            <a:ext cx="55659" cy="55659"/>
          </a:xfrm>
          <a:prstGeom prst="ellipse">
            <a:avLst/>
          </a:prstGeom>
          <a:solidFill>
            <a:srgbClr val="26364E">
              <a:alpha val="84000"/>
            </a:srgbClr>
          </a:solidFill>
          <a:ln w="3810">
            <a:solidFill>
              <a:srgbClr val="26364E">
                <a:alpha val="0"/>
              </a:srgbClr>
            </a:solidFill>
            <a:prstDash val="solid"/>
          </a:ln>
        </p:spPr>
      </p:sp>
      <p:sp>
        <p:nvSpPr>
          <p:cNvPr id="685" name="Shape 683"/>
          <p:cNvSpPr/>
          <p:nvPr/>
        </p:nvSpPr>
        <p:spPr>
          <a:xfrm>
            <a:off x="9739632" y="2739304"/>
            <a:ext cx="55659" cy="55659"/>
          </a:xfrm>
          <a:prstGeom prst="ellipse">
            <a:avLst/>
          </a:prstGeom>
          <a:solidFill>
            <a:srgbClr val="26364E">
              <a:alpha val="84000"/>
            </a:srgbClr>
          </a:solidFill>
          <a:ln w="3810">
            <a:solidFill>
              <a:srgbClr val="26364E">
                <a:alpha val="0"/>
              </a:srgbClr>
            </a:solidFill>
            <a:prstDash val="solid"/>
          </a:ln>
        </p:spPr>
      </p:sp>
      <p:sp>
        <p:nvSpPr>
          <p:cNvPr id="686" name="Shape 684"/>
          <p:cNvSpPr/>
          <p:nvPr/>
        </p:nvSpPr>
        <p:spPr>
          <a:xfrm>
            <a:off x="9818668" y="2739304"/>
            <a:ext cx="55659" cy="55659"/>
          </a:xfrm>
          <a:prstGeom prst="ellipse">
            <a:avLst/>
          </a:prstGeom>
          <a:solidFill>
            <a:srgbClr val="26364E">
              <a:alpha val="84000"/>
            </a:srgbClr>
          </a:solidFill>
          <a:ln w="3810">
            <a:solidFill>
              <a:srgbClr val="26364E">
                <a:alpha val="0"/>
              </a:srgbClr>
            </a:solidFill>
            <a:prstDash val="solid"/>
          </a:ln>
        </p:spPr>
      </p:sp>
      <p:sp>
        <p:nvSpPr>
          <p:cNvPr id="687" name="Shape 685"/>
          <p:cNvSpPr/>
          <p:nvPr/>
        </p:nvSpPr>
        <p:spPr>
          <a:xfrm>
            <a:off x="9897704" y="2739304"/>
            <a:ext cx="55659" cy="55659"/>
          </a:xfrm>
          <a:prstGeom prst="ellipse">
            <a:avLst/>
          </a:prstGeom>
          <a:solidFill>
            <a:srgbClr val="26364E">
              <a:alpha val="84000"/>
            </a:srgbClr>
          </a:solidFill>
          <a:ln w="3810">
            <a:solidFill>
              <a:srgbClr val="26364E">
                <a:alpha val="0"/>
              </a:srgbClr>
            </a:solidFill>
            <a:prstDash val="solid"/>
          </a:ln>
        </p:spPr>
      </p:sp>
      <p:sp>
        <p:nvSpPr>
          <p:cNvPr id="688" name="Shape 686"/>
          <p:cNvSpPr/>
          <p:nvPr/>
        </p:nvSpPr>
        <p:spPr>
          <a:xfrm>
            <a:off x="9976740" y="2739304"/>
            <a:ext cx="55659" cy="55659"/>
          </a:xfrm>
          <a:prstGeom prst="ellipse">
            <a:avLst/>
          </a:prstGeom>
          <a:solidFill>
            <a:srgbClr val="26364E">
              <a:alpha val="84000"/>
            </a:srgbClr>
          </a:solidFill>
          <a:ln w="3810">
            <a:solidFill>
              <a:srgbClr val="26364E">
                <a:alpha val="0"/>
              </a:srgbClr>
            </a:solidFill>
            <a:prstDash val="solid"/>
          </a:ln>
        </p:spPr>
      </p:sp>
      <p:sp>
        <p:nvSpPr>
          <p:cNvPr id="689" name="Shape 687"/>
          <p:cNvSpPr/>
          <p:nvPr/>
        </p:nvSpPr>
        <p:spPr>
          <a:xfrm>
            <a:off x="10055776" y="2739304"/>
            <a:ext cx="55659" cy="55659"/>
          </a:xfrm>
          <a:prstGeom prst="ellipse">
            <a:avLst/>
          </a:prstGeom>
          <a:solidFill>
            <a:srgbClr val="26364E">
              <a:alpha val="84000"/>
            </a:srgbClr>
          </a:solidFill>
          <a:ln w="3810">
            <a:solidFill>
              <a:srgbClr val="26364E">
                <a:alpha val="0"/>
              </a:srgbClr>
            </a:solidFill>
            <a:prstDash val="solid"/>
          </a:ln>
        </p:spPr>
      </p:sp>
      <p:sp>
        <p:nvSpPr>
          <p:cNvPr id="690" name="Shape 688"/>
          <p:cNvSpPr/>
          <p:nvPr/>
        </p:nvSpPr>
        <p:spPr>
          <a:xfrm>
            <a:off x="10134812" y="2739304"/>
            <a:ext cx="55659" cy="55659"/>
          </a:xfrm>
          <a:prstGeom prst="ellipse">
            <a:avLst/>
          </a:prstGeom>
          <a:solidFill>
            <a:srgbClr val="26364E">
              <a:alpha val="84000"/>
            </a:srgbClr>
          </a:solidFill>
          <a:ln w="3810">
            <a:solidFill>
              <a:srgbClr val="26364E">
                <a:alpha val="0"/>
              </a:srgbClr>
            </a:solidFill>
            <a:prstDash val="solid"/>
          </a:ln>
        </p:spPr>
      </p:sp>
      <p:sp>
        <p:nvSpPr>
          <p:cNvPr id="691" name="Shape 689"/>
          <p:cNvSpPr/>
          <p:nvPr/>
        </p:nvSpPr>
        <p:spPr>
          <a:xfrm>
            <a:off x="10213848" y="2739304"/>
            <a:ext cx="55659" cy="55659"/>
          </a:xfrm>
          <a:prstGeom prst="ellipse">
            <a:avLst/>
          </a:prstGeom>
          <a:solidFill>
            <a:srgbClr val="42E0CB"/>
          </a:solidFill>
          <a:ln w="3810">
            <a:solidFill>
              <a:srgbClr val="42E0CB">
                <a:alpha val="0"/>
              </a:srgbClr>
            </a:solidFill>
            <a:prstDash val="solid"/>
          </a:ln>
        </p:spPr>
      </p:sp>
      <p:sp>
        <p:nvSpPr>
          <p:cNvPr id="692" name="Shape 690"/>
          <p:cNvSpPr/>
          <p:nvPr/>
        </p:nvSpPr>
        <p:spPr>
          <a:xfrm>
            <a:off x="10292884" y="2739304"/>
            <a:ext cx="55659" cy="55659"/>
          </a:xfrm>
          <a:prstGeom prst="ellipse">
            <a:avLst/>
          </a:prstGeom>
          <a:solidFill>
            <a:srgbClr val="26364E">
              <a:alpha val="84000"/>
            </a:srgbClr>
          </a:solidFill>
          <a:ln w="3810">
            <a:solidFill>
              <a:srgbClr val="26364E">
                <a:alpha val="0"/>
              </a:srgbClr>
            </a:solidFill>
            <a:prstDash val="solid"/>
          </a:ln>
        </p:spPr>
      </p:sp>
      <p:sp>
        <p:nvSpPr>
          <p:cNvPr id="693" name="Shape 691"/>
          <p:cNvSpPr/>
          <p:nvPr/>
        </p:nvSpPr>
        <p:spPr>
          <a:xfrm>
            <a:off x="10371920" y="2739304"/>
            <a:ext cx="55659" cy="55659"/>
          </a:xfrm>
          <a:prstGeom prst="ellipse">
            <a:avLst/>
          </a:prstGeom>
          <a:solidFill>
            <a:srgbClr val="42E0CB"/>
          </a:solidFill>
          <a:ln w="3810">
            <a:solidFill>
              <a:srgbClr val="42E0CB">
                <a:alpha val="0"/>
              </a:srgbClr>
            </a:solidFill>
            <a:prstDash val="solid"/>
          </a:ln>
        </p:spPr>
      </p:sp>
      <p:sp>
        <p:nvSpPr>
          <p:cNvPr id="694" name="Shape 692"/>
          <p:cNvSpPr/>
          <p:nvPr/>
        </p:nvSpPr>
        <p:spPr>
          <a:xfrm>
            <a:off x="10450956" y="2739304"/>
            <a:ext cx="55659" cy="55659"/>
          </a:xfrm>
          <a:prstGeom prst="ellipse">
            <a:avLst/>
          </a:prstGeom>
          <a:solidFill>
            <a:srgbClr val="26364E">
              <a:alpha val="84000"/>
            </a:srgbClr>
          </a:solidFill>
          <a:ln w="3810">
            <a:solidFill>
              <a:srgbClr val="26364E">
                <a:alpha val="0"/>
              </a:srgbClr>
            </a:solidFill>
            <a:prstDash val="solid"/>
          </a:ln>
        </p:spPr>
      </p:sp>
      <p:sp>
        <p:nvSpPr>
          <p:cNvPr id="695" name="Shape 693"/>
          <p:cNvSpPr/>
          <p:nvPr/>
        </p:nvSpPr>
        <p:spPr>
          <a:xfrm>
            <a:off x="8000841" y="2818340"/>
            <a:ext cx="55659" cy="55659"/>
          </a:xfrm>
          <a:prstGeom prst="ellipse">
            <a:avLst/>
          </a:prstGeom>
          <a:solidFill>
            <a:srgbClr val="42E0CB"/>
          </a:solidFill>
          <a:ln w="3810">
            <a:solidFill>
              <a:srgbClr val="42E0CB">
                <a:alpha val="0"/>
              </a:srgbClr>
            </a:solidFill>
            <a:prstDash val="solid"/>
          </a:ln>
        </p:spPr>
      </p:sp>
      <p:sp>
        <p:nvSpPr>
          <p:cNvPr id="696" name="Shape 694"/>
          <p:cNvSpPr/>
          <p:nvPr/>
        </p:nvSpPr>
        <p:spPr>
          <a:xfrm>
            <a:off x="8079877" y="2818340"/>
            <a:ext cx="55659" cy="55659"/>
          </a:xfrm>
          <a:prstGeom prst="ellipse">
            <a:avLst/>
          </a:prstGeom>
          <a:solidFill>
            <a:srgbClr val="26364E">
              <a:alpha val="84000"/>
            </a:srgbClr>
          </a:solidFill>
          <a:ln w="3810">
            <a:solidFill>
              <a:srgbClr val="26364E">
                <a:alpha val="0"/>
              </a:srgbClr>
            </a:solidFill>
            <a:prstDash val="solid"/>
          </a:ln>
        </p:spPr>
      </p:sp>
      <p:sp>
        <p:nvSpPr>
          <p:cNvPr id="697" name="Shape 695"/>
          <p:cNvSpPr/>
          <p:nvPr/>
        </p:nvSpPr>
        <p:spPr>
          <a:xfrm>
            <a:off x="8158913" y="2818340"/>
            <a:ext cx="55659" cy="55659"/>
          </a:xfrm>
          <a:prstGeom prst="ellipse">
            <a:avLst/>
          </a:prstGeom>
          <a:solidFill>
            <a:srgbClr val="42E0CB"/>
          </a:solidFill>
          <a:ln w="3810">
            <a:solidFill>
              <a:srgbClr val="42E0CB">
                <a:alpha val="0"/>
              </a:srgbClr>
            </a:solidFill>
            <a:prstDash val="solid"/>
          </a:ln>
        </p:spPr>
      </p:sp>
      <p:sp>
        <p:nvSpPr>
          <p:cNvPr id="698" name="Shape 696"/>
          <p:cNvSpPr/>
          <p:nvPr/>
        </p:nvSpPr>
        <p:spPr>
          <a:xfrm>
            <a:off x="8237949" y="2818340"/>
            <a:ext cx="55659" cy="55659"/>
          </a:xfrm>
          <a:prstGeom prst="ellipse">
            <a:avLst/>
          </a:prstGeom>
          <a:solidFill>
            <a:srgbClr val="26364E">
              <a:alpha val="84000"/>
            </a:srgbClr>
          </a:solidFill>
          <a:ln w="3810">
            <a:solidFill>
              <a:srgbClr val="26364E">
                <a:alpha val="0"/>
              </a:srgbClr>
            </a:solidFill>
            <a:prstDash val="solid"/>
          </a:ln>
        </p:spPr>
      </p:sp>
      <p:sp>
        <p:nvSpPr>
          <p:cNvPr id="699" name="Shape 697"/>
          <p:cNvSpPr/>
          <p:nvPr/>
        </p:nvSpPr>
        <p:spPr>
          <a:xfrm>
            <a:off x="8316985" y="2818340"/>
            <a:ext cx="55659" cy="55659"/>
          </a:xfrm>
          <a:prstGeom prst="ellipse">
            <a:avLst/>
          </a:prstGeom>
          <a:solidFill>
            <a:srgbClr val="42E0CB"/>
          </a:solidFill>
          <a:ln w="3810">
            <a:solidFill>
              <a:srgbClr val="42E0CB">
                <a:alpha val="0"/>
              </a:srgbClr>
            </a:solidFill>
            <a:prstDash val="solid"/>
          </a:ln>
        </p:spPr>
      </p:sp>
      <p:sp>
        <p:nvSpPr>
          <p:cNvPr id="700" name="Shape 698"/>
          <p:cNvSpPr/>
          <p:nvPr/>
        </p:nvSpPr>
        <p:spPr>
          <a:xfrm>
            <a:off x="8396021" y="2818340"/>
            <a:ext cx="55659" cy="55659"/>
          </a:xfrm>
          <a:prstGeom prst="ellipse">
            <a:avLst/>
          </a:prstGeom>
          <a:solidFill>
            <a:srgbClr val="26364E">
              <a:alpha val="84000"/>
            </a:srgbClr>
          </a:solidFill>
          <a:ln w="3810">
            <a:solidFill>
              <a:srgbClr val="26364E">
                <a:alpha val="0"/>
              </a:srgbClr>
            </a:solidFill>
            <a:prstDash val="solid"/>
          </a:ln>
        </p:spPr>
      </p:sp>
      <p:sp>
        <p:nvSpPr>
          <p:cNvPr id="701" name="Shape 699"/>
          <p:cNvSpPr/>
          <p:nvPr/>
        </p:nvSpPr>
        <p:spPr>
          <a:xfrm>
            <a:off x="8475057" y="2818340"/>
            <a:ext cx="55659" cy="55659"/>
          </a:xfrm>
          <a:prstGeom prst="ellipse">
            <a:avLst/>
          </a:prstGeom>
          <a:solidFill>
            <a:srgbClr val="26364E">
              <a:alpha val="84000"/>
            </a:srgbClr>
          </a:solidFill>
          <a:ln w="3810">
            <a:solidFill>
              <a:srgbClr val="26364E">
                <a:alpha val="0"/>
              </a:srgbClr>
            </a:solidFill>
            <a:prstDash val="solid"/>
          </a:ln>
        </p:spPr>
      </p:sp>
      <p:sp>
        <p:nvSpPr>
          <p:cNvPr id="702" name="Shape 700"/>
          <p:cNvSpPr/>
          <p:nvPr/>
        </p:nvSpPr>
        <p:spPr>
          <a:xfrm>
            <a:off x="8554093" y="2818340"/>
            <a:ext cx="55659" cy="55659"/>
          </a:xfrm>
          <a:prstGeom prst="ellipse">
            <a:avLst/>
          </a:prstGeom>
          <a:solidFill>
            <a:srgbClr val="42E0CB"/>
          </a:solidFill>
          <a:ln w="3810">
            <a:solidFill>
              <a:srgbClr val="42E0CB">
                <a:alpha val="0"/>
              </a:srgbClr>
            </a:solidFill>
            <a:prstDash val="solid"/>
          </a:ln>
        </p:spPr>
      </p:sp>
      <p:sp>
        <p:nvSpPr>
          <p:cNvPr id="703" name="Shape 701"/>
          <p:cNvSpPr/>
          <p:nvPr/>
        </p:nvSpPr>
        <p:spPr>
          <a:xfrm>
            <a:off x="8633129" y="2818340"/>
            <a:ext cx="55659" cy="55659"/>
          </a:xfrm>
          <a:prstGeom prst="ellipse">
            <a:avLst/>
          </a:prstGeom>
          <a:solidFill>
            <a:srgbClr val="26364E">
              <a:alpha val="84000"/>
            </a:srgbClr>
          </a:solidFill>
          <a:ln w="3810">
            <a:solidFill>
              <a:srgbClr val="26364E">
                <a:alpha val="0"/>
              </a:srgbClr>
            </a:solidFill>
            <a:prstDash val="solid"/>
          </a:ln>
        </p:spPr>
      </p:sp>
      <p:sp>
        <p:nvSpPr>
          <p:cNvPr id="704" name="Shape 702"/>
          <p:cNvSpPr/>
          <p:nvPr/>
        </p:nvSpPr>
        <p:spPr>
          <a:xfrm>
            <a:off x="8712165" y="2818340"/>
            <a:ext cx="55659" cy="55659"/>
          </a:xfrm>
          <a:prstGeom prst="ellipse">
            <a:avLst/>
          </a:prstGeom>
          <a:solidFill>
            <a:srgbClr val="26364E">
              <a:alpha val="84000"/>
            </a:srgbClr>
          </a:solidFill>
          <a:ln w="3810">
            <a:solidFill>
              <a:srgbClr val="26364E">
                <a:alpha val="0"/>
              </a:srgbClr>
            </a:solidFill>
            <a:prstDash val="solid"/>
          </a:ln>
        </p:spPr>
      </p:sp>
      <p:sp>
        <p:nvSpPr>
          <p:cNvPr id="705" name="Shape 703"/>
          <p:cNvSpPr/>
          <p:nvPr/>
        </p:nvSpPr>
        <p:spPr>
          <a:xfrm>
            <a:off x="8791201" y="2818340"/>
            <a:ext cx="55659" cy="55659"/>
          </a:xfrm>
          <a:prstGeom prst="ellipse">
            <a:avLst/>
          </a:prstGeom>
          <a:solidFill>
            <a:srgbClr val="42E0CB"/>
          </a:solidFill>
          <a:ln w="3810">
            <a:solidFill>
              <a:srgbClr val="42E0CB">
                <a:alpha val="0"/>
              </a:srgbClr>
            </a:solidFill>
            <a:prstDash val="solid"/>
          </a:ln>
        </p:spPr>
      </p:sp>
      <p:sp>
        <p:nvSpPr>
          <p:cNvPr id="706" name="Shape 704"/>
          <p:cNvSpPr/>
          <p:nvPr/>
        </p:nvSpPr>
        <p:spPr>
          <a:xfrm>
            <a:off x="8870237" y="2818340"/>
            <a:ext cx="55659" cy="55659"/>
          </a:xfrm>
          <a:prstGeom prst="ellipse">
            <a:avLst/>
          </a:prstGeom>
          <a:solidFill>
            <a:srgbClr val="26364E">
              <a:alpha val="84000"/>
            </a:srgbClr>
          </a:solidFill>
          <a:ln w="3810">
            <a:solidFill>
              <a:srgbClr val="26364E">
                <a:alpha val="0"/>
              </a:srgbClr>
            </a:solidFill>
            <a:prstDash val="solid"/>
          </a:ln>
        </p:spPr>
      </p:sp>
      <p:sp>
        <p:nvSpPr>
          <p:cNvPr id="707" name="Shape 705"/>
          <p:cNvSpPr/>
          <p:nvPr/>
        </p:nvSpPr>
        <p:spPr>
          <a:xfrm>
            <a:off x="8949273" y="2818340"/>
            <a:ext cx="55659" cy="55659"/>
          </a:xfrm>
          <a:prstGeom prst="ellipse">
            <a:avLst/>
          </a:prstGeom>
          <a:solidFill>
            <a:srgbClr val="26364E">
              <a:alpha val="84000"/>
            </a:srgbClr>
          </a:solidFill>
          <a:ln w="3810">
            <a:solidFill>
              <a:srgbClr val="26364E">
                <a:alpha val="0"/>
              </a:srgbClr>
            </a:solidFill>
            <a:prstDash val="solid"/>
          </a:ln>
        </p:spPr>
      </p:sp>
      <p:sp>
        <p:nvSpPr>
          <p:cNvPr id="708" name="Shape 706"/>
          <p:cNvSpPr/>
          <p:nvPr/>
        </p:nvSpPr>
        <p:spPr>
          <a:xfrm>
            <a:off x="9028309" y="2818340"/>
            <a:ext cx="55659" cy="55659"/>
          </a:xfrm>
          <a:prstGeom prst="ellipse">
            <a:avLst/>
          </a:prstGeom>
          <a:solidFill>
            <a:srgbClr val="42E0CB"/>
          </a:solidFill>
          <a:ln w="3810">
            <a:solidFill>
              <a:srgbClr val="42E0CB">
                <a:alpha val="0"/>
              </a:srgbClr>
            </a:solidFill>
            <a:prstDash val="solid"/>
          </a:ln>
        </p:spPr>
      </p:sp>
      <p:sp>
        <p:nvSpPr>
          <p:cNvPr id="709" name="Shape 707"/>
          <p:cNvSpPr/>
          <p:nvPr/>
        </p:nvSpPr>
        <p:spPr>
          <a:xfrm>
            <a:off x="9107344" y="2818340"/>
            <a:ext cx="55659" cy="55659"/>
          </a:xfrm>
          <a:prstGeom prst="ellipse">
            <a:avLst/>
          </a:prstGeom>
          <a:solidFill>
            <a:srgbClr val="26364E">
              <a:alpha val="84000"/>
            </a:srgbClr>
          </a:solidFill>
          <a:ln w="3810">
            <a:solidFill>
              <a:srgbClr val="26364E">
                <a:alpha val="0"/>
              </a:srgbClr>
            </a:solidFill>
            <a:prstDash val="solid"/>
          </a:ln>
        </p:spPr>
      </p:sp>
      <p:sp>
        <p:nvSpPr>
          <p:cNvPr id="710" name="Shape 708"/>
          <p:cNvSpPr/>
          <p:nvPr/>
        </p:nvSpPr>
        <p:spPr>
          <a:xfrm>
            <a:off x="9186380" y="2818340"/>
            <a:ext cx="55659" cy="55659"/>
          </a:xfrm>
          <a:prstGeom prst="ellipse">
            <a:avLst/>
          </a:prstGeom>
          <a:solidFill>
            <a:srgbClr val="26364E">
              <a:alpha val="84000"/>
            </a:srgbClr>
          </a:solidFill>
          <a:ln w="3810">
            <a:solidFill>
              <a:srgbClr val="26364E">
                <a:alpha val="0"/>
              </a:srgbClr>
            </a:solidFill>
            <a:prstDash val="solid"/>
          </a:ln>
        </p:spPr>
      </p:sp>
      <p:sp>
        <p:nvSpPr>
          <p:cNvPr id="711" name="Shape 709"/>
          <p:cNvSpPr/>
          <p:nvPr/>
        </p:nvSpPr>
        <p:spPr>
          <a:xfrm>
            <a:off x="9265416" y="2818340"/>
            <a:ext cx="55659" cy="55659"/>
          </a:xfrm>
          <a:prstGeom prst="ellipse">
            <a:avLst/>
          </a:prstGeom>
          <a:solidFill>
            <a:srgbClr val="42E0CB"/>
          </a:solidFill>
          <a:ln w="3810">
            <a:solidFill>
              <a:srgbClr val="42E0CB">
                <a:alpha val="0"/>
              </a:srgbClr>
            </a:solidFill>
            <a:prstDash val="solid"/>
          </a:ln>
        </p:spPr>
      </p:sp>
      <p:sp>
        <p:nvSpPr>
          <p:cNvPr id="712" name="Shape 710"/>
          <p:cNvSpPr/>
          <p:nvPr/>
        </p:nvSpPr>
        <p:spPr>
          <a:xfrm>
            <a:off x="9344452" y="2818340"/>
            <a:ext cx="55659" cy="55659"/>
          </a:xfrm>
          <a:prstGeom prst="ellipse">
            <a:avLst/>
          </a:prstGeom>
          <a:solidFill>
            <a:srgbClr val="26364E">
              <a:alpha val="84000"/>
            </a:srgbClr>
          </a:solidFill>
          <a:ln w="3810">
            <a:solidFill>
              <a:srgbClr val="26364E">
                <a:alpha val="0"/>
              </a:srgbClr>
            </a:solidFill>
            <a:prstDash val="solid"/>
          </a:ln>
        </p:spPr>
      </p:sp>
      <p:sp>
        <p:nvSpPr>
          <p:cNvPr id="713" name="Shape 711"/>
          <p:cNvSpPr/>
          <p:nvPr/>
        </p:nvSpPr>
        <p:spPr>
          <a:xfrm>
            <a:off x="9423488" y="2818340"/>
            <a:ext cx="55659" cy="55659"/>
          </a:xfrm>
          <a:prstGeom prst="ellipse">
            <a:avLst/>
          </a:prstGeom>
          <a:solidFill>
            <a:srgbClr val="26364E">
              <a:alpha val="84000"/>
            </a:srgbClr>
          </a:solidFill>
          <a:ln w="3810">
            <a:solidFill>
              <a:srgbClr val="26364E">
                <a:alpha val="0"/>
              </a:srgbClr>
            </a:solidFill>
            <a:prstDash val="solid"/>
          </a:ln>
        </p:spPr>
      </p:sp>
      <p:sp>
        <p:nvSpPr>
          <p:cNvPr id="714" name="Shape 712"/>
          <p:cNvSpPr/>
          <p:nvPr/>
        </p:nvSpPr>
        <p:spPr>
          <a:xfrm>
            <a:off x="9502524" y="2818340"/>
            <a:ext cx="55659" cy="55659"/>
          </a:xfrm>
          <a:prstGeom prst="ellipse">
            <a:avLst/>
          </a:prstGeom>
          <a:solidFill>
            <a:srgbClr val="42E0CB"/>
          </a:solidFill>
          <a:ln w="3810">
            <a:solidFill>
              <a:srgbClr val="42E0CB">
                <a:alpha val="0"/>
              </a:srgbClr>
            </a:solidFill>
            <a:prstDash val="solid"/>
          </a:ln>
        </p:spPr>
      </p:sp>
      <p:sp>
        <p:nvSpPr>
          <p:cNvPr id="715" name="Shape 713"/>
          <p:cNvSpPr/>
          <p:nvPr/>
        </p:nvSpPr>
        <p:spPr>
          <a:xfrm>
            <a:off x="9581560" y="2818340"/>
            <a:ext cx="55659" cy="55659"/>
          </a:xfrm>
          <a:prstGeom prst="ellipse">
            <a:avLst/>
          </a:prstGeom>
          <a:solidFill>
            <a:srgbClr val="26364E">
              <a:alpha val="84000"/>
            </a:srgbClr>
          </a:solidFill>
          <a:ln w="3810">
            <a:solidFill>
              <a:srgbClr val="26364E">
                <a:alpha val="0"/>
              </a:srgbClr>
            </a:solidFill>
            <a:prstDash val="solid"/>
          </a:ln>
        </p:spPr>
      </p:sp>
      <p:sp>
        <p:nvSpPr>
          <p:cNvPr id="716" name="Shape 714"/>
          <p:cNvSpPr/>
          <p:nvPr/>
        </p:nvSpPr>
        <p:spPr>
          <a:xfrm>
            <a:off x="9660596" y="2818340"/>
            <a:ext cx="55659" cy="55659"/>
          </a:xfrm>
          <a:prstGeom prst="ellipse">
            <a:avLst/>
          </a:prstGeom>
          <a:solidFill>
            <a:srgbClr val="26364E">
              <a:alpha val="84000"/>
            </a:srgbClr>
          </a:solidFill>
          <a:ln w="3810">
            <a:solidFill>
              <a:srgbClr val="26364E">
                <a:alpha val="0"/>
              </a:srgbClr>
            </a:solidFill>
            <a:prstDash val="solid"/>
          </a:ln>
        </p:spPr>
      </p:sp>
      <p:sp>
        <p:nvSpPr>
          <p:cNvPr id="717" name="Shape 715"/>
          <p:cNvSpPr/>
          <p:nvPr/>
        </p:nvSpPr>
        <p:spPr>
          <a:xfrm>
            <a:off x="9739632" y="2818340"/>
            <a:ext cx="55659" cy="55659"/>
          </a:xfrm>
          <a:prstGeom prst="ellipse">
            <a:avLst/>
          </a:prstGeom>
          <a:solidFill>
            <a:srgbClr val="42E0CB"/>
          </a:solidFill>
          <a:ln w="3810">
            <a:solidFill>
              <a:srgbClr val="42E0CB">
                <a:alpha val="0"/>
              </a:srgbClr>
            </a:solidFill>
            <a:prstDash val="solid"/>
          </a:ln>
        </p:spPr>
      </p:sp>
      <p:sp>
        <p:nvSpPr>
          <p:cNvPr id="718" name="Shape 716"/>
          <p:cNvSpPr/>
          <p:nvPr/>
        </p:nvSpPr>
        <p:spPr>
          <a:xfrm>
            <a:off x="9818668" y="2818340"/>
            <a:ext cx="55659" cy="55659"/>
          </a:xfrm>
          <a:prstGeom prst="ellipse">
            <a:avLst/>
          </a:prstGeom>
          <a:solidFill>
            <a:srgbClr val="26364E">
              <a:alpha val="84000"/>
            </a:srgbClr>
          </a:solidFill>
          <a:ln w="3810">
            <a:solidFill>
              <a:srgbClr val="26364E">
                <a:alpha val="0"/>
              </a:srgbClr>
            </a:solidFill>
            <a:prstDash val="solid"/>
          </a:ln>
        </p:spPr>
      </p:sp>
      <p:sp>
        <p:nvSpPr>
          <p:cNvPr id="719" name="Shape 717"/>
          <p:cNvSpPr/>
          <p:nvPr/>
        </p:nvSpPr>
        <p:spPr>
          <a:xfrm>
            <a:off x="9897704" y="2818340"/>
            <a:ext cx="55659" cy="55659"/>
          </a:xfrm>
          <a:prstGeom prst="ellipse">
            <a:avLst/>
          </a:prstGeom>
          <a:solidFill>
            <a:srgbClr val="26364E">
              <a:alpha val="84000"/>
            </a:srgbClr>
          </a:solidFill>
          <a:ln w="3810">
            <a:solidFill>
              <a:srgbClr val="26364E">
                <a:alpha val="0"/>
              </a:srgbClr>
            </a:solidFill>
            <a:prstDash val="solid"/>
          </a:ln>
        </p:spPr>
      </p:sp>
      <p:sp>
        <p:nvSpPr>
          <p:cNvPr id="720" name="Shape 718"/>
          <p:cNvSpPr/>
          <p:nvPr/>
        </p:nvSpPr>
        <p:spPr>
          <a:xfrm>
            <a:off x="9976740" y="2818340"/>
            <a:ext cx="55659" cy="55659"/>
          </a:xfrm>
          <a:prstGeom prst="ellipse">
            <a:avLst/>
          </a:prstGeom>
          <a:solidFill>
            <a:srgbClr val="42E0CB"/>
          </a:solidFill>
          <a:ln w="3810">
            <a:solidFill>
              <a:srgbClr val="42E0CB">
                <a:alpha val="0"/>
              </a:srgbClr>
            </a:solidFill>
            <a:prstDash val="solid"/>
          </a:ln>
        </p:spPr>
      </p:sp>
      <p:sp>
        <p:nvSpPr>
          <p:cNvPr id="721" name="Shape 719"/>
          <p:cNvSpPr/>
          <p:nvPr/>
        </p:nvSpPr>
        <p:spPr>
          <a:xfrm>
            <a:off x="10055776" y="2818340"/>
            <a:ext cx="55659" cy="55659"/>
          </a:xfrm>
          <a:prstGeom prst="ellipse">
            <a:avLst/>
          </a:prstGeom>
          <a:solidFill>
            <a:srgbClr val="26364E">
              <a:alpha val="84000"/>
            </a:srgbClr>
          </a:solidFill>
          <a:ln w="3810">
            <a:solidFill>
              <a:srgbClr val="26364E">
                <a:alpha val="0"/>
              </a:srgbClr>
            </a:solidFill>
            <a:prstDash val="solid"/>
          </a:ln>
        </p:spPr>
      </p:sp>
      <p:sp>
        <p:nvSpPr>
          <p:cNvPr id="722" name="Shape 720"/>
          <p:cNvSpPr/>
          <p:nvPr/>
        </p:nvSpPr>
        <p:spPr>
          <a:xfrm>
            <a:off x="10134812" y="2818340"/>
            <a:ext cx="55659" cy="55659"/>
          </a:xfrm>
          <a:prstGeom prst="ellipse">
            <a:avLst/>
          </a:prstGeom>
          <a:solidFill>
            <a:srgbClr val="26364E">
              <a:alpha val="84000"/>
            </a:srgbClr>
          </a:solidFill>
          <a:ln w="3810">
            <a:solidFill>
              <a:srgbClr val="26364E">
                <a:alpha val="0"/>
              </a:srgbClr>
            </a:solidFill>
            <a:prstDash val="solid"/>
          </a:ln>
        </p:spPr>
      </p:sp>
      <p:sp>
        <p:nvSpPr>
          <p:cNvPr id="723" name="Shape 721"/>
          <p:cNvSpPr/>
          <p:nvPr/>
        </p:nvSpPr>
        <p:spPr>
          <a:xfrm>
            <a:off x="10213848" y="2818340"/>
            <a:ext cx="55659" cy="55659"/>
          </a:xfrm>
          <a:prstGeom prst="ellipse">
            <a:avLst/>
          </a:prstGeom>
          <a:solidFill>
            <a:srgbClr val="42E0CB"/>
          </a:solidFill>
          <a:ln w="3810">
            <a:solidFill>
              <a:srgbClr val="42E0CB">
                <a:alpha val="0"/>
              </a:srgbClr>
            </a:solidFill>
            <a:prstDash val="solid"/>
          </a:ln>
        </p:spPr>
      </p:sp>
      <p:sp>
        <p:nvSpPr>
          <p:cNvPr id="724" name="Shape 722"/>
          <p:cNvSpPr/>
          <p:nvPr/>
        </p:nvSpPr>
        <p:spPr>
          <a:xfrm>
            <a:off x="10292884" y="2818340"/>
            <a:ext cx="55659" cy="55659"/>
          </a:xfrm>
          <a:prstGeom prst="ellipse">
            <a:avLst/>
          </a:prstGeom>
          <a:solidFill>
            <a:srgbClr val="42E0CB"/>
          </a:solidFill>
          <a:ln w="3810">
            <a:solidFill>
              <a:srgbClr val="42E0CB">
                <a:alpha val="0"/>
              </a:srgbClr>
            </a:solidFill>
            <a:prstDash val="solid"/>
          </a:ln>
        </p:spPr>
      </p:sp>
      <p:sp>
        <p:nvSpPr>
          <p:cNvPr id="725" name="Shape 723"/>
          <p:cNvSpPr/>
          <p:nvPr/>
        </p:nvSpPr>
        <p:spPr>
          <a:xfrm>
            <a:off x="10371920" y="2818340"/>
            <a:ext cx="55659" cy="55659"/>
          </a:xfrm>
          <a:prstGeom prst="ellipse">
            <a:avLst/>
          </a:prstGeom>
          <a:solidFill>
            <a:srgbClr val="42E0CB"/>
          </a:solidFill>
          <a:ln w="3810">
            <a:solidFill>
              <a:srgbClr val="42E0CB">
                <a:alpha val="0"/>
              </a:srgbClr>
            </a:solidFill>
            <a:prstDash val="solid"/>
          </a:ln>
        </p:spPr>
      </p:sp>
      <p:sp>
        <p:nvSpPr>
          <p:cNvPr id="726" name="Shape 724"/>
          <p:cNvSpPr/>
          <p:nvPr/>
        </p:nvSpPr>
        <p:spPr>
          <a:xfrm>
            <a:off x="10450956" y="2818340"/>
            <a:ext cx="55659" cy="55659"/>
          </a:xfrm>
          <a:prstGeom prst="ellipse">
            <a:avLst/>
          </a:prstGeom>
          <a:solidFill>
            <a:srgbClr val="26364E">
              <a:alpha val="84000"/>
            </a:srgbClr>
          </a:solidFill>
          <a:ln w="3810">
            <a:solidFill>
              <a:srgbClr val="26364E">
                <a:alpha val="0"/>
              </a:srgbClr>
            </a:solidFill>
            <a:prstDash val="solid"/>
          </a:ln>
        </p:spPr>
      </p:sp>
      <p:sp>
        <p:nvSpPr>
          <p:cNvPr id="727" name="Shape 725"/>
          <p:cNvSpPr/>
          <p:nvPr/>
        </p:nvSpPr>
        <p:spPr>
          <a:xfrm>
            <a:off x="8000841" y="2897376"/>
            <a:ext cx="55659" cy="55659"/>
          </a:xfrm>
          <a:prstGeom prst="ellipse">
            <a:avLst/>
          </a:prstGeom>
          <a:solidFill>
            <a:srgbClr val="26364E">
              <a:alpha val="84000"/>
            </a:srgbClr>
          </a:solidFill>
          <a:ln w="3810">
            <a:solidFill>
              <a:srgbClr val="26364E">
                <a:alpha val="0"/>
              </a:srgbClr>
            </a:solidFill>
            <a:prstDash val="solid"/>
          </a:ln>
        </p:spPr>
      </p:sp>
      <p:sp>
        <p:nvSpPr>
          <p:cNvPr id="728" name="Shape 726"/>
          <p:cNvSpPr/>
          <p:nvPr/>
        </p:nvSpPr>
        <p:spPr>
          <a:xfrm>
            <a:off x="8079877" y="2897376"/>
            <a:ext cx="55659" cy="55659"/>
          </a:xfrm>
          <a:prstGeom prst="ellipse">
            <a:avLst/>
          </a:prstGeom>
          <a:solidFill>
            <a:srgbClr val="26364E">
              <a:alpha val="84000"/>
            </a:srgbClr>
          </a:solidFill>
          <a:ln w="3810">
            <a:solidFill>
              <a:srgbClr val="26364E">
                <a:alpha val="0"/>
              </a:srgbClr>
            </a:solidFill>
            <a:prstDash val="solid"/>
          </a:ln>
        </p:spPr>
      </p:sp>
      <p:sp>
        <p:nvSpPr>
          <p:cNvPr id="729" name="Shape 727"/>
          <p:cNvSpPr/>
          <p:nvPr/>
        </p:nvSpPr>
        <p:spPr>
          <a:xfrm>
            <a:off x="8158913" y="2897376"/>
            <a:ext cx="55659" cy="55659"/>
          </a:xfrm>
          <a:prstGeom prst="ellipse">
            <a:avLst/>
          </a:prstGeom>
          <a:solidFill>
            <a:srgbClr val="26364E">
              <a:alpha val="84000"/>
            </a:srgbClr>
          </a:solidFill>
          <a:ln w="3810">
            <a:solidFill>
              <a:srgbClr val="26364E">
                <a:alpha val="0"/>
              </a:srgbClr>
            </a:solidFill>
            <a:prstDash val="solid"/>
          </a:ln>
        </p:spPr>
      </p:sp>
      <p:sp>
        <p:nvSpPr>
          <p:cNvPr id="730" name="Shape 728"/>
          <p:cNvSpPr/>
          <p:nvPr/>
        </p:nvSpPr>
        <p:spPr>
          <a:xfrm>
            <a:off x="8237949" y="2897376"/>
            <a:ext cx="55659" cy="55659"/>
          </a:xfrm>
          <a:prstGeom prst="ellipse">
            <a:avLst/>
          </a:prstGeom>
          <a:solidFill>
            <a:srgbClr val="26364E">
              <a:alpha val="84000"/>
            </a:srgbClr>
          </a:solidFill>
          <a:ln w="3810">
            <a:solidFill>
              <a:srgbClr val="26364E">
                <a:alpha val="0"/>
              </a:srgbClr>
            </a:solidFill>
            <a:prstDash val="solid"/>
          </a:ln>
        </p:spPr>
      </p:sp>
      <p:sp>
        <p:nvSpPr>
          <p:cNvPr id="731" name="Shape 729"/>
          <p:cNvSpPr/>
          <p:nvPr/>
        </p:nvSpPr>
        <p:spPr>
          <a:xfrm>
            <a:off x="8316985" y="2897376"/>
            <a:ext cx="55659" cy="55659"/>
          </a:xfrm>
          <a:prstGeom prst="ellipse">
            <a:avLst/>
          </a:prstGeom>
          <a:solidFill>
            <a:srgbClr val="26364E">
              <a:alpha val="84000"/>
            </a:srgbClr>
          </a:solidFill>
          <a:ln w="3810">
            <a:solidFill>
              <a:srgbClr val="26364E">
                <a:alpha val="0"/>
              </a:srgbClr>
            </a:solidFill>
            <a:prstDash val="solid"/>
          </a:ln>
        </p:spPr>
      </p:sp>
      <p:sp>
        <p:nvSpPr>
          <p:cNvPr id="732" name="Shape 730"/>
          <p:cNvSpPr/>
          <p:nvPr/>
        </p:nvSpPr>
        <p:spPr>
          <a:xfrm>
            <a:off x="8396021" y="2897376"/>
            <a:ext cx="55659" cy="55659"/>
          </a:xfrm>
          <a:prstGeom prst="ellipse">
            <a:avLst/>
          </a:prstGeom>
          <a:solidFill>
            <a:srgbClr val="26364E">
              <a:alpha val="84000"/>
            </a:srgbClr>
          </a:solidFill>
          <a:ln w="3810">
            <a:solidFill>
              <a:srgbClr val="26364E">
                <a:alpha val="0"/>
              </a:srgbClr>
            </a:solidFill>
            <a:prstDash val="solid"/>
          </a:ln>
        </p:spPr>
      </p:sp>
      <p:sp>
        <p:nvSpPr>
          <p:cNvPr id="733" name="Shape 731"/>
          <p:cNvSpPr/>
          <p:nvPr/>
        </p:nvSpPr>
        <p:spPr>
          <a:xfrm>
            <a:off x="8475057" y="2897376"/>
            <a:ext cx="55659" cy="55659"/>
          </a:xfrm>
          <a:prstGeom prst="ellipse">
            <a:avLst/>
          </a:prstGeom>
          <a:solidFill>
            <a:srgbClr val="26364E">
              <a:alpha val="84000"/>
            </a:srgbClr>
          </a:solidFill>
          <a:ln w="3810">
            <a:solidFill>
              <a:srgbClr val="26364E">
                <a:alpha val="0"/>
              </a:srgbClr>
            </a:solidFill>
            <a:prstDash val="solid"/>
          </a:ln>
        </p:spPr>
      </p:sp>
      <p:sp>
        <p:nvSpPr>
          <p:cNvPr id="734" name="Shape 732"/>
          <p:cNvSpPr/>
          <p:nvPr/>
        </p:nvSpPr>
        <p:spPr>
          <a:xfrm>
            <a:off x="8554093" y="2897376"/>
            <a:ext cx="55659" cy="55659"/>
          </a:xfrm>
          <a:prstGeom prst="ellipse">
            <a:avLst/>
          </a:prstGeom>
          <a:solidFill>
            <a:srgbClr val="42E0CB"/>
          </a:solidFill>
          <a:ln w="3810">
            <a:solidFill>
              <a:srgbClr val="42E0CB">
                <a:alpha val="0"/>
              </a:srgbClr>
            </a:solidFill>
            <a:prstDash val="solid"/>
          </a:ln>
        </p:spPr>
      </p:sp>
      <p:sp>
        <p:nvSpPr>
          <p:cNvPr id="735" name="Shape 733"/>
          <p:cNvSpPr/>
          <p:nvPr/>
        </p:nvSpPr>
        <p:spPr>
          <a:xfrm>
            <a:off x="8633129" y="2897376"/>
            <a:ext cx="55659" cy="55659"/>
          </a:xfrm>
          <a:prstGeom prst="ellipse">
            <a:avLst/>
          </a:prstGeom>
          <a:solidFill>
            <a:srgbClr val="26364E">
              <a:alpha val="84000"/>
            </a:srgbClr>
          </a:solidFill>
          <a:ln w="3810">
            <a:solidFill>
              <a:srgbClr val="26364E">
                <a:alpha val="0"/>
              </a:srgbClr>
            </a:solidFill>
            <a:prstDash val="solid"/>
          </a:ln>
        </p:spPr>
      </p:sp>
      <p:sp>
        <p:nvSpPr>
          <p:cNvPr id="736" name="Shape 734"/>
          <p:cNvSpPr/>
          <p:nvPr/>
        </p:nvSpPr>
        <p:spPr>
          <a:xfrm>
            <a:off x="8712165" y="2897376"/>
            <a:ext cx="55659" cy="55659"/>
          </a:xfrm>
          <a:prstGeom prst="ellipse">
            <a:avLst/>
          </a:prstGeom>
          <a:solidFill>
            <a:srgbClr val="26364E">
              <a:alpha val="84000"/>
            </a:srgbClr>
          </a:solidFill>
          <a:ln w="3810">
            <a:solidFill>
              <a:srgbClr val="26364E">
                <a:alpha val="0"/>
              </a:srgbClr>
            </a:solidFill>
            <a:prstDash val="solid"/>
          </a:ln>
        </p:spPr>
      </p:sp>
      <p:sp>
        <p:nvSpPr>
          <p:cNvPr id="737" name="Shape 735"/>
          <p:cNvSpPr/>
          <p:nvPr/>
        </p:nvSpPr>
        <p:spPr>
          <a:xfrm>
            <a:off x="8791201" y="2897376"/>
            <a:ext cx="55659" cy="55659"/>
          </a:xfrm>
          <a:prstGeom prst="ellipse">
            <a:avLst/>
          </a:prstGeom>
          <a:solidFill>
            <a:srgbClr val="26364E">
              <a:alpha val="84000"/>
            </a:srgbClr>
          </a:solidFill>
          <a:ln w="3810">
            <a:solidFill>
              <a:srgbClr val="26364E">
                <a:alpha val="0"/>
              </a:srgbClr>
            </a:solidFill>
            <a:prstDash val="solid"/>
          </a:ln>
        </p:spPr>
      </p:sp>
      <p:sp>
        <p:nvSpPr>
          <p:cNvPr id="738" name="Shape 736"/>
          <p:cNvSpPr/>
          <p:nvPr/>
        </p:nvSpPr>
        <p:spPr>
          <a:xfrm>
            <a:off x="8870237" y="2897376"/>
            <a:ext cx="55659" cy="55659"/>
          </a:xfrm>
          <a:prstGeom prst="ellipse">
            <a:avLst/>
          </a:prstGeom>
          <a:solidFill>
            <a:srgbClr val="26364E">
              <a:alpha val="84000"/>
            </a:srgbClr>
          </a:solidFill>
          <a:ln w="3810">
            <a:solidFill>
              <a:srgbClr val="26364E">
                <a:alpha val="0"/>
              </a:srgbClr>
            </a:solidFill>
            <a:prstDash val="solid"/>
          </a:ln>
        </p:spPr>
      </p:sp>
      <p:sp>
        <p:nvSpPr>
          <p:cNvPr id="739" name="Shape 737"/>
          <p:cNvSpPr/>
          <p:nvPr/>
        </p:nvSpPr>
        <p:spPr>
          <a:xfrm>
            <a:off x="8949273" y="2897376"/>
            <a:ext cx="55659" cy="55659"/>
          </a:xfrm>
          <a:prstGeom prst="ellipse">
            <a:avLst/>
          </a:prstGeom>
          <a:solidFill>
            <a:srgbClr val="26364E">
              <a:alpha val="84000"/>
            </a:srgbClr>
          </a:solidFill>
          <a:ln w="3810">
            <a:solidFill>
              <a:srgbClr val="26364E">
                <a:alpha val="0"/>
              </a:srgbClr>
            </a:solidFill>
            <a:prstDash val="solid"/>
          </a:ln>
        </p:spPr>
      </p:sp>
      <p:sp>
        <p:nvSpPr>
          <p:cNvPr id="740" name="Shape 738"/>
          <p:cNvSpPr/>
          <p:nvPr/>
        </p:nvSpPr>
        <p:spPr>
          <a:xfrm>
            <a:off x="9028309" y="2897376"/>
            <a:ext cx="55659" cy="55659"/>
          </a:xfrm>
          <a:prstGeom prst="ellipse">
            <a:avLst/>
          </a:prstGeom>
          <a:solidFill>
            <a:srgbClr val="42E0CB"/>
          </a:solidFill>
          <a:ln w="3810">
            <a:solidFill>
              <a:srgbClr val="42E0CB">
                <a:alpha val="0"/>
              </a:srgbClr>
            </a:solidFill>
            <a:prstDash val="solid"/>
          </a:ln>
        </p:spPr>
      </p:sp>
      <p:sp>
        <p:nvSpPr>
          <p:cNvPr id="741" name="Shape 739"/>
          <p:cNvSpPr/>
          <p:nvPr/>
        </p:nvSpPr>
        <p:spPr>
          <a:xfrm>
            <a:off x="9107344" y="2897376"/>
            <a:ext cx="55659" cy="55659"/>
          </a:xfrm>
          <a:prstGeom prst="ellipse">
            <a:avLst/>
          </a:prstGeom>
          <a:solidFill>
            <a:srgbClr val="26364E">
              <a:alpha val="84000"/>
            </a:srgbClr>
          </a:solidFill>
          <a:ln w="3810">
            <a:solidFill>
              <a:srgbClr val="26364E">
                <a:alpha val="0"/>
              </a:srgbClr>
            </a:solidFill>
            <a:prstDash val="solid"/>
          </a:ln>
        </p:spPr>
      </p:sp>
      <p:sp>
        <p:nvSpPr>
          <p:cNvPr id="742" name="Shape 740"/>
          <p:cNvSpPr/>
          <p:nvPr/>
        </p:nvSpPr>
        <p:spPr>
          <a:xfrm>
            <a:off x="9186380" y="2897376"/>
            <a:ext cx="55659" cy="55659"/>
          </a:xfrm>
          <a:prstGeom prst="ellipse">
            <a:avLst/>
          </a:prstGeom>
          <a:solidFill>
            <a:srgbClr val="26364E">
              <a:alpha val="84000"/>
            </a:srgbClr>
          </a:solidFill>
          <a:ln w="3810">
            <a:solidFill>
              <a:srgbClr val="26364E">
                <a:alpha val="0"/>
              </a:srgbClr>
            </a:solidFill>
            <a:prstDash val="solid"/>
          </a:ln>
        </p:spPr>
      </p:sp>
      <p:sp>
        <p:nvSpPr>
          <p:cNvPr id="743" name="Shape 741"/>
          <p:cNvSpPr/>
          <p:nvPr/>
        </p:nvSpPr>
        <p:spPr>
          <a:xfrm>
            <a:off x="9265416" y="2897376"/>
            <a:ext cx="55659" cy="55659"/>
          </a:xfrm>
          <a:prstGeom prst="ellipse">
            <a:avLst/>
          </a:prstGeom>
          <a:solidFill>
            <a:srgbClr val="26364E">
              <a:alpha val="84000"/>
            </a:srgbClr>
          </a:solidFill>
          <a:ln w="3810">
            <a:solidFill>
              <a:srgbClr val="26364E">
                <a:alpha val="0"/>
              </a:srgbClr>
            </a:solidFill>
            <a:prstDash val="solid"/>
          </a:ln>
        </p:spPr>
      </p:sp>
      <p:sp>
        <p:nvSpPr>
          <p:cNvPr id="744" name="Shape 742"/>
          <p:cNvSpPr/>
          <p:nvPr/>
        </p:nvSpPr>
        <p:spPr>
          <a:xfrm>
            <a:off x="9344452" y="2897376"/>
            <a:ext cx="55659" cy="55659"/>
          </a:xfrm>
          <a:prstGeom prst="ellipse">
            <a:avLst/>
          </a:prstGeom>
          <a:solidFill>
            <a:srgbClr val="26364E">
              <a:alpha val="84000"/>
            </a:srgbClr>
          </a:solidFill>
          <a:ln w="3810">
            <a:solidFill>
              <a:srgbClr val="26364E">
                <a:alpha val="0"/>
              </a:srgbClr>
            </a:solidFill>
            <a:prstDash val="solid"/>
          </a:ln>
        </p:spPr>
      </p:sp>
      <p:sp>
        <p:nvSpPr>
          <p:cNvPr id="745" name="Shape 743"/>
          <p:cNvSpPr/>
          <p:nvPr/>
        </p:nvSpPr>
        <p:spPr>
          <a:xfrm>
            <a:off x="9423488" y="2897376"/>
            <a:ext cx="55659" cy="55659"/>
          </a:xfrm>
          <a:prstGeom prst="ellipse">
            <a:avLst/>
          </a:prstGeom>
          <a:solidFill>
            <a:srgbClr val="26364E">
              <a:alpha val="84000"/>
            </a:srgbClr>
          </a:solidFill>
          <a:ln w="3810">
            <a:solidFill>
              <a:srgbClr val="26364E">
                <a:alpha val="0"/>
              </a:srgbClr>
            </a:solidFill>
            <a:prstDash val="solid"/>
          </a:ln>
        </p:spPr>
      </p:sp>
      <p:sp>
        <p:nvSpPr>
          <p:cNvPr id="746" name="Shape 744"/>
          <p:cNvSpPr/>
          <p:nvPr/>
        </p:nvSpPr>
        <p:spPr>
          <a:xfrm>
            <a:off x="9502524" y="2897376"/>
            <a:ext cx="55659" cy="55659"/>
          </a:xfrm>
          <a:prstGeom prst="ellipse">
            <a:avLst/>
          </a:prstGeom>
          <a:solidFill>
            <a:srgbClr val="42E0CB"/>
          </a:solidFill>
          <a:ln w="3810">
            <a:solidFill>
              <a:srgbClr val="42E0CB">
                <a:alpha val="0"/>
              </a:srgbClr>
            </a:solidFill>
            <a:prstDash val="solid"/>
          </a:ln>
        </p:spPr>
      </p:sp>
      <p:sp>
        <p:nvSpPr>
          <p:cNvPr id="747" name="Shape 745"/>
          <p:cNvSpPr/>
          <p:nvPr/>
        </p:nvSpPr>
        <p:spPr>
          <a:xfrm>
            <a:off x="9581560" y="2897376"/>
            <a:ext cx="55659" cy="55659"/>
          </a:xfrm>
          <a:prstGeom prst="ellipse">
            <a:avLst/>
          </a:prstGeom>
          <a:solidFill>
            <a:srgbClr val="26364E">
              <a:alpha val="84000"/>
            </a:srgbClr>
          </a:solidFill>
          <a:ln w="3810">
            <a:solidFill>
              <a:srgbClr val="26364E">
                <a:alpha val="0"/>
              </a:srgbClr>
            </a:solidFill>
            <a:prstDash val="solid"/>
          </a:ln>
        </p:spPr>
      </p:sp>
      <p:sp>
        <p:nvSpPr>
          <p:cNvPr id="748" name="Shape 746"/>
          <p:cNvSpPr/>
          <p:nvPr/>
        </p:nvSpPr>
        <p:spPr>
          <a:xfrm>
            <a:off x="9660596" y="2897376"/>
            <a:ext cx="55659" cy="55659"/>
          </a:xfrm>
          <a:prstGeom prst="ellipse">
            <a:avLst/>
          </a:prstGeom>
          <a:solidFill>
            <a:srgbClr val="26364E">
              <a:alpha val="84000"/>
            </a:srgbClr>
          </a:solidFill>
          <a:ln w="3810">
            <a:solidFill>
              <a:srgbClr val="26364E">
                <a:alpha val="0"/>
              </a:srgbClr>
            </a:solidFill>
            <a:prstDash val="solid"/>
          </a:ln>
        </p:spPr>
      </p:sp>
      <p:sp>
        <p:nvSpPr>
          <p:cNvPr id="749" name="Shape 747"/>
          <p:cNvSpPr/>
          <p:nvPr/>
        </p:nvSpPr>
        <p:spPr>
          <a:xfrm>
            <a:off x="9739632" y="2897376"/>
            <a:ext cx="55659" cy="55659"/>
          </a:xfrm>
          <a:prstGeom prst="ellipse">
            <a:avLst/>
          </a:prstGeom>
          <a:solidFill>
            <a:srgbClr val="26364E">
              <a:alpha val="84000"/>
            </a:srgbClr>
          </a:solidFill>
          <a:ln w="3810">
            <a:solidFill>
              <a:srgbClr val="26364E">
                <a:alpha val="0"/>
              </a:srgbClr>
            </a:solidFill>
            <a:prstDash val="solid"/>
          </a:ln>
        </p:spPr>
      </p:sp>
      <p:sp>
        <p:nvSpPr>
          <p:cNvPr id="750" name="Shape 748"/>
          <p:cNvSpPr/>
          <p:nvPr/>
        </p:nvSpPr>
        <p:spPr>
          <a:xfrm>
            <a:off x="9818668" y="2897376"/>
            <a:ext cx="55659" cy="55659"/>
          </a:xfrm>
          <a:prstGeom prst="ellipse">
            <a:avLst/>
          </a:prstGeom>
          <a:solidFill>
            <a:srgbClr val="26364E">
              <a:alpha val="84000"/>
            </a:srgbClr>
          </a:solidFill>
          <a:ln w="3810">
            <a:solidFill>
              <a:srgbClr val="26364E">
                <a:alpha val="0"/>
              </a:srgbClr>
            </a:solidFill>
            <a:prstDash val="solid"/>
          </a:ln>
        </p:spPr>
      </p:sp>
      <p:sp>
        <p:nvSpPr>
          <p:cNvPr id="751" name="Shape 749"/>
          <p:cNvSpPr/>
          <p:nvPr/>
        </p:nvSpPr>
        <p:spPr>
          <a:xfrm>
            <a:off x="9897704" y="2897376"/>
            <a:ext cx="55659" cy="55659"/>
          </a:xfrm>
          <a:prstGeom prst="ellipse">
            <a:avLst/>
          </a:prstGeom>
          <a:solidFill>
            <a:srgbClr val="26364E">
              <a:alpha val="84000"/>
            </a:srgbClr>
          </a:solidFill>
          <a:ln w="3810">
            <a:solidFill>
              <a:srgbClr val="26364E">
                <a:alpha val="0"/>
              </a:srgbClr>
            </a:solidFill>
            <a:prstDash val="solid"/>
          </a:ln>
        </p:spPr>
      </p:sp>
      <p:sp>
        <p:nvSpPr>
          <p:cNvPr id="752" name="Shape 750"/>
          <p:cNvSpPr/>
          <p:nvPr/>
        </p:nvSpPr>
        <p:spPr>
          <a:xfrm>
            <a:off x="9976740" y="2897376"/>
            <a:ext cx="55659" cy="55659"/>
          </a:xfrm>
          <a:prstGeom prst="ellipse">
            <a:avLst/>
          </a:prstGeom>
          <a:solidFill>
            <a:srgbClr val="42E0CB"/>
          </a:solidFill>
          <a:ln w="3810">
            <a:solidFill>
              <a:srgbClr val="42E0CB">
                <a:alpha val="0"/>
              </a:srgbClr>
            </a:solidFill>
            <a:prstDash val="solid"/>
          </a:ln>
        </p:spPr>
      </p:sp>
      <p:sp>
        <p:nvSpPr>
          <p:cNvPr id="753" name="Shape 751"/>
          <p:cNvSpPr/>
          <p:nvPr/>
        </p:nvSpPr>
        <p:spPr>
          <a:xfrm>
            <a:off x="10055776" y="2897376"/>
            <a:ext cx="55659" cy="55659"/>
          </a:xfrm>
          <a:prstGeom prst="ellipse">
            <a:avLst/>
          </a:prstGeom>
          <a:solidFill>
            <a:srgbClr val="26364E">
              <a:alpha val="84000"/>
            </a:srgbClr>
          </a:solidFill>
          <a:ln w="3810">
            <a:solidFill>
              <a:srgbClr val="26364E">
                <a:alpha val="0"/>
              </a:srgbClr>
            </a:solidFill>
            <a:prstDash val="solid"/>
          </a:ln>
        </p:spPr>
      </p:sp>
      <p:sp>
        <p:nvSpPr>
          <p:cNvPr id="754" name="Shape 752"/>
          <p:cNvSpPr/>
          <p:nvPr/>
        </p:nvSpPr>
        <p:spPr>
          <a:xfrm>
            <a:off x="10134812" y="2897376"/>
            <a:ext cx="55659" cy="55659"/>
          </a:xfrm>
          <a:prstGeom prst="ellipse">
            <a:avLst/>
          </a:prstGeom>
          <a:solidFill>
            <a:srgbClr val="26364E">
              <a:alpha val="84000"/>
            </a:srgbClr>
          </a:solidFill>
          <a:ln w="3810">
            <a:solidFill>
              <a:srgbClr val="26364E">
                <a:alpha val="0"/>
              </a:srgbClr>
            </a:solidFill>
            <a:prstDash val="solid"/>
          </a:ln>
        </p:spPr>
      </p:sp>
      <p:sp>
        <p:nvSpPr>
          <p:cNvPr id="755" name="Shape 753"/>
          <p:cNvSpPr/>
          <p:nvPr/>
        </p:nvSpPr>
        <p:spPr>
          <a:xfrm>
            <a:off x="10213848" y="2897376"/>
            <a:ext cx="55659" cy="55659"/>
          </a:xfrm>
          <a:prstGeom prst="ellipse">
            <a:avLst/>
          </a:prstGeom>
          <a:solidFill>
            <a:srgbClr val="26364E">
              <a:alpha val="84000"/>
            </a:srgbClr>
          </a:solidFill>
          <a:ln w="3810">
            <a:solidFill>
              <a:srgbClr val="26364E">
                <a:alpha val="0"/>
              </a:srgbClr>
            </a:solidFill>
            <a:prstDash val="solid"/>
          </a:ln>
        </p:spPr>
      </p:sp>
      <p:sp>
        <p:nvSpPr>
          <p:cNvPr id="756" name="Shape 754"/>
          <p:cNvSpPr/>
          <p:nvPr/>
        </p:nvSpPr>
        <p:spPr>
          <a:xfrm>
            <a:off x="10292884" y="2897376"/>
            <a:ext cx="55659" cy="55659"/>
          </a:xfrm>
          <a:prstGeom prst="ellipse">
            <a:avLst/>
          </a:prstGeom>
          <a:solidFill>
            <a:srgbClr val="26364E">
              <a:alpha val="84000"/>
            </a:srgbClr>
          </a:solidFill>
          <a:ln w="3810">
            <a:solidFill>
              <a:srgbClr val="26364E">
                <a:alpha val="0"/>
              </a:srgbClr>
            </a:solidFill>
            <a:prstDash val="solid"/>
          </a:ln>
        </p:spPr>
      </p:sp>
      <p:sp>
        <p:nvSpPr>
          <p:cNvPr id="757" name="Shape 755"/>
          <p:cNvSpPr/>
          <p:nvPr/>
        </p:nvSpPr>
        <p:spPr>
          <a:xfrm>
            <a:off x="10371920" y="2897376"/>
            <a:ext cx="55659" cy="55659"/>
          </a:xfrm>
          <a:prstGeom prst="ellipse">
            <a:avLst/>
          </a:prstGeom>
          <a:solidFill>
            <a:srgbClr val="42E0CB"/>
          </a:solidFill>
          <a:ln w="3810">
            <a:solidFill>
              <a:srgbClr val="42E0CB">
                <a:alpha val="0"/>
              </a:srgbClr>
            </a:solidFill>
            <a:prstDash val="solid"/>
          </a:ln>
        </p:spPr>
      </p:sp>
      <p:sp>
        <p:nvSpPr>
          <p:cNvPr id="758" name="Shape 756"/>
          <p:cNvSpPr/>
          <p:nvPr/>
        </p:nvSpPr>
        <p:spPr>
          <a:xfrm>
            <a:off x="10450956" y="2897376"/>
            <a:ext cx="55659" cy="55659"/>
          </a:xfrm>
          <a:prstGeom prst="ellipse">
            <a:avLst/>
          </a:prstGeom>
          <a:solidFill>
            <a:srgbClr val="26364E">
              <a:alpha val="84000"/>
            </a:srgbClr>
          </a:solidFill>
          <a:ln w="3810">
            <a:solidFill>
              <a:srgbClr val="26364E">
                <a:alpha val="0"/>
              </a:srgbClr>
            </a:solidFill>
            <a:prstDash val="solid"/>
          </a:ln>
        </p:spPr>
      </p:sp>
      <p:sp>
        <p:nvSpPr>
          <p:cNvPr id="759" name="Shape 757"/>
          <p:cNvSpPr/>
          <p:nvPr/>
        </p:nvSpPr>
        <p:spPr>
          <a:xfrm>
            <a:off x="8000841" y="2976412"/>
            <a:ext cx="55659" cy="55659"/>
          </a:xfrm>
          <a:prstGeom prst="ellipse">
            <a:avLst/>
          </a:prstGeom>
          <a:solidFill>
            <a:srgbClr val="26364E">
              <a:alpha val="84000"/>
            </a:srgbClr>
          </a:solidFill>
          <a:ln w="3810">
            <a:solidFill>
              <a:srgbClr val="26364E">
                <a:alpha val="0"/>
              </a:srgbClr>
            </a:solidFill>
            <a:prstDash val="solid"/>
          </a:ln>
        </p:spPr>
      </p:sp>
      <p:sp>
        <p:nvSpPr>
          <p:cNvPr id="760" name="Shape 758"/>
          <p:cNvSpPr/>
          <p:nvPr/>
        </p:nvSpPr>
        <p:spPr>
          <a:xfrm>
            <a:off x="8079877" y="2976412"/>
            <a:ext cx="55659" cy="55659"/>
          </a:xfrm>
          <a:prstGeom prst="ellipse">
            <a:avLst/>
          </a:prstGeom>
          <a:solidFill>
            <a:srgbClr val="26364E">
              <a:alpha val="84000"/>
            </a:srgbClr>
          </a:solidFill>
          <a:ln w="3810">
            <a:solidFill>
              <a:srgbClr val="26364E">
                <a:alpha val="0"/>
              </a:srgbClr>
            </a:solidFill>
            <a:prstDash val="solid"/>
          </a:ln>
        </p:spPr>
      </p:sp>
      <p:sp>
        <p:nvSpPr>
          <p:cNvPr id="761" name="Shape 759"/>
          <p:cNvSpPr/>
          <p:nvPr/>
        </p:nvSpPr>
        <p:spPr>
          <a:xfrm>
            <a:off x="8158913" y="2976412"/>
            <a:ext cx="55659" cy="55659"/>
          </a:xfrm>
          <a:prstGeom prst="ellipse">
            <a:avLst/>
          </a:prstGeom>
          <a:solidFill>
            <a:srgbClr val="42E0CB"/>
          </a:solidFill>
          <a:ln w="3810">
            <a:solidFill>
              <a:srgbClr val="42E0CB">
                <a:alpha val="0"/>
              </a:srgbClr>
            </a:solidFill>
            <a:prstDash val="solid"/>
          </a:ln>
        </p:spPr>
      </p:sp>
      <p:sp>
        <p:nvSpPr>
          <p:cNvPr id="762" name="Shape 760"/>
          <p:cNvSpPr/>
          <p:nvPr/>
        </p:nvSpPr>
        <p:spPr>
          <a:xfrm>
            <a:off x="8237949" y="2976412"/>
            <a:ext cx="55659" cy="55659"/>
          </a:xfrm>
          <a:prstGeom prst="ellipse">
            <a:avLst/>
          </a:prstGeom>
          <a:solidFill>
            <a:srgbClr val="26364E">
              <a:alpha val="84000"/>
            </a:srgbClr>
          </a:solidFill>
          <a:ln w="3810">
            <a:solidFill>
              <a:srgbClr val="26364E">
                <a:alpha val="0"/>
              </a:srgbClr>
            </a:solidFill>
            <a:prstDash val="solid"/>
          </a:ln>
        </p:spPr>
      </p:sp>
      <p:sp>
        <p:nvSpPr>
          <p:cNvPr id="763" name="Shape 761"/>
          <p:cNvSpPr/>
          <p:nvPr/>
        </p:nvSpPr>
        <p:spPr>
          <a:xfrm>
            <a:off x="8316985" y="2976412"/>
            <a:ext cx="55659" cy="55659"/>
          </a:xfrm>
          <a:prstGeom prst="ellipse">
            <a:avLst/>
          </a:prstGeom>
          <a:solidFill>
            <a:srgbClr val="26364E">
              <a:alpha val="84000"/>
            </a:srgbClr>
          </a:solidFill>
          <a:ln w="3810">
            <a:solidFill>
              <a:srgbClr val="26364E">
                <a:alpha val="0"/>
              </a:srgbClr>
            </a:solidFill>
            <a:prstDash val="solid"/>
          </a:ln>
        </p:spPr>
      </p:sp>
      <p:sp>
        <p:nvSpPr>
          <p:cNvPr id="764" name="Shape 762"/>
          <p:cNvSpPr/>
          <p:nvPr/>
        </p:nvSpPr>
        <p:spPr>
          <a:xfrm>
            <a:off x="8396021" y="2976412"/>
            <a:ext cx="55659" cy="55659"/>
          </a:xfrm>
          <a:prstGeom prst="ellipse">
            <a:avLst/>
          </a:prstGeom>
          <a:solidFill>
            <a:srgbClr val="26364E">
              <a:alpha val="84000"/>
            </a:srgbClr>
          </a:solidFill>
          <a:ln w="3810">
            <a:solidFill>
              <a:srgbClr val="26364E">
                <a:alpha val="0"/>
              </a:srgbClr>
            </a:solidFill>
            <a:prstDash val="solid"/>
          </a:ln>
        </p:spPr>
      </p:sp>
      <p:sp>
        <p:nvSpPr>
          <p:cNvPr id="765" name="Shape 763"/>
          <p:cNvSpPr/>
          <p:nvPr/>
        </p:nvSpPr>
        <p:spPr>
          <a:xfrm>
            <a:off x="8475057" y="2976412"/>
            <a:ext cx="55659" cy="55659"/>
          </a:xfrm>
          <a:prstGeom prst="ellipse">
            <a:avLst/>
          </a:prstGeom>
          <a:solidFill>
            <a:srgbClr val="26364E">
              <a:alpha val="84000"/>
            </a:srgbClr>
          </a:solidFill>
          <a:ln w="3810">
            <a:solidFill>
              <a:srgbClr val="26364E">
                <a:alpha val="0"/>
              </a:srgbClr>
            </a:solidFill>
            <a:prstDash val="solid"/>
          </a:ln>
        </p:spPr>
      </p:sp>
      <p:sp>
        <p:nvSpPr>
          <p:cNvPr id="766" name="Shape 764"/>
          <p:cNvSpPr/>
          <p:nvPr/>
        </p:nvSpPr>
        <p:spPr>
          <a:xfrm>
            <a:off x="8554093" y="2976412"/>
            <a:ext cx="55659" cy="55659"/>
          </a:xfrm>
          <a:prstGeom prst="ellipse">
            <a:avLst/>
          </a:prstGeom>
          <a:solidFill>
            <a:srgbClr val="26364E">
              <a:alpha val="84000"/>
            </a:srgbClr>
          </a:solidFill>
          <a:ln w="3810">
            <a:solidFill>
              <a:srgbClr val="26364E">
                <a:alpha val="0"/>
              </a:srgbClr>
            </a:solidFill>
            <a:prstDash val="solid"/>
          </a:ln>
        </p:spPr>
      </p:sp>
      <p:sp>
        <p:nvSpPr>
          <p:cNvPr id="767" name="Shape 765"/>
          <p:cNvSpPr/>
          <p:nvPr/>
        </p:nvSpPr>
        <p:spPr>
          <a:xfrm>
            <a:off x="8633129" y="2976412"/>
            <a:ext cx="55659" cy="55659"/>
          </a:xfrm>
          <a:prstGeom prst="ellipse">
            <a:avLst/>
          </a:prstGeom>
          <a:solidFill>
            <a:srgbClr val="26364E">
              <a:alpha val="84000"/>
            </a:srgbClr>
          </a:solidFill>
          <a:ln w="3810">
            <a:solidFill>
              <a:srgbClr val="26364E">
                <a:alpha val="0"/>
              </a:srgbClr>
            </a:solidFill>
            <a:prstDash val="solid"/>
          </a:ln>
        </p:spPr>
      </p:sp>
      <p:sp>
        <p:nvSpPr>
          <p:cNvPr id="768" name="Shape 766"/>
          <p:cNvSpPr/>
          <p:nvPr/>
        </p:nvSpPr>
        <p:spPr>
          <a:xfrm>
            <a:off x="8712165" y="2976412"/>
            <a:ext cx="55659" cy="55659"/>
          </a:xfrm>
          <a:prstGeom prst="ellipse">
            <a:avLst/>
          </a:prstGeom>
          <a:solidFill>
            <a:srgbClr val="26364E">
              <a:alpha val="84000"/>
            </a:srgbClr>
          </a:solidFill>
          <a:ln w="3810">
            <a:solidFill>
              <a:srgbClr val="26364E">
                <a:alpha val="0"/>
              </a:srgbClr>
            </a:solidFill>
            <a:prstDash val="solid"/>
          </a:ln>
        </p:spPr>
      </p:sp>
      <p:sp>
        <p:nvSpPr>
          <p:cNvPr id="769" name="Shape 767"/>
          <p:cNvSpPr/>
          <p:nvPr/>
        </p:nvSpPr>
        <p:spPr>
          <a:xfrm>
            <a:off x="8791201" y="2976412"/>
            <a:ext cx="55659" cy="55659"/>
          </a:xfrm>
          <a:prstGeom prst="ellipse">
            <a:avLst/>
          </a:prstGeom>
          <a:solidFill>
            <a:srgbClr val="26364E">
              <a:alpha val="84000"/>
            </a:srgbClr>
          </a:solidFill>
          <a:ln w="3810">
            <a:solidFill>
              <a:srgbClr val="26364E">
                <a:alpha val="0"/>
              </a:srgbClr>
            </a:solidFill>
            <a:prstDash val="solid"/>
          </a:ln>
        </p:spPr>
      </p:sp>
      <p:sp>
        <p:nvSpPr>
          <p:cNvPr id="770" name="Shape 768"/>
          <p:cNvSpPr/>
          <p:nvPr/>
        </p:nvSpPr>
        <p:spPr>
          <a:xfrm>
            <a:off x="8870237" y="2976412"/>
            <a:ext cx="55659" cy="55659"/>
          </a:xfrm>
          <a:prstGeom prst="ellipse">
            <a:avLst/>
          </a:prstGeom>
          <a:solidFill>
            <a:srgbClr val="26364E">
              <a:alpha val="84000"/>
            </a:srgbClr>
          </a:solidFill>
          <a:ln w="3810">
            <a:solidFill>
              <a:srgbClr val="26364E">
                <a:alpha val="0"/>
              </a:srgbClr>
            </a:solidFill>
            <a:prstDash val="solid"/>
          </a:ln>
        </p:spPr>
      </p:sp>
      <p:sp>
        <p:nvSpPr>
          <p:cNvPr id="771" name="Shape 769"/>
          <p:cNvSpPr/>
          <p:nvPr/>
        </p:nvSpPr>
        <p:spPr>
          <a:xfrm>
            <a:off x="8949273" y="2976412"/>
            <a:ext cx="55659" cy="55659"/>
          </a:xfrm>
          <a:prstGeom prst="ellipse">
            <a:avLst/>
          </a:prstGeom>
          <a:solidFill>
            <a:srgbClr val="26364E">
              <a:alpha val="84000"/>
            </a:srgbClr>
          </a:solidFill>
          <a:ln w="3810">
            <a:solidFill>
              <a:srgbClr val="26364E">
                <a:alpha val="0"/>
              </a:srgbClr>
            </a:solidFill>
            <a:prstDash val="solid"/>
          </a:ln>
        </p:spPr>
      </p:sp>
      <p:sp>
        <p:nvSpPr>
          <p:cNvPr id="772" name="Shape 770"/>
          <p:cNvSpPr/>
          <p:nvPr/>
        </p:nvSpPr>
        <p:spPr>
          <a:xfrm>
            <a:off x="9028309" y="2976412"/>
            <a:ext cx="55659" cy="55659"/>
          </a:xfrm>
          <a:prstGeom prst="ellipse">
            <a:avLst/>
          </a:prstGeom>
          <a:solidFill>
            <a:srgbClr val="26364E">
              <a:alpha val="84000"/>
            </a:srgbClr>
          </a:solidFill>
          <a:ln w="3810">
            <a:solidFill>
              <a:srgbClr val="26364E">
                <a:alpha val="0"/>
              </a:srgbClr>
            </a:solidFill>
            <a:prstDash val="solid"/>
          </a:ln>
        </p:spPr>
      </p:sp>
      <p:sp>
        <p:nvSpPr>
          <p:cNvPr id="773" name="Shape 771"/>
          <p:cNvSpPr/>
          <p:nvPr/>
        </p:nvSpPr>
        <p:spPr>
          <a:xfrm>
            <a:off x="9107344" y="2976412"/>
            <a:ext cx="55659" cy="55659"/>
          </a:xfrm>
          <a:prstGeom prst="ellipse">
            <a:avLst/>
          </a:prstGeom>
          <a:solidFill>
            <a:srgbClr val="26364E">
              <a:alpha val="84000"/>
            </a:srgbClr>
          </a:solidFill>
          <a:ln w="3810">
            <a:solidFill>
              <a:srgbClr val="26364E">
                <a:alpha val="0"/>
              </a:srgbClr>
            </a:solidFill>
            <a:prstDash val="solid"/>
          </a:ln>
        </p:spPr>
      </p:sp>
      <p:sp>
        <p:nvSpPr>
          <p:cNvPr id="774" name="Shape 772"/>
          <p:cNvSpPr/>
          <p:nvPr/>
        </p:nvSpPr>
        <p:spPr>
          <a:xfrm>
            <a:off x="9186380" y="2976412"/>
            <a:ext cx="55659" cy="55659"/>
          </a:xfrm>
          <a:prstGeom prst="ellipse">
            <a:avLst/>
          </a:prstGeom>
          <a:solidFill>
            <a:srgbClr val="26364E">
              <a:alpha val="84000"/>
            </a:srgbClr>
          </a:solidFill>
          <a:ln w="3810">
            <a:solidFill>
              <a:srgbClr val="26364E">
                <a:alpha val="0"/>
              </a:srgbClr>
            </a:solidFill>
            <a:prstDash val="solid"/>
          </a:ln>
        </p:spPr>
      </p:sp>
      <p:sp>
        <p:nvSpPr>
          <p:cNvPr id="775" name="Shape 773"/>
          <p:cNvSpPr/>
          <p:nvPr/>
        </p:nvSpPr>
        <p:spPr>
          <a:xfrm>
            <a:off x="9265416" y="2976412"/>
            <a:ext cx="55659" cy="55659"/>
          </a:xfrm>
          <a:prstGeom prst="ellipse">
            <a:avLst/>
          </a:prstGeom>
          <a:solidFill>
            <a:srgbClr val="26364E">
              <a:alpha val="84000"/>
            </a:srgbClr>
          </a:solidFill>
          <a:ln w="3810">
            <a:solidFill>
              <a:srgbClr val="26364E">
                <a:alpha val="0"/>
              </a:srgbClr>
            </a:solidFill>
            <a:prstDash val="solid"/>
          </a:ln>
        </p:spPr>
      </p:sp>
      <p:sp>
        <p:nvSpPr>
          <p:cNvPr id="776" name="Shape 774"/>
          <p:cNvSpPr/>
          <p:nvPr/>
        </p:nvSpPr>
        <p:spPr>
          <a:xfrm>
            <a:off x="9344452" y="2976412"/>
            <a:ext cx="55659" cy="55659"/>
          </a:xfrm>
          <a:prstGeom prst="ellipse">
            <a:avLst/>
          </a:prstGeom>
          <a:solidFill>
            <a:srgbClr val="26364E">
              <a:alpha val="84000"/>
            </a:srgbClr>
          </a:solidFill>
          <a:ln w="3810">
            <a:solidFill>
              <a:srgbClr val="26364E">
                <a:alpha val="0"/>
              </a:srgbClr>
            </a:solidFill>
            <a:prstDash val="solid"/>
          </a:ln>
        </p:spPr>
      </p:sp>
      <p:sp>
        <p:nvSpPr>
          <p:cNvPr id="777" name="Shape 775"/>
          <p:cNvSpPr/>
          <p:nvPr/>
        </p:nvSpPr>
        <p:spPr>
          <a:xfrm>
            <a:off x="9423488" y="2976412"/>
            <a:ext cx="55659" cy="55659"/>
          </a:xfrm>
          <a:prstGeom prst="ellipse">
            <a:avLst/>
          </a:prstGeom>
          <a:solidFill>
            <a:srgbClr val="26364E">
              <a:alpha val="84000"/>
            </a:srgbClr>
          </a:solidFill>
          <a:ln w="3810">
            <a:solidFill>
              <a:srgbClr val="26364E">
                <a:alpha val="0"/>
              </a:srgbClr>
            </a:solidFill>
            <a:prstDash val="solid"/>
          </a:ln>
        </p:spPr>
      </p:sp>
      <p:sp>
        <p:nvSpPr>
          <p:cNvPr id="778" name="Shape 776"/>
          <p:cNvSpPr/>
          <p:nvPr/>
        </p:nvSpPr>
        <p:spPr>
          <a:xfrm>
            <a:off x="9502524" y="2976412"/>
            <a:ext cx="55659" cy="55659"/>
          </a:xfrm>
          <a:prstGeom prst="ellipse">
            <a:avLst/>
          </a:prstGeom>
          <a:solidFill>
            <a:srgbClr val="26364E">
              <a:alpha val="84000"/>
            </a:srgbClr>
          </a:solidFill>
          <a:ln w="3810">
            <a:solidFill>
              <a:srgbClr val="26364E">
                <a:alpha val="0"/>
              </a:srgbClr>
            </a:solidFill>
            <a:prstDash val="solid"/>
          </a:ln>
        </p:spPr>
      </p:sp>
      <p:sp>
        <p:nvSpPr>
          <p:cNvPr id="779" name="Shape 777"/>
          <p:cNvSpPr/>
          <p:nvPr/>
        </p:nvSpPr>
        <p:spPr>
          <a:xfrm>
            <a:off x="9581560" y="2976412"/>
            <a:ext cx="55659" cy="55659"/>
          </a:xfrm>
          <a:prstGeom prst="ellipse">
            <a:avLst/>
          </a:prstGeom>
          <a:solidFill>
            <a:srgbClr val="26364E">
              <a:alpha val="84000"/>
            </a:srgbClr>
          </a:solidFill>
          <a:ln w="3810">
            <a:solidFill>
              <a:srgbClr val="26364E">
                <a:alpha val="0"/>
              </a:srgbClr>
            </a:solidFill>
            <a:prstDash val="solid"/>
          </a:ln>
        </p:spPr>
      </p:sp>
      <p:sp>
        <p:nvSpPr>
          <p:cNvPr id="780" name="Shape 778"/>
          <p:cNvSpPr/>
          <p:nvPr/>
        </p:nvSpPr>
        <p:spPr>
          <a:xfrm>
            <a:off x="9660596" y="2976412"/>
            <a:ext cx="55659" cy="55659"/>
          </a:xfrm>
          <a:prstGeom prst="ellipse">
            <a:avLst/>
          </a:prstGeom>
          <a:solidFill>
            <a:srgbClr val="26364E">
              <a:alpha val="84000"/>
            </a:srgbClr>
          </a:solidFill>
          <a:ln w="3810">
            <a:solidFill>
              <a:srgbClr val="26364E">
                <a:alpha val="0"/>
              </a:srgbClr>
            </a:solidFill>
            <a:prstDash val="solid"/>
          </a:ln>
        </p:spPr>
      </p:sp>
      <p:sp>
        <p:nvSpPr>
          <p:cNvPr id="781" name="Shape 779"/>
          <p:cNvSpPr/>
          <p:nvPr/>
        </p:nvSpPr>
        <p:spPr>
          <a:xfrm>
            <a:off x="9739632" y="2976412"/>
            <a:ext cx="55659" cy="55659"/>
          </a:xfrm>
          <a:prstGeom prst="ellipse">
            <a:avLst/>
          </a:prstGeom>
          <a:solidFill>
            <a:srgbClr val="26364E">
              <a:alpha val="84000"/>
            </a:srgbClr>
          </a:solidFill>
          <a:ln w="3810">
            <a:solidFill>
              <a:srgbClr val="26364E">
                <a:alpha val="0"/>
              </a:srgbClr>
            </a:solidFill>
            <a:prstDash val="solid"/>
          </a:ln>
        </p:spPr>
      </p:sp>
      <p:sp>
        <p:nvSpPr>
          <p:cNvPr id="782" name="Shape 780"/>
          <p:cNvSpPr/>
          <p:nvPr/>
        </p:nvSpPr>
        <p:spPr>
          <a:xfrm>
            <a:off x="9818668" y="2976412"/>
            <a:ext cx="55659" cy="55659"/>
          </a:xfrm>
          <a:prstGeom prst="ellipse">
            <a:avLst/>
          </a:prstGeom>
          <a:solidFill>
            <a:srgbClr val="26364E">
              <a:alpha val="84000"/>
            </a:srgbClr>
          </a:solidFill>
          <a:ln w="3810">
            <a:solidFill>
              <a:srgbClr val="26364E">
                <a:alpha val="0"/>
              </a:srgbClr>
            </a:solidFill>
            <a:prstDash val="solid"/>
          </a:ln>
        </p:spPr>
      </p:sp>
      <p:sp>
        <p:nvSpPr>
          <p:cNvPr id="783" name="Shape 781"/>
          <p:cNvSpPr/>
          <p:nvPr/>
        </p:nvSpPr>
        <p:spPr>
          <a:xfrm>
            <a:off x="9897704" y="2976412"/>
            <a:ext cx="55659" cy="55659"/>
          </a:xfrm>
          <a:prstGeom prst="ellipse">
            <a:avLst/>
          </a:prstGeom>
          <a:solidFill>
            <a:srgbClr val="26364E">
              <a:alpha val="84000"/>
            </a:srgbClr>
          </a:solidFill>
          <a:ln w="3810">
            <a:solidFill>
              <a:srgbClr val="26364E">
                <a:alpha val="0"/>
              </a:srgbClr>
            </a:solidFill>
            <a:prstDash val="solid"/>
          </a:ln>
        </p:spPr>
      </p:sp>
      <p:sp>
        <p:nvSpPr>
          <p:cNvPr id="784" name="Shape 782"/>
          <p:cNvSpPr/>
          <p:nvPr/>
        </p:nvSpPr>
        <p:spPr>
          <a:xfrm>
            <a:off x="9976740" y="2976412"/>
            <a:ext cx="55659" cy="55659"/>
          </a:xfrm>
          <a:prstGeom prst="ellipse">
            <a:avLst/>
          </a:prstGeom>
          <a:solidFill>
            <a:srgbClr val="26364E">
              <a:alpha val="84000"/>
            </a:srgbClr>
          </a:solidFill>
          <a:ln w="3810">
            <a:solidFill>
              <a:srgbClr val="26364E">
                <a:alpha val="0"/>
              </a:srgbClr>
            </a:solidFill>
            <a:prstDash val="solid"/>
          </a:ln>
        </p:spPr>
      </p:sp>
      <p:sp>
        <p:nvSpPr>
          <p:cNvPr id="785" name="Shape 783"/>
          <p:cNvSpPr/>
          <p:nvPr/>
        </p:nvSpPr>
        <p:spPr>
          <a:xfrm>
            <a:off x="10055776" y="2976412"/>
            <a:ext cx="55659" cy="55659"/>
          </a:xfrm>
          <a:prstGeom prst="ellipse">
            <a:avLst/>
          </a:prstGeom>
          <a:solidFill>
            <a:srgbClr val="26364E">
              <a:alpha val="84000"/>
            </a:srgbClr>
          </a:solidFill>
          <a:ln w="3810">
            <a:solidFill>
              <a:srgbClr val="26364E">
                <a:alpha val="0"/>
              </a:srgbClr>
            </a:solidFill>
            <a:prstDash val="solid"/>
          </a:ln>
        </p:spPr>
      </p:sp>
      <p:sp>
        <p:nvSpPr>
          <p:cNvPr id="786" name="Shape 784"/>
          <p:cNvSpPr/>
          <p:nvPr/>
        </p:nvSpPr>
        <p:spPr>
          <a:xfrm>
            <a:off x="10134812" y="2976412"/>
            <a:ext cx="55659" cy="55659"/>
          </a:xfrm>
          <a:prstGeom prst="ellipse">
            <a:avLst/>
          </a:prstGeom>
          <a:solidFill>
            <a:srgbClr val="26364E">
              <a:alpha val="84000"/>
            </a:srgbClr>
          </a:solidFill>
          <a:ln w="3810">
            <a:solidFill>
              <a:srgbClr val="26364E">
                <a:alpha val="0"/>
              </a:srgbClr>
            </a:solidFill>
            <a:prstDash val="solid"/>
          </a:ln>
        </p:spPr>
      </p:sp>
      <p:sp>
        <p:nvSpPr>
          <p:cNvPr id="787" name="Shape 785"/>
          <p:cNvSpPr/>
          <p:nvPr/>
        </p:nvSpPr>
        <p:spPr>
          <a:xfrm>
            <a:off x="10213848" y="2976412"/>
            <a:ext cx="55659" cy="55659"/>
          </a:xfrm>
          <a:prstGeom prst="ellipse">
            <a:avLst/>
          </a:prstGeom>
          <a:solidFill>
            <a:srgbClr val="26364E">
              <a:alpha val="84000"/>
            </a:srgbClr>
          </a:solidFill>
          <a:ln w="3810">
            <a:solidFill>
              <a:srgbClr val="26364E">
                <a:alpha val="0"/>
              </a:srgbClr>
            </a:solidFill>
            <a:prstDash val="solid"/>
          </a:ln>
        </p:spPr>
      </p:sp>
      <p:sp>
        <p:nvSpPr>
          <p:cNvPr id="788" name="Shape 786"/>
          <p:cNvSpPr/>
          <p:nvPr/>
        </p:nvSpPr>
        <p:spPr>
          <a:xfrm>
            <a:off x="10292884" y="2976412"/>
            <a:ext cx="55659" cy="55659"/>
          </a:xfrm>
          <a:prstGeom prst="ellipse">
            <a:avLst/>
          </a:prstGeom>
          <a:solidFill>
            <a:srgbClr val="26364E">
              <a:alpha val="84000"/>
            </a:srgbClr>
          </a:solidFill>
          <a:ln w="3810">
            <a:solidFill>
              <a:srgbClr val="26364E">
                <a:alpha val="0"/>
              </a:srgbClr>
            </a:solidFill>
            <a:prstDash val="solid"/>
          </a:ln>
        </p:spPr>
      </p:sp>
      <p:sp>
        <p:nvSpPr>
          <p:cNvPr id="789" name="Shape 787"/>
          <p:cNvSpPr/>
          <p:nvPr/>
        </p:nvSpPr>
        <p:spPr>
          <a:xfrm>
            <a:off x="10371920" y="2976412"/>
            <a:ext cx="55659" cy="55659"/>
          </a:xfrm>
          <a:prstGeom prst="ellipse">
            <a:avLst/>
          </a:prstGeom>
          <a:solidFill>
            <a:srgbClr val="42E0CB"/>
          </a:solidFill>
          <a:ln w="3810">
            <a:solidFill>
              <a:srgbClr val="42E0CB">
                <a:alpha val="0"/>
              </a:srgbClr>
            </a:solidFill>
            <a:prstDash val="solid"/>
          </a:ln>
        </p:spPr>
      </p:sp>
      <p:sp>
        <p:nvSpPr>
          <p:cNvPr id="790" name="Shape 788"/>
          <p:cNvSpPr/>
          <p:nvPr/>
        </p:nvSpPr>
        <p:spPr>
          <a:xfrm>
            <a:off x="10450956" y="2976412"/>
            <a:ext cx="55659" cy="55659"/>
          </a:xfrm>
          <a:prstGeom prst="ellipse">
            <a:avLst/>
          </a:prstGeom>
          <a:solidFill>
            <a:srgbClr val="26364E">
              <a:alpha val="84000"/>
            </a:srgbClr>
          </a:solidFill>
          <a:ln w="3810">
            <a:solidFill>
              <a:srgbClr val="26364E">
                <a:alpha val="0"/>
              </a:srgbClr>
            </a:solidFill>
            <a:prstDash val="solid"/>
          </a:ln>
        </p:spPr>
      </p:sp>
      <p:sp>
        <p:nvSpPr>
          <p:cNvPr id="791" name="Text 789"/>
          <p:cNvSpPr txBox="1"/>
          <p:nvPr/>
        </p:nvSpPr>
        <p:spPr>
          <a:xfrm>
            <a:off x="758952" y="3767328"/>
            <a:ext cx="2743200" cy="320040"/>
          </a:xfrm>
          <a:prstGeom prst="rect">
            <a:avLst/>
          </a:prstGeom>
          <a:noFill/>
          <a:ln/>
        </p:spPr>
        <p:txBody>
          <a:bodyPr wrap="square" lIns="381" tIns="381" rIns="381" bIns="381" rtlCol="0" anchor="ctr">
            <a:normAutofit/>
          </a:bodyPr>
          <a:lstStyle/>
          <a:p>
            <a:pPr marL="0" indent="0" algn="l">
              <a:buNone/>
            </a:pPr>
            <a:r>
              <a:rPr lang="en-US" sz="1800" b="1" dirty="0">
                <a:solidFill>
                  <a:srgbClr val="F3F7FC"/>
                </a:solidFill>
                <a:latin typeface="Noto Sans" pitchFamily="34" charset="0"/>
                <a:ea typeface="Noto Sans" pitchFamily="34" charset="-122"/>
                <a:cs typeface="Noto Sans" pitchFamily="34" charset="-120"/>
              </a:rPr>
              <a:t>Pertanyaan pemantik</a:t>
            </a:r>
            <a:endParaRPr lang="en-US" sz="1800" dirty="0"/>
          </a:p>
        </p:txBody>
      </p:sp>
      <p:sp>
        <p:nvSpPr>
          <p:cNvPr id="792" name="Shape 790"/>
          <p:cNvSpPr/>
          <p:nvPr/>
        </p:nvSpPr>
        <p:spPr>
          <a:xfrm>
            <a:off x="749808" y="4279392"/>
            <a:ext cx="10625328" cy="393192"/>
          </a:xfrm>
          <a:prstGeom prst="roundRect">
            <a:avLst>
              <a:gd name="adj" fmla="val 27907"/>
            </a:avLst>
          </a:prstGeom>
          <a:solidFill>
            <a:srgbClr val="131E33"/>
          </a:solidFill>
          <a:ln w="10160">
            <a:solidFill>
              <a:srgbClr val="2A3A54"/>
            </a:solidFill>
            <a:prstDash val="solid"/>
          </a:ln>
        </p:spPr>
      </p:sp>
      <p:sp>
        <p:nvSpPr>
          <p:cNvPr id="793" name="Text 791"/>
          <p:cNvSpPr txBox="1"/>
          <p:nvPr/>
        </p:nvSpPr>
        <p:spPr>
          <a:xfrm>
            <a:off x="950976" y="4343400"/>
            <a:ext cx="384048" cy="219456"/>
          </a:xfrm>
          <a:prstGeom prst="rect">
            <a:avLst/>
          </a:prstGeom>
          <a:noFill/>
          <a:ln/>
        </p:spPr>
        <p:txBody>
          <a:bodyPr wrap="square" lIns="381" tIns="381" rIns="381" bIns="381" rtlCol="0" anchor="ctr">
            <a:normAutofit/>
          </a:bodyPr>
          <a:lstStyle/>
          <a:p>
            <a:pPr marL="0" indent="0" algn="l">
              <a:buNone/>
            </a:pPr>
            <a:r>
              <a:rPr lang="en-US" sz="1100" b="1" dirty="0">
                <a:solidFill>
                  <a:srgbClr val="42E0CB"/>
                </a:solidFill>
                <a:latin typeface="Noto Sans" pitchFamily="34" charset="0"/>
                <a:ea typeface="Noto Sans" pitchFamily="34" charset="-122"/>
                <a:cs typeface="Noto Sans" pitchFamily="34" charset="-120"/>
              </a:rPr>
              <a:t>01</a:t>
            </a:r>
            <a:endParaRPr lang="en-US" sz="1100" dirty="0"/>
          </a:p>
        </p:txBody>
      </p:sp>
      <p:sp>
        <p:nvSpPr>
          <p:cNvPr id="794" name="Text 792"/>
          <p:cNvSpPr txBox="1"/>
          <p:nvPr/>
        </p:nvSpPr>
        <p:spPr>
          <a:xfrm>
            <a:off x="1426464" y="4325112"/>
            <a:ext cx="9582912" cy="256032"/>
          </a:xfrm>
          <a:prstGeom prst="rect">
            <a:avLst/>
          </a:prstGeom>
          <a:noFill/>
          <a:ln/>
        </p:spPr>
        <p:txBody>
          <a:bodyPr wrap="square" lIns="381" tIns="381" rIns="381" bIns="381" rtlCol="0" anchor="ctr">
            <a:normAutofit/>
          </a:bodyPr>
          <a:lstStyle/>
          <a:p>
            <a:pPr marL="0" indent="0" algn="l">
              <a:buNone/>
            </a:pPr>
            <a:r>
              <a:rPr lang="en-US" sz="1300" dirty="0">
                <a:solidFill>
                  <a:srgbClr val="F3F7FC"/>
                </a:solidFill>
                <a:latin typeface="Noto Sans" pitchFamily="34" charset="0"/>
                <a:ea typeface="Noto Sans" pitchFamily="34" charset="-122"/>
                <a:cs typeface="Noto Sans" pitchFamily="34" charset="-120"/>
              </a:rPr>
              <a:t>Bagaimana tulisan pada papan running text bisa bergerak?</a:t>
            </a:r>
            <a:endParaRPr lang="en-US" sz="1300" dirty="0"/>
          </a:p>
        </p:txBody>
      </p:sp>
      <p:sp>
        <p:nvSpPr>
          <p:cNvPr id="795" name="Shape 793"/>
          <p:cNvSpPr/>
          <p:nvPr/>
        </p:nvSpPr>
        <p:spPr>
          <a:xfrm>
            <a:off x="749808" y="4764024"/>
            <a:ext cx="10625328" cy="393192"/>
          </a:xfrm>
          <a:prstGeom prst="roundRect">
            <a:avLst>
              <a:gd name="adj" fmla="val 27907"/>
            </a:avLst>
          </a:prstGeom>
          <a:solidFill>
            <a:srgbClr val="131E33"/>
          </a:solidFill>
          <a:ln w="10160">
            <a:solidFill>
              <a:srgbClr val="2A3A54"/>
            </a:solidFill>
            <a:prstDash val="solid"/>
          </a:ln>
        </p:spPr>
      </p:sp>
      <p:sp>
        <p:nvSpPr>
          <p:cNvPr id="796" name="Text 794"/>
          <p:cNvSpPr txBox="1"/>
          <p:nvPr/>
        </p:nvSpPr>
        <p:spPr>
          <a:xfrm>
            <a:off x="950976" y="4828032"/>
            <a:ext cx="384048" cy="219456"/>
          </a:xfrm>
          <a:prstGeom prst="rect">
            <a:avLst/>
          </a:prstGeom>
          <a:noFill/>
          <a:ln/>
        </p:spPr>
        <p:txBody>
          <a:bodyPr wrap="square" lIns="381" tIns="381" rIns="381" bIns="381" rtlCol="0" anchor="ctr">
            <a:normAutofit/>
          </a:bodyPr>
          <a:lstStyle/>
          <a:p>
            <a:pPr marL="0" indent="0" algn="l">
              <a:buNone/>
            </a:pPr>
            <a:r>
              <a:rPr lang="en-US" sz="1100" b="1" dirty="0">
                <a:solidFill>
                  <a:srgbClr val="42E0CB"/>
                </a:solidFill>
                <a:latin typeface="Noto Sans" pitchFamily="34" charset="0"/>
                <a:ea typeface="Noto Sans" pitchFamily="34" charset="-122"/>
                <a:cs typeface="Noto Sans" pitchFamily="34" charset="-120"/>
              </a:rPr>
              <a:t>02</a:t>
            </a:r>
            <a:endParaRPr lang="en-US" sz="1100" dirty="0"/>
          </a:p>
        </p:txBody>
      </p:sp>
      <p:sp>
        <p:nvSpPr>
          <p:cNvPr id="797" name="Text 795"/>
          <p:cNvSpPr txBox="1"/>
          <p:nvPr/>
        </p:nvSpPr>
        <p:spPr>
          <a:xfrm>
            <a:off x="1426464" y="4809744"/>
            <a:ext cx="9582912" cy="256032"/>
          </a:xfrm>
          <a:prstGeom prst="rect">
            <a:avLst/>
          </a:prstGeom>
          <a:noFill/>
          <a:ln/>
        </p:spPr>
        <p:txBody>
          <a:bodyPr wrap="square" lIns="381" tIns="381" rIns="381" bIns="381" rtlCol="0" anchor="ctr">
            <a:normAutofit/>
          </a:bodyPr>
          <a:lstStyle/>
          <a:p>
            <a:pPr marL="0" indent="0" algn="l">
              <a:buNone/>
            </a:pPr>
            <a:r>
              <a:rPr lang="en-US" sz="1300" dirty="0">
                <a:solidFill>
                  <a:srgbClr val="F3F7FC"/>
                </a:solidFill>
                <a:latin typeface="Noto Sans" pitchFamily="34" charset="0"/>
                <a:ea typeface="Noto Sans" pitchFamily="34" charset="-122"/>
                <a:cs typeface="Noto Sans" pitchFamily="34" charset="-120"/>
              </a:rPr>
              <a:t>Bagaimana LED kecil yang disusun berbaris membentuk huruf?</a:t>
            </a:r>
            <a:endParaRPr lang="en-US" sz="1300" dirty="0"/>
          </a:p>
        </p:txBody>
      </p:sp>
      <p:sp>
        <p:nvSpPr>
          <p:cNvPr id="798" name="Shape 796"/>
          <p:cNvSpPr/>
          <p:nvPr/>
        </p:nvSpPr>
        <p:spPr>
          <a:xfrm>
            <a:off x="749808" y="5248656"/>
            <a:ext cx="10625328" cy="393192"/>
          </a:xfrm>
          <a:prstGeom prst="roundRect">
            <a:avLst>
              <a:gd name="adj" fmla="val 27907"/>
            </a:avLst>
          </a:prstGeom>
          <a:solidFill>
            <a:srgbClr val="131E33"/>
          </a:solidFill>
          <a:ln w="10160">
            <a:solidFill>
              <a:srgbClr val="2A3A54"/>
            </a:solidFill>
            <a:prstDash val="solid"/>
          </a:ln>
        </p:spPr>
      </p:sp>
      <p:sp>
        <p:nvSpPr>
          <p:cNvPr id="799" name="Text 797"/>
          <p:cNvSpPr txBox="1"/>
          <p:nvPr/>
        </p:nvSpPr>
        <p:spPr>
          <a:xfrm>
            <a:off x="950976" y="5312664"/>
            <a:ext cx="384048" cy="219456"/>
          </a:xfrm>
          <a:prstGeom prst="rect">
            <a:avLst/>
          </a:prstGeom>
          <a:noFill/>
          <a:ln/>
        </p:spPr>
        <p:txBody>
          <a:bodyPr wrap="square" lIns="381" tIns="381" rIns="381" bIns="381" rtlCol="0" anchor="ctr">
            <a:normAutofit/>
          </a:bodyPr>
          <a:lstStyle/>
          <a:p>
            <a:pPr marL="0" indent="0" algn="l">
              <a:buNone/>
            </a:pPr>
            <a:r>
              <a:rPr lang="en-US" sz="1100" b="1" dirty="0">
                <a:solidFill>
                  <a:srgbClr val="42E0CB"/>
                </a:solidFill>
                <a:latin typeface="Noto Sans" pitchFamily="34" charset="0"/>
                <a:ea typeface="Noto Sans" pitchFamily="34" charset="-122"/>
                <a:cs typeface="Noto Sans" pitchFamily="34" charset="-120"/>
              </a:rPr>
              <a:t>03</a:t>
            </a:r>
            <a:endParaRPr lang="en-US" sz="1100" dirty="0"/>
          </a:p>
        </p:txBody>
      </p:sp>
      <p:sp>
        <p:nvSpPr>
          <p:cNvPr id="800" name="Text 798"/>
          <p:cNvSpPr txBox="1"/>
          <p:nvPr/>
        </p:nvSpPr>
        <p:spPr>
          <a:xfrm>
            <a:off x="1426464" y="5294376"/>
            <a:ext cx="9582912" cy="256032"/>
          </a:xfrm>
          <a:prstGeom prst="rect">
            <a:avLst/>
          </a:prstGeom>
          <a:noFill/>
          <a:ln/>
        </p:spPr>
        <p:txBody>
          <a:bodyPr wrap="square" lIns="381" tIns="381" rIns="381" bIns="381" rtlCol="0" anchor="ctr">
            <a:normAutofit/>
          </a:bodyPr>
          <a:lstStyle/>
          <a:p>
            <a:pPr marL="0" indent="0" algn="l">
              <a:buNone/>
            </a:pPr>
            <a:r>
              <a:rPr lang="en-US" sz="1300" dirty="0">
                <a:solidFill>
                  <a:srgbClr val="F3F7FC"/>
                </a:solidFill>
                <a:latin typeface="Noto Sans" pitchFamily="34" charset="0"/>
                <a:ea typeface="Noto Sans" pitchFamily="34" charset="-122"/>
                <a:cs typeface="Noto Sans" pitchFamily="34" charset="-120"/>
              </a:rPr>
              <a:t>Informasi apa di sekolah yang cocok ditampilkan secara bergerak?</a:t>
            </a:r>
            <a:endParaRPr lang="en-US" sz="1300" dirty="0"/>
          </a:p>
        </p:txBody>
      </p:sp>
      <p:sp>
        <p:nvSpPr>
          <p:cNvPr id="801"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KONSEP INTI</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500" b="1" dirty="0">
                <a:solidFill>
                  <a:srgbClr val="F3F7FC"/>
                </a:solidFill>
                <a:latin typeface="Noto Sans" pitchFamily="34" charset="0"/>
                <a:ea typeface="Noto Sans" pitchFamily="34" charset="-122"/>
                <a:cs typeface="Noto Sans" pitchFamily="34" charset="-120"/>
              </a:rPr>
              <a:t>Bagaimana papan informasi bekerja?</a:t>
            </a:r>
            <a:endParaRPr lang="en-US" sz="25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Gunakan kembali model Input – Proses – Output (I–P–O).</a:t>
            </a:r>
            <a:endParaRPr lang="en-US" sz="1100" dirty="0"/>
          </a:p>
        </p:txBody>
      </p:sp>
      <p:sp>
        <p:nvSpPr>
          <p:cNvPr id="11" name="Shape 9"/>
          <p:cNvSpPr/>
          <p:nvPr/>
        </p:nvSpPr>
        <p:spPr>
          <a:xfrm>
            <a:off x="777240" y="1828800"/>
            <a:ext cx="2971800" cy="3273552"/>
          </a:xfrm>
          <a:prstGeom prst="roundRect">
            <a:avLst>
              <a:gd name="adj" fmla="val 3692"/>
            </a:avLst>
          </a:prstGeom>
          <a:solidFill>
            <a:srgbClr val="131E33"/>
          </a:solidFill>
          <a:ln w="13970">
            <a:solidFill>
              <a:srgbClr val="42E0CB"/>
            </a:solidFill>
            <a:prstDash val="solid"/>
          </a:ln>
        </p:spPr>
      </p:sp>
      <p:sp>
        <p:nvSpPr>
          <p:cNvPr id="12" name="Text 10"/>
          <p:cNvSpPr txBox="1"/>
          <p:nvPr/>
        </p:nvSpPr>
        <p:spPr>
          <a:xfrm>
            <a:off x="1005840" y="2057400"/>
            <a:ext cx="640080" cy="566928"/>
          </a:xfrm>
          <a:prstGeom prst="rect">
            <a:avLst/>
          </a:prstGeom>
          <a:noFill/>
          <a:ln/>
        </p:spPr>
        <p:txBody>
          <a:bodyPr wrap="square" lIns="381" tIns="381" rIns="381" bIns="381" rtlCol="0" anchor="ctr">
            <a:normAutofit/>
          </a:bodyPr>
          <a:lstStyle/>
          <a:p>
            <a:pPr marL="0" indent="0" algn="l">
              <a:buNone/>
            </a:pPr>
            <a:r>
              <a:rPr lang="en-US" sz="3400" b="1" dirty="0">
                <a:solidFill>
                  <a:srgbClr val="42E0CB"/>
                </a:solidFill>
                <a:latin typeface="Noto Sans" pitchFamily="34" charset="0"/>
                <a:ea typeface="Noto Sans" pitchFamily="34" charset="-122"/>
                <a:cs typeface="Noto Sans" pitchFamily="34" charset="-120"/>
              </a:rPr>
              <a:t>01</a:t>
            </a:r>
            <a:endParaRPr lang="en-US" sz="3400" dirty="0"/>
          </a:p>
        </p:txBody>
      </p:sp>
      <p:sp>
        <p:nvSpPr>
          <p:cNvPr id="13" name="Text 11"/>
          <p:cNvSpPr txBox="1"/>
          <p:nvPr/>
        </p:nvSpPr>
        <p:spPr>
          <a:xfrm>
            <a:off x="1005840" y="2761488"/>
            <a:ext cx="2514600" cy="420624"/>
          </a:xfrm>
          <a:prstGeom prst="rect">
            <a:avLst/>
          </a:prstGeom>
          <a:noFill/>
          <a:ln/>
        </p:spPr>
        <p:txBody>
          <a:bodyPr wrap="square" lIns="381" tIns="381" rIns="381" bIns="381" rtlCol="0" anchor="ctr">
            <a:normAutofit/>
          </a:bodyPr>
          <a:lstStyle/>
          <a:p>
            <a:pPr marL="0" indent="0" algn="l">
              <a:buNone/>
            </a:pPr>
            <a:r>
              <a:rPr lang="en-US" sz="2300" b="1" dirty="0">
                <a:solidFill>
                  <a:srgbClr val="F3F7FC"/>
                </a:solidFill>
                <a:latin typeface="Noto Sans" pitchFamily="34" charset="0"/>
                <a:ea typeface="Noto Sans" pitchFamily="34" charset="-122"/>
                <a:cs typeface="Noto Sans" pitchFamily="34" charset="-120"/>
              </a:rPr>
              <a:t>INPUT</a:t>
            </a:r>
            <a:endParaRPr lang="en-US" sz="2300" dirty="0"/>
          </a:p>
        </p:txBody>
      </p:sp>
      <p:sp>
        <p:nvSpPr>
          <p:cNvPr id="14" name="Text 12"/>
          <p:cNvSpPr txBox="1"/>
          <p:nvPr/>
        </p:nvSpPr>
        <p:spPr>
          <a:xfrm>
            <a:off x="1005840" y="3383280"/>
            <a:ext cx="2514600" cy="713232"/>
          </a:xfrm>
          <a:prstGeom prst="rect">
            <a:avLst/>
          </a:prstGeom>
          <a:noFill/>
          <a:ln/>
        </p:spPr>
        <p:txBody>
          <a:bodyPr wrap="square" lIns="381" tIns="381" rIns="381" bIns="381" rtlCol="0" anchor="t">
            <a:normAutofit/>
          </a:bodyPr>
          <a:lstStyle/>
          <a:p>
            <a:pPr marL="0" indent="0" algn="l">
              <a:buNone/>
            </a:pPr>
            <a:r>
              <a:rPr lang="en-US" sz="1500" dirty="0">
                <a:solidFill>
                  <a:srgbClr val="B7C4D8"/>
                </a:solidFill>
                <a:latin typeface="Noto Sans" pitchFamily="34" charset="0"/>
                <a:ea typeface="Noto Sans" pitchFamily="34" charset="-122"/>
                <a:cs typeface="Noto Sans" pitchFamily="34" charset="-120"/>
              </a:rPr>
              <a:t>Teks yang ditulis di program</a:t>
            </a:r>
            <a:endParaRPr lang="en-US" sz="1500" dirty="0"/>
          </a:p>
          <a:p>
            <a:pPr marL="0" indent="0" algn="l">
              <a:buNone/>
            </a:pPr>
            <a:r>
              <a:rPr lang="en-US" sz="1500" dirty="0">
                <a:solidFill>
                  <a:srgbClr val="B7C4D8"/>
                </a:solidFill>
                <a:latin typeface="Noto Sans" pitchFamily="34" charset="0"/>
                <a:ea typeface="Noto Sans" pitchFamily="34" charset="-122"/>
                <a:cs typeface="Noto Sans" pitchFamily="34" charset="-120"/>
              </a:rPr>
              <a:t>atau tombol (jika ditambahkan).</a:t>
            </a:r>
            <a:endParaRPr lang="en-US" sz="1500" dirty="0"/>
          </a:p>
        </p:txBody>
      </p:sp>
      <p:sp>
        <p:nvSpPr>
          <p:cNvPr id="15" name="Shape 13"/>
          <p:cNvSpPr/>
          <p:nvPr/>
        </p:nvSpPr>
        <p:spPr>
          <a:xfrm>
            <a:off x="1005840" y="4434840"/>
            <a:ext cx="1097280" cy="292608"/>
          </a:xfrm>
          <a:prstGeom prst="roundRect">
            <a:avLst>
              <a:gd name="adj" fmla="val 37500"/>
            </a:avLst>
          </a:prstGeom>
          <a:solidFill>
            <a:srgbClr val="42E0CB">
              <a:alpha val="16000"/>
            </a:srgbClr>
          </a:solidFill>
          <a:ln w="10160">
            <a:solidFill>
              <a:srgbClr val="42E0CB">
                <a:alpha val="80000"/>
              </a:srgbClr>
            </a:solidFill>
            <a:prstDash val="solid"/>
          </a:ln>
        </p:spPr>
      </p:sp>
      <p:sp>
        <p:nvSpPr>
          <p:cNvPr id="16" name="Text 14"/>
          <p:cNvSpPr txBox="1"/>
          <p:nvPr/>
        </p:nvSpPr>
        <p:spPr>
          <a:xfrm>
            <a:off x="1088136" y="4448556"/>
            <a:ext cx="932688" cy="256032"/>
          </a:xfrm>
          <a:prstGeom prst="rect">
            <a:avLst/>
          </a:prstGeom>
          <a:noFill/>
          <a:ln/>
        </p:spPr>
        <p:txBody>
          <a:bodyPr wrap="square" lIns="381" tIns="381" rIns="381" bIns="381" rtlCol="0" anchor="ctr">
            <a:normAutofit/>
          </a:bodyPr>
          <a:lstStyle/>
          <a:p>
            <a:pPr marL="0" indent="0" algn="ctr">
              <a:buNone/>
            </a:pPr>
            <a:r>
              <a:rPr lang="en-US" sz="900" b="1" dirty="0">
                <a:solidFill>
                  <a:srgbClr val="42E0CB"/>
                </a:solidFill>
                <a:latin typeface="Noto Sans" pitchFamily="34" charset="0"/>
                <a:ea typeface="Noto Sans" pitchFamily="34" charset="-122"/>
                <a:cs typeface="Noto Sans" pitchFamily="34" charset="-120"/>
              </a:rPr>
              <a:t>TEKS</a:t>
            </a:r>
            <a:endParaRPr lang="en-US" sz="900" dirty="0"/>
          </a:p>
        </p:txBody>
      </p:sp>
      <p:sp>
        <p:nvSpPr>
          <p:cNvPr id="17" name="Shape 15"/>
          <p:cNvSpPr/>
          <p:nvPr/>
        </p:nvSpPr>
        <p:spPr>
          <a:xfrm>
            <a:off x="4617720" y="1828800"/>
            <a:ext cx="2971800" cy="3273552"/>
          </a:xfrm>
          <a:prstGeom prst="roundRect">
            <a:avLst>
              <a:gd name="adj" fmla="val 3692"/>
            </a:avLst>
          </a:prstGeom>
          <a:solidFill>
            <a:srgbClr val="131E33"/>
          </a:solidFill>
          <a:ln w="13970">
            <a:solidFill>
              <a:srgbClr val="FFB45E"/>
            </a:solidFill>
            <a:prstDash val="solid"/>
          </a:ln>
        </p:spPr>
      </p:sp>
      <p:sp>
        <p:nvSpPr>
          <p:cNvPr id="18" name="Text 16"/>
          <p:cNvSpPr txBox="1"/>
          <p:nvPr/>
        </p:nvSpPr>
        <p:spPr>
          <a:xfrm>
            <a:off x="4846320" y="2057400"/>
            <a:ext cx="640080" cy="566928"/>
          </a:xfrm>
          <a:prstGeom prst="rect">
            <a:avLst/>
          </a:prstGeom>
          <a:noFill/>
          <a:ln/>
        </p:spPr>
        <p:txBody>
          <a:bodyPr wrap="square" lIns="381" tIns="381" rIns="381" bIns="381" rtlCol="0" anchor="ctr">
            <a:normAutofit/>
          </a:bodyPr>
          <a:lstStyle/>
          <a:p>
            <a:pPr marL="0" indent="0" algn="l">
              <a:buNone/>
            </a:pPr>
            <a:r>
              <a:rPr lang="en-US" sz="3400" b="1" dirty="0">
                <a:solidFill>
                  <a:srgbClr val="FFB45E"/>
                </a:solidFill>
                <a:latin typeface="Noto Sans" pitchFamily="34" charset="0"/>
                <a:ea typeface="Noto Sans" pitchFamily="34" charset="-122"/>
                <a:cs typeface="Noto Sans" pitchFamily="34" charset="-120"/>
              </a:rPr>
              <a:t>02</a:t>
            </a:r>
            <a:endParaRPr lang="en-US" sz="3400" dirty="0"/>
          </a:p>
        </p:txBody>
      </p:sp>
      <p:sp>
        <p:nvSpPr>
          <p:cNvPr id="19" name="Text 17"/>
          <p:cNvSpPr txBox="1"/>
          <p:nvPr/>
        </p:nvSpPr>
        <p:spPr>
          <a:xfrm>
            <a:off x="4846320" y="2761488"/>
            <a:ext cx="2514600" cy="420624"/>
          </a:xfrm>
          <a:prstGeom prst="rect">
            <a:avLst/>
          </a:prstGeom>
          <a:noFill/>
          <a:ln/>
        </p:spPr>
        <p:txBody>
          <a:bodyPr wrap="square" lIns="381" tIns="381" rIns="381" bIns="381" rtlCol="0" anchor="ctr">
            <a:normAutofit/>
          </a:bodyPr>
          <a:lstStyle/>
          <a:p>
            <a:pPr marL="0" indent="0" algn="l">
              <a:buNone/>
            </a:pPr>
            <a:r>
              <a:rPr lang="en-US" sz="2300" b="1" dirty="0">
                <a:solidFill>
                  <a:srgbClr val="F3F7FC"/>
                </a:solidFill>
                <a:latin typeface="Noto Sans" pitchFamily="34" charset="0"/>
                <a:ea typeface="Noto Sans" pitchFamily="34" charset="-122"/>
                <a:cs typeface="Noto Sans" pitchFamily="34" charset="-120"/>
              </a:rPr>
              <a:t>PROSES</a:t>
            </a:r>
            <a:endParaRPr lang="en-US" sz="2300" dirty="0"/>
          </a:p>
        </p:txBody>
      </p:sp>
      <p:sp>
        <p:nvSpPr>
          <p:cNvPr id="20" name="Text 18"/>
          <p:cNvSpPr txBox="1"/>
          <p:nvPr/>
        </p:nvSpPr>
        <p:spPr>
          <a:xfrm>
            <a:off x="4846320" y="3383280"/>
            <a:ext cx="2514600" cy="713232"/>
          </a:xfrm>
          <a:prstGeom prst="rect">
            <a:avLst/>
          </a:prstGeom>
          <a:noFill/>
          <a:ln/>
        </p:spPr>
        <p:txBody>
          <a:bodyPr wrap="square" lIns="381" tIns="381" rIns="381" bIns="381" rtlCol="0" anchor="t">
            <a:normAutofit/>
          </a:bodyPr>
          <a:lstStyle/>
          <a:p>
            <a:pPr marL="0" indent="0" algn="l">
              <a:buNone/>
            </a:pPr>
            <a:r>
              <a:rPr lang="en-US" sz="1500" dirty="0">
                <a:solidFill>
                  <a:srgbClr val="B7C4D8"/>
                </a:solidFill>
                <a:latin typeface="Noto Sans" pitchFamily="34" charset="0"/>
                <a:ea typeface="Noto Sans" pitchFamily="34" charset="-122"/>
                <a:cs typeface="Noto Sans" pitchFamily="34" charset="-120"/>
              </a:rPr>
              <a:t>Arduino Uno menjalankan</a:t>
            </a:r>
            <a:endParaRPr lang="en-US" sz="1500" dirty="0"/>
          </a:p>
          <a:p>
            <a:pPr marL="0" indent="0" algn="l">
              <a:buNone/>
            </a:pPr>
            <a:r>
              <a:rPr lang="en-US" sz="1500" dirty="0">
                <a:solidFill>
                  <a:srgbClr val="B7C4D8"/>
                </a:solidFill>
                <a:latin typeface="Noto Sans" pitchFamily="34" charset="0"/>
                <a:ea typeface="Noto Sans" pitchFamily="34" charset="-122"/>
                <a:cs typeface="Noto Sans" pitchFamily="34" charset="-120"/>
              </a:rPr>
              <a:t>program dan library.</a:t>
            </a:r>
            <a:endParaRPr lang="en-US" sz="1500" dirty="0"/>
          </a:p>
        </p:txBody>
      </p:sp>
      <p:sp>
        <p:nvSpPr>
          <p:cNvPr id="21" name="Shape 19"/>
          <p:cNvSpPr/>
          <p:nvPr/>
        </p:nvSpPr>
        <p:spPr>
          <a:xfrm>
            <a:off x="4846320" y="4434840"/>
            <a:ext cx="1097280" cy="292608"/>
          </a:xfrm>
          <a:prstGeom prst="roundRect">
            <a:avLst>
              <a:gd name="adj" fmla="val 37500"/>
            </a:avLst>
          </a:prstGeom>
          <a:solidFill>
            <a:srgbClr val="FFB45E">
              <a:alpha val="16000"/>
            </a:srgbClr>
          </a:solidFill>
          <a:ln w="10160">
            <a:solidFill>
              <a:srgbClr val="FFB45E">
                <a:alpha val="80000"/>
              </a:srgbClr>
            </a:solidFill>
            <a:prstDash val="solid"/>
          </a:ln>
        </p:spPr>
      </p:sp>
      <p:sp>
        <p:nvSpPr>
          <p:cNvPr id="22" name="Text 20"/>
          <p:cNvSpPr txBox="1"/>
          <p:nvPr/>
        </p:nvSpPr>
        <p:spPr>
          <a:xfrm>
            <a:off x="4928616" y="4448556"/>
            <a:ext cx="932688" cy="256032"/>
          </a:xfrm>
          <a:prstGeom prst="rect">
            <a:avLst/>
          </a:prstGeom>
          <a:noFill/>
          <a:ln/>
        </p:spPr>
        <p:txBody>
          <a:bodyPr wrap="square" lIns="381" tIns="381" rIns="381" bIns="381" rtlCol="0" anchor="ctr">
            <a:normAutofit/>
          </a:bodyPr>
          <a:lstStyle/>
          <a:p>
            <a:pPr marL="0" indent="0" algn="ctr">
              <a:buNone/>
            </a:pPr>
            <a:r>
              <a:rPr lang="en-US" sz="900" b="1" dirty="0">
                <a:solidFill>
                  <a:srgbClr val="FFB45E"/>
                </a:solidFill>
                <a:latin typeface="Noto Sans" pitchFamily="34" charset="0"/>
                <a:ea typeface="Noto Sans" pitchFamily="34" charset="-122"/>
                <a:cs typeface="Noto Sans" pitchFamily="34" charset="-120"/>
              </a:rPr>
              <a:t>KODE</a:t>
            </a:r>
            <a:endParaRPr lang="en-US" sz="900" dirty="0"/>
          </a:p>
        </p:txBody>
      </p:sp>
      <p:sp>
        <p:nvSpPr>
          <p:cNvPr id="23" name="Shape 21"/>
          <p:cNvSpPr/>
          <p:nvPr/>
        </p:nvSpPr>
        <p:spPr>
          <a:xfrm>
            <a:off x="8458200" y="1828800"/>
            <a:ext cx="2971800" cy="3273552"/>
          </a:xfrm>
          <a:prstGeom prst="roundRect">
            <a:avLst>
              <a:gd name="adj" fmla="val 3692"/>
            </a:avLst>
          </a:prstGeom>
          <a:solidFill>
            <a:srgbClr val="131E33"/>
          </a:solidFill>
          <a:ln w="13970">
            <a:solidFill>
              <a:srgbClr val="8FE3A1"/>
            </a:solidFill>
            <a:prstDash val="solid"/>
          </a:ln>
        </p:spPr>
      </p:sp>
      <p:sp>
        <p:nvSpPr>
          <p:cNvPr id="24" name="Text 22"/>
          <p:cNvSpPr txBox="1"/>
          <p:nvPr/>
        </p:nvSpPr>
        <p:spPr>
          <a:xfrm>
            <a:off x="8686800" y="2057400"/>
            <a:ext cx="640080" cy="566928"/>
          </a:xfrm>
          <a:prstGeom prst="rect">
            <a:avLst/>
          </a:prstGeom>
          <a:noFill/>
          <a:ln/>
        </p:spPr>
        <p:txBody>
          <a:bodyPr wrap="square" lIns="381" tIns="381" rIns="381" bIns="381" rtlCol="0" anchor="ctr">
            <a:normAutofit/>
          </a:bodyPr>
          <a:lstStyle/>
          <a:p>
            <a:pPr marL="0" indent="0" algn="l">
              <a:buNone/>
            </a:pPr>
            <a:r>
              <a:rPr lang="en-US" sz="3400" b="1" dirty="0">
                <a:solidFill>
                  <a:srgbClr val="8FE3A1"/>
                </a:solidFill>
                <a:latin typeface="Noto Sans" pitchFamily="34" charset="0"/>
                <a:ea typeface="Noto Sans" pitchFamily="34" charset="-122"/>
                <a:cs typeface="Noto Sans" pitchFamily="34" charset="-120"/>
              </a:rPr>
              <a:t>03</a:t>
            </a:r>
            <a:endParaRPr lang="en-US" sz="3400" dirty="0"/>
          </a:p>
        </p:txBody>
      </p:sp>
      <p:sp>
        <p:nvSpPr>
          <p:cNvPr id="25" name="Text 23"/>
          <p:cNvSpPr txBox="1"/>
          <p:nvPr/>
        </p:nvSpPr>
        <p:spPr>
          <a:xfrm>
            <a:off x="8686800" y="2761488"/>
            <a:ext cx="2514600" cy="420624"/>
          </a:xfrm>
          <a:prstGeom prst="rect">
            <a:avLst/>
          </a:prstGeom>
          <a:noFill/>
          <a:ln/>
        </p:spPr>
        <p:txBody>
          <a:bodyPr wrap="square" lIns="381" tIns="381" rIns="381" bIns="381" rtlCol="0" anchor="ctr">
            <a:normAutofit/>
          </a:bodyPr>
          <a:lstStyle/>
          <a:p>
            <a:pPr marL="0" indent="0" algn="l">
              <a:buNone/>
            </a:pPr>
            <a:r>
              <a:rPr lang="en-US" sz="2300" b="1" dirty="0">
                <a:solidFill>
                  <a:srgbClr val="F3F7FC"/>
                </a:solidFill>
                <a:latin typeface="Noto Sans" pitchFamily="34" charset="0"/>
                <a:ea typeface="Noto Sans" pitchFamily="34" charset="-122"/>
                <a:cs typeface="Noto Sans" pitchFamily="34" charset="-120"/>
              </a:rPr>
              <a:t>OUTPUT</a:t>
            </a:r>
            <a:endParaRPr lang="en-US" sz="2300" dirty="0"/>
          </a:p>
        </p:txBody>
      </p:sp>
      <p:sp>
        <p:nvSpPr>
          <p:cNvPr id="26" name="Text 24"/>
          <p:cNvSpPr txBox="1"/>
          <p:nvPr/>
        </p:nvSpPr>
        <p:spPr>
          <a:xfrm>
            <a:off x="8686800" y="3383280"/>
            <a:ext cx="2514600" cy="713232"/>
          </a:xfrm>
          <a:prstGeom prst="rect">
            <a:avLst/>
          </a:prstGeom>
          <a:noFill/>
          <a:ln/>
        </p:spPr>
        <p:txBody>
          <a:bodyPr wrap="square" lIns="381" tIns="381" rIns="381" bIns="381" rtlCol="0" anchor="t">
            <a:normAutofit/>
          </a:bodyPr>
          <a:lstStyle/>
          <a:p>
            <a:pPr marL="0" indent="0" algn="l">
              <a:buNone/>
            </a:pPr>
            <a:r>
              <a:rPr lang="en-US" sz="1500" dirty="0">
                <a:solidFill>
                  <a:srgbClr val="B7C4D8"/>
                </a:solidFill>
                <a:latin typeface="Noto Sans" pitchFamily="34" charset="0"/>
                <a:ea typeface="Noto Sans" pitchFamily="34" charset="-122"/>
                <a:cs typeface="Noto Sans" pitchFamily="34" charset="-120"/>
              </a:rPr>
              <a:t>Tulisan bergerak pada</a:t>
            </a:r>
            <a:endParaRPr lang="en-US" sz="1500" dirty="0"/>
          </a:p>
          <a:p>
            <a:pPr marL="0" indent="0" algn="l">
              <a:buNone/>
            </a:pPr>
            <a:r>
              <a:rPr lang="en-US" sz="1500" dirty="0">
                <a:solidFill>
                  <a:srgbClr val="B7C4D8"/>
                </a:solidFill>
                <a:latin typeface="Noto Sans" pitchFamily="34" charset="0"/>
                <a:ea typeface="Noto Sans" pitchFamily="34" charset="-122"/>
                <a:cs typeface="Noto Sans" pitchFamily="34" charset="-120"/>
              </a:rPr>
              <a:t>LED Matrix.</a:t>
            </a:r>
            <a:endParaRPr lang="en-US" sz="1500" dirty="0"/>
          </a:p>
        </p:txBody>
      </p:sp>
      <p:sp>
        <p:nvSpPr>
          <p:cNvPr id="27" name="Shape 25"/>
          <p:cNvSpPr/>
          <p:nvPr/>
        </p:nvSpPr>
        <p:spPr>
          <a:xfrm>
            <a:off x="8686800" y="4434840"/>
            <a:ext cx="1097280" cy="292608"/>
          </a:xfrm>
          <a:prstGeom prst="roundRect">
            <a:avLst>
              <a:gd name="adj" fmla="val 37500"/>
            </a:avLst>
          </a:prstGeom>
          <a:solidFill>
            <a:srgbClr val="8FE3A1">
              <a:alpha val="16000"/>
            </a:srgbClr>
          </a:solidFill>
          <a:ln w="10160">
            <a:solidFill>
              <a:srgbClr val="8FE3A1">
                <a:alpha val="80000"/>
              </a:srgbClr>
            </a:solidFill>
            <a:prstDash val="solid"/>
          </a:ln>
        </p:spPr>
      </p:sp>
      <p:sp>
        <p:nvSpPr>
          <p:cNvPr id="28" name="Text 26"/>
          <p:cNvSpPr txBox="1"/>
          <p:nvPr/>
        </p:nvSpPr>
        <p:spPr>
          <a:xfrm>
            <a:off x="8769096" y="4448556"/>
            <a:ext cx="932688" cy="256032"/>
          </a:xfrm>
          <a:prstGeom prst="rect">
            <a:avLst/>
          </a:prstGeom>
          <a:noFill/>
          <a:ln/>
        </p:spPr>
        <p:txBody>
          <a:bodyPr wrap="square" lIns="381" tIns="381" rIns="381" bIns="381" rtlCol="0" anchor="ctr">
            <a:normAutofit/>
          </a:bodyPr>
          <a:lstStyle/>
          <a:p>
            <a:pPr marL="0" indent="0" algn="ctr">
              <a:buNone/>
            </a:pPr>
            <a:r>
              <a:rPr lang="en-US" sz="900" b="1" dirty="0">
                <a:solidFill>
                  <a:srgbClr val="8FE3A1"/>
                </a:solidFill>
                <a:latin typeface="Noto Sans" pitchFamily="34" charset="0"/>
                <a:ea typeface="Noto Sans" pitchFamily="34" charset="-122"/>
                <a:cs typeface="Noto Sans" pitchFamily="34" charset="-120"/>
              </a:rPr>
              <a:t>LED</a:t>
            </a:r>
            <a:endParaRPr lang="en-US" sz="900" dirty="0"/>
          </a:p>
        </p:txBody>
      </p:sp>
      <p:sp>
        <p:nvSpPr>
          <p:cNvPr id="29" name="Shape 27"/>
          <p:cNvSpPr/>
          <p:nvPr/>
        </p:nvSpPr>
        <p:spPr>
          <a:xfrm>
            <a:off x="3822192" y="3447288"/>
            <a:ext cx="658368" cy="0"/>
          </a:xfrm>
          <a:prstGeom prst="line">
            <a:avLst/>
          </a:prstGeom>
          <a:noFill/>
          <a:ln w="25400">
            <a:solidFill>
              <a:srgbClr val="42E0CB"/>
            </a:solidFill>
            <a:prstDash val="solid"/>
            <a:headEnd type="none"/>
            <a:tailEnd type="none"/>
          </a:ln>
        </p:spPr>
      </p:sp>
      <p:sp>
        <p:nvSpPr>
          <p:cNvPr id="30" name="Shape 28"/>
          <p:cNvSpPr/>
          <p:nvPr/>
        </p:nvSpPr>
        <p:spPr>
          <a:xfrm>
            <a:off x="7671816" y="3447288"/>
            <a:ext cx="649224" cy="0"/>
          </a:xfrm>
          <a:prstGeom prst="line">
            <a:avLst/>
          </a:prstGeom>
          <a:noFill/>
          <a:ln w="25400">
            <a:solidFill>
              <a:srgbClr val="FFB45E"/>
            </a:solidFill>
            <a:prstDash val="solid"/>
            <a:headEnd type="none"/>
            <a:tailEnd type="none"/>
          </a:ln>
        </p:spPr>
      </p:sp>
      <p:sp>
        <p:nvSpPr>
          <p:cNvPr id="31" name="Text 29"/>
          <p:cNvSpPr txBox="1"/>
          <p:nvPr/>
        </p:nvSpPr>
        <p:spPr>
          <a:xfrm>
            <a:off x="1097280" y="5577840"/>
            <a:ext cx="9875520" cy="347472"/>
          </a:xfrm>
          <a:prstGeom prst="rect">
            <a:avLst/>
          </a:prstGeom>
          <a:noFill/>
          <a:ln/>
        </p:spPr>
        <p:txBody>
          <a:bodyPr wrap="square" lIns="381" tIns="381" rIns="381" bIns="381" rtlCol="0" anchor="ctr">
            <a:normAutofit/>
          </a:bodyPr>
          <a:lstStyle/>
          <a:p>
            <a:pPr marL="0" indent="0" algn="ctr">
              <a:buNone/>
            </a:pPr>
            <a:r>
              <a:rPr lang="en-US" sz="1500" b="1" dirty="0">
                <a:solidFill>
                  <a:srgbClr val="A4F5E8"/>
                </a:solidFill>
                <a:latin typeface="Noto Sans" pitchFamily="34" charset="0"/>
                <a:ea typeface="Noto Sans" pitchFamily="34" charset="-122"/>
                <a:cs typeface="Noto Sans" pitchFamily="34" charset="-120"/>
              </a:rPr>
              <a:t>Perangkat output menampilkan hasil dari program — bukan bergerak dengan sendirinya.</a:t>
            </a:r>
            <a:endParaRPr lang="en-US" sz="1500" dirty="0"/>
          </a:p>
        </p:txBody>
      </p:sp>
      <p:sp>
        <p:nvSpPr>
          <p:cNvPr id="32"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PERANGKAT OUTPUT</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LED Matrix 8×8 dan MAX7219</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Susunan LED membentuk karakter melalui pola nyala tertentu.</a:t>
            </a:r>
            <a:endParaRPr lang="en-US" sz="1100" dirty="0"/>
          </a:p>
        </p:txBody>
      </p:sp>
      <p:sp>
        <p:nvSpPr>
          <p:cNvPr id="11" name="Shape 9"/>
          <p:cNvSpPr/>
          <p:nvPr/>
        </p:nvSpPr>
        <p:spPr>
          <a:xfrm>
            <a:off x="713232" y="1618488"/>
            <a:ext cx="3657600" cy="4416552"/>
          </a:xfrm>
          <a:prstGeom prst="roundRect">
            <a:avLst>
              <a:gd name="adj" fmla="val 3000"/>
            </a:avLst>
          </a:prstGeom>
          <a:solidFill>
            <a:srgbClr val="131E33"/>
          </a:solidFill>
          <a:ln w="10160">
            <a:solidFill>
              <a:srgbClr val="2A3A54"/>
            </a:solidFill>
            <a:prstDash val="solid"/>
          </a:ln>
        </p:spPr>
      </p:sp>
      <p:sp>
        <p:nvSpPr>
          <p:cNvPr id="12" name="Text 10"/>
          <p:cNvSpPr txBox="1"/>
          <p:nvPr/>
        </p:nvSpPr>
        <p:spPr>
          <a:xfrm>
            <a:off x="969264" y="1847088"/>
            <a:ext cx="2926080" cy="347472"/>
          </a:xfrm>
          <a:prstGeom prst="rect">
            <a:avLst/>
          </a:prstGeom>
          <a:noFill/>
          <a:ln/>
        </p:spPr>
        <p:txBody>
          <a:bodyPr wrap="square" lIns="381" tIns="381" rIns="381" bIns="381" rtlCol="0" anchor="ctr">
            <a:normAutofit/>
          </a:bodyPr>
          <a:lstStyle/>
          <a:p>
            <a:pPr marL="0" indent="0" algn="l">
              <a:buNone/>
            </a:pPr>
            <a:r>
              <a:rPr lang="en-US" sz="1800" b="1" dirty="0">
                <a:solidFill>
                  <a:srgbClr val="42E0CB"/>
                </a:solidFill>
                <a:latin typeface="Noto Sans" pitchFamily="34" charset="0"/>
                <a:ea typeface="Noto Sans" pitchFamily="34" charset="-122"/>
                <a:cs typeface="Noto Sans" pitchFamily="34" charset="-120"/>
              </a:rPr>
              <a:t>LED MATRIX 8×8</a:t>
            </a:r>
            <a:endParaRPr lang="en-US" sz="1800" dirty="0"/>
          </a:p>
        </p:txBody>
      </p:sp>
      <p:sp>
        <p:nvSpPr>
          <p:cNvPr id="13" name="Shape 11"/>
          <p:cNvSpPr/>
          <p:nvPr/>
        </p:nvSpPr>
        <p:spPr>
          <a:xfrm>
            <a:off x="1143000" y="2395728"/>
            <a:ext cx="256032" cy="256032"/>
          </a:xfrm>
          <a:prstGeom prst="ellipse">
            <a:avLst/>
          </a:prstGeom>
          <a:solidFill>
            <a:srgbClr val="26364E">
              <a:alpha val="84000"/>
            </a:srgbClr>
          </a:solidFill>
          <a:ln w="3810">
            <a:solidFill>
              <a:srgbClr val="26364E">
                <a:alpha val="0"/>
              </a:srgbClr>
            </a:solidFill>
            <a:prstDash val="solid"/>
          </a:ln>
        </p:spPr>
      </p:sp>
      <p:sp>
        <p:nvSpPr>
          <p:cNvPr id="14" name="Shape 12"/>
          <p:cNvSpPr/>
          <p:nvPr/>
        </p:nvSpPr>
        <p:spPr>
          <a:xfrm>
            <a:off x="1490472" y="2395728"/>
            <a:ext cx="256032" cy="256032"/>
          </a:xfrm>
          <a:prstGeom prst="ellipse">
            <a:avLst/>
          </a:prstGeom>
          <a:solidFill>
            <a:srgbClr val="42E0CB"/>
          </a:solidFill>
          <a:ln w="3810">
            <a:solidFill>
              <a:srgbClr val="42E0CB">
                <a:alpha val="0"/>
              </a:srgbClr>
            </a:solidFill>
            <a:prstDash val="solid"/>
          </a:ln>
        </p:spPr>
      </p:sp>
      <p:sp>
        <p:nvSpPr>
          <p:cNvPr id="15" name="Shape 13"/>
          <p:cNvSpPr/>
          <p:nvPr/>
        </p:nvSpPr>
        <p:spPr>
          <a:xfrm>
            <a:off x="1837944" y="2395728"/>
            <a:ext cx="256032" cy="256032"/>
          </a:xfrm>
          <a:prstGeom prst="ellipse">
            <a:avLst/>
          </a:prstGeom>
          <a:solidFill>
            <a:srgbClr val="26364E">
              <a:alpha val="84000"/>
            </a:srgbClr>
          </a:solidFill>
          <a:ln w="3810">
            <a:solidFill>
              <a:srgbClr val="26364E">
                <a:alpha val="0"/>
              </a:srgbClr>
            </a:solidFill>
            <a:prstDash val="solid"/>
          </a:ln>
        </p:spPr>
      </p:sp>
      <p:sp>
        <p:nvSpPr>
          <p:cNvPr id="16" name="Shape 14"/>
          <p:cNvSpPr/>
          <p:nvPr/>
        </p:nvSpPr>
        <p:spPr>
          <a:xfrm>
            <a:off x="2185416" y="2395728"/>
            <a:ext cx="256032" cy="256032"/>
          </a:xfrm>
          <a:prstGeom prst="ellipse">
            <a:avLst/>
          </a:prstGeom>
          <a:solidFill>
            <a:srgbClr val="26364E">
              <a:alpha val="84000"/>
            </a:srgbClr>
          </a:solidFill>
          <a:ln w="3810">
            <a:solidFill>
              <a:srgbClr val="26364E">
                <a:alpha val="0"/>
              </a:srgbClr>
            </a:solidFill>
            <a:prstDash val="solid"/>
          </a:ln>
        </p:spPr>
      </p:sp>
      <p:sp>
        <p:nvSpPr>
          <p:cNvPr id="17" name="Shape 15"/>
          <p:cNvSpPr/>
          <p:nvPr/>
        </p:nvSpPr>
        <p:spPr>
          <a:xfrm>
            <a:off x="2532888" y="2395728"/>
            <a:ext cx="256032" cy="256032"/>
          </a:xfrm>
          <a:prstGeom prst="ellipse">
            <a:avLst/>
          </a:prstGeom>
          <a:solidFill>
            <a:srgbClr val="26364E">
              <a:alpha val="84000"/>
            </a:srgbClr>
          </a:solidFill>
          <a:ln w="3810">
            <a:solidFill>
              <a:srgbClr val="26364E">
                <a:alpha val="0"/>
              </a:srgbClr>
            </a:solidFill>
            <a:prstDash val="solid"/>
          </a:ln>
        </p:spPr>
      </p:sp>
      <p:sp>
        <p:nvSpPr>
          <p:cNvPr id="18" name="Shape 16"/>
          <p:cNvSpPr/>
          <p:nvPr/>
        </p:nvSpPr>
        <p:spPr>
          <a:xfrm>
            <a:off x="2880360" y="2395728"/>
            <a:ext cx="256032" cy="256032"/>
          </a:xfrm>
          <a:prstGeom prst="ellipse">
            <a:avLst/>
          </a:prstGeom>
          <a:solidFill>
            <a:srgbClr val="26364E">
              <a:alpha val="84000"/>
            </a:srgbClr>
          </a:solidFill>
          <a:ln w="3810">
            <a:solidFill>
              <a:srgbClr val="26364E">
                <a:alpha val="0"/>
              </a:srgbClr>
            </a:solidFill>
            <a:prstDash val="solid"/>
          </a:ln>
        </p:spPr>
      </p:sp>
      <p:sp>
        <p:nvSpPr>
          <p:cNvPr id="19" name="Shape 17"/>
          <p:cNvSpPr/>
          <p:nvPr/>
        </p:nvSpPr>
        <p:spPr>
          <a:xfrm>
            <a:off x="3227832" y="2395728"/>
            <a:ext cx="256032" cy="256032"/>
          </a:xfrm>
          <a:prstGeom prst="ellipse">
            <a:avLst/>
          </a:prstGeom>
          <a:solidFill>
            <a:srgbClr val="42E0CB"/>
          </a:solidFill>
          <a:ln w="3810">
            <a:solidFill>
              <a:srgbClr val="42E0CB">
                <a:alpha val="0"/>
              </a:srgbClr>
            </a:solidFill>
            <a:prstDash val="solid"/>
          </a:ln>
        </p:spPr>
      </p:sp>
      <p:sp>
        <p:nvSpPr>
          <p:cNvPr id="20" name="Shape 18"/>
          <p:cNvSpPr/>
          <p:nvPr/>
        </p:nvSpPr>
        <p:spPr>
          <a:xfrm>
            <a:off x="3575304" y="2395728"/>
            <a:ext cx="256032" cy="256032"/>
          </a:xfrm>
          <a:prstGeom prst="ellipse">
            <a:avLst/>
          </a:prstGeom>
          <a:solidFill>
            <a:srgbClr val="26364E">
              <a:alpha val="84000"/>
            </a:srgbClr>
          </a:solidFill>
          <a:ln w="3810">
            <a:solidFill>
              <a:srgbClr val="26364E">
                <a:alpha val="0"/>
              </a:srgbClr>
            </a:solidFill>
            <a:prstDash val="solid"/>
          </a:ln>
        </p:spPr>
      </p:sp>
      <p:sp>
        <p:nvSpPr>
          <p:cNvPr id="21" name="Shape 19"/>
          <p:cNvSpPr/>
          <p:nvPr/>
        </p:nvSpPr>
        <p:spPr>
          <a:xfrm>
            <a:off x="1143000" y="2743200"/>
            <a:ext cx="256032" cy="256032"/>
          </a:xfrm>
          <a:prstGeom prst="ellipse">
            <a:avLst/>
          </a:prstGeom>
          <a:solidFill>
            <a:srgbClr val="26364E">
              <a:alpha val="84000"/>
            </a:srgbClr>
          </a:solidFill>
          <a:ln w="3810">
            <a:solidFill>
              <a:srgbClr val="26364E">
                <a:alpha val="0"/>
              </a:srgbClr>
            </a:solidFill>
            <a:prstDash val="solid"/>
          </a:ln>
        </p:spPr>
      </p:sp>
      <p:sp>
        <p:nvSpPr>
          <p:cNvPr id="22" name="Shape 20"/>
          <p:cNvSpPr/>
          <p:nvPr/>
        </p:nvSpPr>
        <p:spPr>
          <a:xfrm>
            <a:off x="1490472" y="2743200"/>
            <a:ext cx="256032" cy="256032"/>
          </a:xfrm>
          <a:prstGeom prst="ellipse">
            <a:avLst/>
          </a:prstGeom>
          <a:solidFill>
            <a:srgbClr val="42E0CB"/>
          </a:solidFill>
          <a:ln w="3810">
            <a:solidFill>
              <a:srgbClr val="42E0CB">
                <a:alpha val="0"/>
              </a:srgbClr>
            </a:solidFill>
            <a:prstDash val="solid"/>
          </a:ln>
        </p:spPr>
      </p:sp>
      <p:sp>
        <p:nvSpPr>
          <p:cNvPr id="23" name="Shape 21"/>
          <p:cNvSpPr/>
          <p:nvPr/>
        </p:nvSpPr>
        <p:spPr>
          <a:xfrm>
            <a:off x="1837944" y="2743200"/>
            <a:ext cx="256032" cy="256032"/>
          </a:xfrm>
          <a:prstGeom prst="ellipse">
            <a:avLst/>
          </a:prstGeom>
          <a:solidFill>
            <a:srgbClr val="26364E">
              <a:alpha val="84000"/>
            </a:srgbClr>
          </a:solidFill>
          <a:ln w="3810">
            <a:solidFill>
              <a:srgbClr val="26364E">
                <a:alpha val="0"/>
              </a:srgbClr>
            </a:solidFill>
            <a:prstDash val="solid"/>
          </a:ln>
        </p:spPr>
      </p:sp>
      <p:sp>
        <p:nvSpPr>
          <p:cNvPr id="24" name="Shape 22"/>
          <p:cNvSpPr/>
          <p:nvPr/>
        </p:nvSpPr>
        <p:spPr>
          <a:xfrm>
            <a:off x="2185416" y="2743200"/>
            <a:ext cx="256032" cy="256032"/>
          </a:xfrm>
          <a:prstGeom prst="ellipse">
            <a:avLst/>
          </a:prstGeom>
          <a:solidFill>
            <a:srgbClr val="26364E">
              <a:alpha val="84000"/>
            </a:srgbClr>
          </a:solidFill>
          <a:ln w="3810">
            <a:solidFill>
              <a:srgbClr val="26364E">
                <a:alpha val="0"/>
              </a:srgbClr>
            </a:solidFill>
            <a:prstDash val="solid"/>
          </a:ln>
        </p:spPr>
      </p:sp>
      <p:sp>
        <p:nvSpPr>
          <p:cNvPr id="25" name="Shape 23"/>
          <p:cNvSpPr/>
          <p:nvPr/>
        </p:nvSpPr>
        <p:spPr>
          <a:xfrm>
            <a:off x="2532888" y="2743200"/>
            <a:ext cx="256032" cy="256032"/>
          </a:xfrm>
          <a:prstGeom prst="ellipse">
            <a:avLst/>
          </a:prstGeom>
          <a:solidFill>
            <a:srgbClr val="26364E">
              <a:alpha val="84000"/>
            </a:srgbClr>
          </a:solidFill>
          <a:ln w="3810">
            <a:solidFill>
              <a:srgbClr val="26364E">
                <a:alpha val="0"/>
              </a:srgbClr>
            </a:solidFill>
            <a:prstDash val="solid"/>
          </a:ln>
        </p:spPr>
      </p:sp>
      <p:sp>
        <p:nvSpPr>
          <p:cNvPr id="26" name="Shape 24"/>
          <p:cNvSpPr/>
          <p:nvPr/>
        </p:nvSpPr>
        <p:spPr>
          <a:xfrm>
            <a:off x="2880360" y="2743200"/>
            <a:ext cx="256032" cy="256032"/>
          </a:xfrm>
          <a:prstGeom prst="ellipse">
            <a:avLst/>
          </a:prstGeom>
          <a:solidFill>
            <a:srgbClr val="26364E">
              <a:alpha val="84000"/>
            </a:srgbClr>
          </a:solidFill>
          <a:ln w="3810">
            <a:solidFill>
              <a:srgbClr val="26364E">
                <a:alpha val="0"/>
              </a:srgbClr>
            </a:solidFill>
            <a:prstDash val="solid"/>
          </a:ln>
        </p:spPr>
      </p:sp>
      <p:sp>
        <p:nvSpPr>
          <p:cNvPr id="27" name="Shape 25"/>
          <p:cNvSpPr/>
          <p:nvPr/>
        </p:nvSpPr>
        <p:spPr>
          <a:xfrm>
            <a:off x="3227832" y="2743200"/>
            <a:ext cx="256032" cy="256032"/>
          </a:xfrm>
          <a:prstGeom prst="ellipse">
            <a:avLst/>
          </a:prstGeom>
          <a:solidFill>
            <a:srgbClr val="42E0CB"/>
          </a:solidFill>
          <a:ln w="3810">
            <a:solidFill>
              <a:srgbClr val="42E0CB">
                <a:alpha val="0"/>
              </a:srgbClr>
            </a:solidFill>
            <a:prstDash val="solid"/>
          </a:ln>
        </p:spPr>
      </p:sp>
      <p:sp>
        <p:nvSpPr>
          <p:cNvPr id="28" name="Shape 26"/>
          <p:cNvSpPr/>
          <p:nvPr/>
        </p:nvSpPr>
        <p:spPr>
          <a:xfrm>
            <a:off x="3575304" y="2743200"/>
            <a:ext cx="256032" cy="256032"/>
          </a:xfrm>
          <a:prstGeom prst="ellipse">
            <a:avLst/>
          </a:prstGeom>
          <a:solidFill>
            <a:srgbClr val="26364E">
              <a:alpha val="84000"/>
            </a:srgbClr>
          </a:solidFill>
          <a:ln w="3810">
            <a:solidFill>
              <a:srgbClr val="26364E">
                <a:alpha val="0"/>
              </a:srgbClr>
            </a:solidFill>
            <a:prstDash val="solid"/>
          </a:ln>
        </p:spPr>
      </p:sp>
      <p:sp>
        <p:nvSpPr>
          <p:cNvPr id="29" name="Shape 27"/>
          <p:cNvSpPr/>
          <p:nvPr/>
        </p:nvSpPr>
        <p:spPr>
          <a:xfrm>
            <a:off x="1143000" y="3090672"/>
            <a:ext cx="256032" cy="256032"/>
          </a:xfrm>
          <a:prstGeom prst="ellipse">
            <a:avLst/>
          </a:prstGeom>
          <a:solidFill>
            <a:srgbClr val="26364E">
              <a:alpha val="84000"/>
            </a:srgbClr>
          </a:solidFill>
          <a:ln w="3810">
            <a:solidFill>
              <a:srgbClr val="26364E">
                <a:alpha val="0"/>
              </a:srgbClr>
            </a:solidFill>
            <a:prstDash val="solid"/>
          </a:ln>
        </p:spPr>
      </p:sp>
      <p:sp>
        <p:nvSpPr>
          <p:cNvPr id="30" name="Shape 28"/>
          <p:cNvSpPr/>
          <p:nvPr/>
        </p:nvSpPr>
        <p:spPr>
          <a:xfrm>
            <a:off x="1490472" y="3090672"/>
            <a:ext cx="256032" cy="256032"/>
          </a:xfrm>
          <a:prstGeom prst="ellipse">
            <a:avLst/>
          </a:prstGeom>
          <a:solidFill>
            <a:srgbClr val="42E0CB"/>
          </a:solidFill>
          <a:ln w="3810">
            <a:solidFill>
              <a:srgbClr val="42E0CB">
                <a:alpha val="0"/>
              </a:srgbClr>
            </a:solidFill>
            <a:prstDash val="solid"/>
          </a:ln>
        </p:spPr>
      </p:sp>
      <p:sp>
        <p:nvSpPr>
          <p:cNvPr id="31" name="Shape 29"/>
          <p:cNvSpPr/>
          <p:nvPr/>
        </p:nvSpPr>
        <p:spPr>
          <a:xfrm>
            <a:off x="1837944" y="3090672"/>
            <a:ext cx="256032" cy="256032"/>
          </a:xfrm>
          <a:prstGeom prst="ellipse">
            <a:avLst/>
          </a:prstGeom>
          <a:solidFill>
            <a:srgbClr val="26364E">
              <a:alpha val="84000"/>
            </a:srgbClr>
          </a:solidFill>
          <a:ln w="3810">
            <a:solidFill>
              <a:srgbClr val="26364E">
                <a:alpha val="0"/>
              </a:srgbClr>
            </a:solidFill>
            <a:prstDash val="solid"/>
          </a:ln>
        </p:spPr>
      </p:sp>
      <p:sp>
        <p:nvSpPr>
          <p:cNvPr id="32" name="Shape 30"/>
          <p:cNvSpPr/>
          <p:nvPr/>
        </p:nvSpPr>
        <p:spPr>
          <a:xfrm>
            <a:off x="2185416" y="3090672"/>
            <a:ext cx="256032" cy="256032"/>
          </a:xfrm>
          <a:prstGeom prst="ellipse">
            <a:avLst/>
          </a:prstGeom>
          <a:solidFill>
            <a:srgbClr val="26364E">
              <a:alpha val="84000"/>
            </a:srgbClr>
          </a:solidFill>
          <a:ln w="3810">
            <a:solidFill>
              <a:srgbClr val="26364E">
                <a:alpha val="0"/>
              </a:srgbClr>
            </a:solidFill>
            <a:prstDash val="solid"/>
          </a:ln>
        </p:spPr>
      </p:sp>
      <p:sp>
        <p:nvSpPr>
          <p:cNvPr id="33" name="Shape 31"/>
          <p:cNvSpPr/>
          <p:nvPr/>
        </p:nvSpPr>
        <p:spPr>
          <a:xfrm>
            <a:off x="2532888" y="3090672"/>
            <a:ext cx="256032" cy="256032"/>
          </a:xfrm>
          <a:prstGeom prst="ellipse">
            <a:avLst/>
          </a:prstGeom>
          <a:solidFill>
            <a:srgbClr val="26364E">
              <a:alpha val="84000"/>
            </a:srgbClr>
          </a:solidFill>
          <a:ln w="3810">
            <a:solidFill>
              <a:srgbClr val="26364E">
                <a:alpha val="0"/>
              </a:srgbClr>
            </a:solidFill>
            <a:prstDash val="solid"/>
          </a:ln>
        </p:spPr>
      </p:sp>
      <p:sp>
        <p:nvSpPr>
          <p:cNvPr id="34" name="Shape 32"/>
          <p:cNvSpPr/>
          <p:nvPr/>
        </p:nvSpPr>
        <p:spPr>
          <a:xfrm>
            <a:off x="2880360" y="3090672"/>
            <a:ext cx="256032" cy="256032"/>
          </a:xfrm>
          <a:prstGeom prst="ellipse">
            <a:avLst/>
          </a:prstGeom>
          <a:solidFill>
            <a:srgbClr val="26364E">
              <a:alpha val="84000"/>
            </a:srgbClr>
          </a:solidFill>
          <a:ln w="3810">
            <a:solidFill>
              <a:srgbClr val="26364E">
                <a:alpha val="0"/>
              </a:srgbClr>
            </a:solidFill>
            <a:prstDash val="solid"/>
          </a:ln>
        </p:spPr>
      </p:sp>
      <p:sp>
        <p:nvSpPr>
          <p:cNvPr id="35" name="Shape 33"/>
          <p:cNvSpPr/>
          <p:nvPr/>
        </p:nvSpPr>
        <p:spPr>
          <a:xfrm>
            <a:off x="3227832" y="3090672"/>
            <a:ext cx="256032" cy="256032"/>
          </a:xfrm>
          <a:prstGeom prst="ellipse">
            <a:avLst/>
          </a:prstGeom>
          <a:solidFill>
            <a:srgbClr val="42E0CB"/>
          </a:solidFill>
          <a:ln w="3810">
            <a:solidFill>
              <a:srgbClr val="42E0CB">
                <a:alpha val="0"/>
              </a:srgbClr>
            </a:solidFill>
            <a:prstDash val="solid"/>
          </a:ln>
        </p:spPr>
      </p:sp>
      <p:sp>
        <p:nvSpPr>
          <p:cNvPr id="36" name="Shape 34"/>
          <p:cNvSpPr/>
          <p:nvPr/>
        </p:nvSpPr>
        <p:spPr>
          <a:xfrm>
            <a:off x="3575304" y="3090672"/>
            <a:ext cx="256032" cy="256032"/>
          </a:xfrm>
          <a:prstGeom prst="ellipse">
            <a:avLst/>
          </a:prstGeom>
          <a:solidFill>
            <a:srgbClr val="26364E">
              <a:alpha val="84000"/>
            </a:srgbClr>
          </a:solidFill>
          <a:ln w="3810">
            <a:solidFill>
              <a:srgbClr val="26364E">
                <a:alpha val="0"/>
              </a:srgbClr>
            </a:solidFill>
            <a:prstDash val="solid"/>
          </a:ln>
        </p:spPr>
      </p:sp>
      <p:sp>
        <p:nvSpPr>
          <p:cNvPr id="37" name="Shape 35"/>
          <p:cNvSpPr/>
          <p:nvPr/>
        </p:nvSpPr>
        <p:spPr>
          <a:xfrm>
            <a:off x="1143000" y="3438144"/>
            <a:ext cx="256032" cy="256032"/>
          </a:xfrm>
          <a:prstGeom prst="ellipse">
            <a:avLst/>
          </a:prstGeom>
          <a:solidFill>
            <a:srgbClr val="42E0CB"/>
          </a:solidFill>
          <a:ln w="3810">
            <a:solidFill>
              <a:srgbClr val="42E0CB">
                <a:alpha val="0"/>
              </a:srgbClr>
            </a:solidFill>
            <a:prstDash val="solid"/>
          </a:ln>
        </p:spPr>
      </p:sp>
      <p:sp>
        <p:nvSpPr>
          <p:cNvPr id="38" name="Shape 36"/>
          <p:cNvSpPr/>
          <p:nvPr/>
        </p:nvSpPr>
        <p:spPr>
          <a:xfrm>
            <a:off x="1490472" y="3438144"/>
            <a:ext cx="256032" cy="256032"/>
          </a:xfrm>
          <a:prstGeom prst="ellipse">
            <a:avLst/>
          </a:prstGeom>
          <a:solidFill>
            <a:srgbClr val="42E0CB"/>
          </a:solidFill>
          <a:ln w="3810">
            <a:solidFill>
              <a:srgbClr val="42E0CB">
                <a:alpha val="0"/>
              </a:srgbClr>
            </a:solidFill>
            <a:prstDash val="solid"/>
          </a:ln>
        </p:spPr>
      </p:sp>
      <p:sp>
        <p:nvSpPr>
          <p:cNvPr id="39" name="Shape 37"/>
          <p:cNvSpPr/>
          <p:nvPr/>
        </p:nvSpPr>
        <p:spPr>
          <a:xfrm>
            <a:off x="1837944" y="3438144"/>
            <a:ext cx="256032" cy="256032"/>
          </a:xfrm>
          <a:prstGeom prst="ellipse">
            <a:avLst/>
          </a:prstGeom>
          <a:solidFill>
            <a:srgbClr val="42E0CB"/>
          </a:solidFill>
          <a:ln w="3810">
            <a:solidFill>
              <a:srgbClr val="42E0CB">
                <a:alpha val="0"/>
              </a:srgbClr>
            </a:solidFill>
            <a:prstDash val="solid"/>
          </a:ln>
        </p:spPr>
      </p:sp>
      <p:sp>
        <p:nvSpPr>
          <p:cNvPr id="40" name="Shape 38"/>
          <p:cNvSpPr/>
          <p:nvPr/>
        </p:nvSpPr>
        <p:spPr>
          <a:xfrm>
            <a:off x="2185416" y="3438144"/>
            <a:ext cx="256032" cy="256032"/>
          </a:xfrm>
          <a:prstGeom prst="ellipse">
            <a:avLst/>
          </a:prstGeom>
          <a:solidFill>
            <a:srgbClr val="42E0CB"/>
          </a:solidFill>
          <a:ln w="3810">
            <a:solidFill>
              <a:srgbClr val="42E0CB">
                <a:alpha val="0"/>
              </a:srgbClr>
            </a:solidFill>
            <a:prstDash val="solid"/>
          </a:ln>
        </p:spPr>
      </p:sp>
      <p:sp>
        <p:nvSpPr>
          <p:cNvPr id="41" name="Shape 39"/>
          <p:cNvSpPr/>
          <p:nvPr/>
        </p:nvSpPr>
        <p:spPr>
          <a:xfrm>
            <a:off x="2532888" y="3438144"/>
            <a:ext cx="256032" cy="256032"/>
          </a:xfrm>
          <a:prstGeom prst="ellipse">
            <a:avLst/>
          </a:prstGeom>
          <a:solidFill>
            <a:srgbClr val="42E0CB"/>
          </a:solidFill>
          <a:ln w="3810">
            <a:solidFill>
              <a:srgbClr val="42E0CB">
                <a:alpha val="0"/>
              </a:srgbClr>
            </a:solidFill>
            <a:prstDash val="solid"/>
          </a:ln>
        </p:spPr>
      </p:sp>
      <p:sp>
        <p:nvSpPr>
          <p:cNvPr id="42" name="Shape 40"/>
          <p:cNvSpPr/>
          <p:nvPr/>
        </p:nvSpPr>
        <p:spPr>
          <a:xfrm>
            <a:off x="2880360" y="3438144"/>
            <a:ext cx="256032" cy="256032"/>
          </a:xfrm>
          <a:prstGeom prst="ellipse">
            <a:avLst/>
          </a:prstGeom>
          <a:solidFill>
            <a:srgbClr val="42E0CB"/>
          </a:solidFill>
          <a:ln w="3810">
            <a:solidFill>
              <a:srgbClr val="42E0CB">
                <a:alpha val="0"/>
              </a:srgbClr>
            </a:solidFill>
            <a:prstDash val="solid"/>
          </a:ln>
        </p:spPr>
      </p:sp>
      <p:sp>
        <p:nvSpPr>
          <p:cNvPr id="43" name="Shape 41"/>
          <p:cNvSpPr/>
          <p:nvPr/>
        </p:nvSpPr>
        <p:spPr>
          <a:xfrm>
            <a:off x="3227832" y="3438144"/>
            <a:ext cx="256032" cy="256032"/>
          </a:xfrm>
          <a:prstGeom prst="ellipse">
            <a:avLst/>
          </a:prstGeom>
          <a:solidFill>
            <a:srgbClr val="42E0CB"/>
          </a:solidFill>
          <a:ln w="3810">
            <a:solidFill>
              <a:srgbClr val="42E0CB">
                <a:alpha val="0"/>
              </a:srgbClr>
            </a:solidFill>
            <a:prstDash val="solid"/>
          </a:ln>
        </p:spPr>
      </p:sp>
      <p:sp>
        <p:nvSpPr>
          <p:cNvPr id="44" name="Shape 42"/>
          <p:cNvSpPr/>
          <p:nvPr/>
        </p:nvSpPr>
        <p:spPr>
          <a:xfrm>
            <a:off x="3575304" y="3438144"/>
            <a:ext cx="256032" cy="256032"/>
          </a:xfrm>
          <a:prstGeom prst="ellipse">
            <a:avLst/>
          </a:prstGeom>
          <a:solidFill>
            <a:srgbClr val="42E0CB"/>
          </a:solidFill>
          <a:ln w="3810">
            <a:solidFill>
              <a:srgbClr val="42E0CB">
                <a:alpha val="0"/>
              </a:srgbClr>
            </a:solidFill>
            <a:prstDash val="solid"/>
          </a:ln>
        </p:spPr>
      </p:sp>
      <p:sp>
        <p:nvSpPr>
          <p:cNvPr id="45" name="Shape 43"/>
          <p:cNvSpPr/>
          <p:nvPr/>
        </p:nvSpPr>
        <p:spPr>
          <a:xfrm>
            <a:off x="1143000" y="3785616"/>
            <a:ext cx="256032" cy="256032"/>
          </a:xfrm>
          <a:prstGeom prst="ellipse">
            <a:avLst/>
          </a:prstGeom>
          <a:solidFill>
            <a:srgbClr val="42E0CB"/>
          </a:solidFill>
          <a:ln w="3810">
            <a:solidFill>
              <a:srgbClr val="42E0CB">
                <a:alpha val="0"/>
              </a:srgbClr>
            </a:solidFill>
            <a:prstDash val="solid"/>
          </a:ln>
        </p:spPr>
      </p:sp>
      <p:sp>
        <p:nvSpPr>
          <p:cNvPr id="46" name="Shape 44"/>
          <p:cNvSpPr/>
          <p:nvPr/>
        </p:nvSpPr>
        <p:spPr>
          <a:xfrm>
            <a:off x="1490472" y="3785616"/>
            <a:ext cx="256032" cy="256032"/>
          </a:xfrm>
          <a:prstGeom prst="ellipse">
            <a:avLst/>
          </a:prstGeom>
          <a:solidFill>
            <a:srgbClr val="42E0CB"/>
          </a:solidFill>
          <a:ln w="3810">
            <a:solidFill>
              <a:srgbClr val="42E0CB">
                <a:alpha val="0"/>
              </a:srgbClr>
            </a:solidFill>
            <a:prstDash val="solid"/>
          </a:ln>
        </p:spPr>
      </p:sp>
      <p:sp>
        <p:nvSpPr>
          <p:cNvPr id="47" name="Shape 45"/>
          <p:cNvSpPr/>
          <p:nvPr/>
        </p:nvSpPr>
        <p:spPr>
          <a:xfrm>
            <a:off x="1837944" y="3785616"/>
            <a:ext cx="256032" cy="256032"/>
          </a:xfrm>
          <a:prstGeom prst="ellipse">
            <a:avLst/>
          </a:prstGeom>
          <a:solidFill>
            <a:srgbClr val="42E0CB"/>
          </a:solidFill>
          <a:ln w="3810">
            <a:solidFill>
              <a:srgbClr val="42E0CB">
                <a:alpha val="0"/>
              </a:srgbClr>
            </a:solidFill>
            <a:prstDash val="solid"/>
          </a:ln>
        </p:spPr>
      </p:sp>
      <p:sp>
        <p:nvSpPr>
          <p:cNvPr id="48" name="Shape 46"/>
          <p:cNvSpPr/>
          <p:nvPr/>
        </p:nvSpPr>
        <p:spPr>
          <a:xfrm>
            <a:off x="2185416" y="3785616"/>
            <a:ext cx="256032" cy="256032"/>
          </a:xfrm>
          <a:prstGeom prst="ellipse">
            <a:avLst/>
          </a:prstGeom>
          <a:solidFill>
            <a:srgbClr val="42E0CB"/>
          </a:solidFill>
          <a:ln w="3810">
            <a:solidFill>
              <a:srgbClr val="42E0CB">
                <a:alpha val="0"/>
              </a:srgbClr>
            </a:solidFill>
            <a:prstDash val="solid"/>
          </a:ln>
        </p:spPr>
      </p:sp>
      <p:sp>
        <p:nvSpPr>
          <p:cNvPr id="49" name="Shape 47"/>
          <p:cNvSpPr/>
          <p:nvPr/>
        </p:nvSpPr>
        <p:spPr>
          <a:xfrm>
            <a:off x="2532888" y="3785616"/>
            <a:ext cx="256032" cy="256032"/>
          </a:xfrm>
          <a:prstGeom prst="ellipse">
            <a:avLst/>
          </a:prstGeom>
          <a:solidFill>
            <a:srgbClr val="42E0CB"/>
          </a:solidFill>
          <a:ln w="3810">
            <a:solidFill>
              <a:srgbClr val="42E0CB">
                <a:alpha val="0"/>
              </a:srgbClr>
            </a:solidFill>
            <a:prstDash val="solid"/>
          </a:ln>
        </p:spPr>
      </p:sp>
      <p:sp>
        <p:nvSpPr>
          <p:cNvPr id="50" name="Shape 48"/>
          <p:cNvSpPr/>
          <p:nvPr/>
        </p:nvSpPr>
        <p:spPr>
          <a:xfrm>
            <a:off x="2880360" y="3785616"/>
            <a:ext cx="256032" cy="256032"/>
          </a:xfrm>
          <a:prstGeom prst="ellipse">
            <a:avLst/>
          </a:prstGeom>
          <a:solidFill>
            <a:srgbClr val="42E0CB"/>
          </a:solidFill>
          <a:ln w="3810">
            <a:solidFill>
              <a:srgbClr val="42E0CB">
                <a:alpha val="0"/>
              </a:srgbClr>
            </a:solidFill>
            <a:prstDash val="solid"/>
          </a:ln>
        </p:spPr>
      </p:sp>
      <p:sp>
        <p:nvSpPr>
          <p:cNvPr id="51" name="Shape 49"/>
          <p:cNvSpPr/>
          <p:nvPr/>
        </p:nvSpPr>
        <p:spPr>
          <a:xfrm>
            <a:off x="3227832" y="3785616"/>
            <a:ext cx="256032" cy="256032"/>
          </a:xfrm>
          <a:prstGeom prst="ellipse">
            <a:avLst/>
          </a:prstGeom>
          <a:solidFill>
            <a:srgbClr val="42E0CB"/>
          </a:solidFill>
          <a:ln w="3810">
            <a:solidFill>
              <a:srgbClr val="42E0CB">
                <a:alpha val="0"/>
              </a:srgbClr>
            </a:solidFill>
            <a:prstDash val="solid"/>
          </a:ln>
        </p:spPr>
      </p:sp>
      <p:sp>
        <p:nvSpPr>
          <p:cNvPr id="52" name="Shape 50"/>
          <p:cNvSpPr/>
          <p:nvPr/>
        </p:nvSpPr>
        <p:spPr>
          <a:xfrm>
            <a:off x="3575304" y="3785616"/>
            <a:ext cx="256032" cy="256032"/>
          </a:xfrm>
          <a:prstGeom prst="ellipse">
            <a:avLst/>
          </a:prstGeom>
          <a:solidFill>
            <a:srgbClr val="42E0CB"/>
          </a:solidFill>
          <a:ln w="3810">
            <a:solidFill>
              <a:srgbClr val="42E0CB">
                <a:alpha val="0"/>
              </a:srgbClr>
            </a:solidFill>
            <a:prstDash val="solid"/>
          </a:ln>
        </p:spPr>
      </p:sp>
      <p:sp>
        <p:nvSpPr>
          <p:cNvPr id="53" name="Shape 51"/>
          <p:cNvSpPr/>
          <p:nvPr/>
        </p:nvSpPr>
        <p:spPr>
          <a:xfrm>
            <a:off x="1143000" y="4133088"/>
            <a:ext cx="256032" cy="256032"/>
          </a:xfrm>
          <a:prstGeom prst="ellipse">
            <a:avLst/>
          </a:prstGeom>
          <a:solidFill>
            <a:srgbClr val="26364E">
              <a:alpha val="84000"/>
            </a:srgbClr>
          </a:solidFill>
          <a:ln w="3810">
            <a:solidFill>
              <a:srgbClr val="26364E">
                <a:alpha val="0"/>
              </a:srgbClr>
            </a:solidFill>
            <a:prstDash val="solid"/>
          </a:ln>
        </p:spPr>
      </p:sp>
      <p:sp>
        <p:nvSpPr>
          <p:cNvPr id="54" name="Shape 52"/>
          <p:cNvSpPr/>
          <p:nvPr/>
        </p:nvSpPr>
        <p:spPr>
          <a:xfrm>
            <a:off x="1490472" y="4133088"/>
            <a:ext cx="256032" cy="256032"/>
          </a:xfrm>
          <a:prstGeom prst="ellipse">
            <a:avLst/>
          </a:prstGeom>
          <a:solidFill>
            <a:srgbClr val="42E0CB"/>
          </a:solidFill>
          <a:ln w="3810">
            <a:solidFill>
              <a:srgbClr val="42E0CB">
                <a:alpha val="0"/>
              </a:srgbClr>
            </a:solidFill>
            <a:prstDash val="solid"/>
          </a:ln>
        </p:spPr>
      </p:sp>
      <p:sp>
        <p:nvSpPr>
          <p:cNvPr id="55" name="Shape 53"/>
          <p:cNvSpPr/>
          <p:nvPr/>
        </p:nvSpPr>
        <p:spPr>
          <a:xfrm>
            <a:off x="1837944" y="4133088"/>
            <a:ext cx="256032" cy="256032"/>
          </a:xfrm>
          <a:prstGeom prst="ellipse">
            <a:avLst/>
          </a:prstGeom>
          <a:solidFill>
            <a:srgbClr val="26364E">
              <a:alpha val="84000"/>
            </a:srgbClr>
          </a:solidFill>
          <a:ln w="3810">
            <a:solidFill>
              <a:srgbClr val="26364E">
                <a:alpha val="0"/>
              </a:srgbClr>
            </a:solidFill>
            <a:prstDash val="solid"/>
          </a:ln>
        </p:spPr>
      </p:sp>
      <p:sp>
        <p:nvSpPr>
          <p:cNvPr id="56" name="Shape 54"/>
          <p:cNvSpPr/>
          <p:nvPr/>
        </p:nvSpPr>
        <p:spPr>
          <a:xfrm>
            <a:off x="2185416" y="4133088"/>
            <a:ext cx="256032" cy="256032"/>
          </a:xfrm>
          <a:prstGeom prst="ellipse">
            <a:avLst/>
          </a:prstGeom>
          <a:solidFill>
            <a:srgbClr val="26364E">
              <a:alpha val="84000"/>
            </a:srgbClr>
          </a:solidFill>
          <a:ln w="3810">
            <a:solidFill>
              <a:srgbClr val="26364E">
                <a:alpha val="0"/>
              </a:srgbClr>
            </a:solidFill>
            <a:prstDash val="solid"/>
          </a:ln>
        </p:spPr>
      </p:sp>
      <p:sp>
        <p:nvSpPr>
          <p:cNvPr id="57" name="Shape 55"/>
          <p:cNvSpPr/>
          <p:nvPr/>
        </p:nvSpPr>
        <p:spPr>
          <a:xfrm>
            <a:off x="2532888" y="4133088"/>
            <a:ext cx="256032" cy="256032"/>
          </a:xfrm>
          <a:prstGeom prst="ellipse">
            <a:avLst/>
          </a:prstGeom>
          <a:solidFill>
            <a:srgbClr val="26364E">
              <a:alpha val="84000"/>
            </a:srgbClr>
          </a:solidFill>
          <a:ln w="3810">
            <a:solidFill>
              <a:srgbClr val="26364E">
                <a:alpha val="0"/>
              </a:srgbClr>
            </a:solidFill>
            <a:prstDash val="solid"/>
          </a:ln>
        </p:spPr>
      </p:sp>
      <p:sp>
        <p:nvSpPr>
          <p:cNvPr id="58" name="Shape 56"/>
          <p:cNvSpPr/>
          <p:nvPr/>
        </p:nvSpPr>
        <p:spPr>
          <a:xfrm>
            <a:off x="2880360" y="4133088"/>
            <a:ext cx="256032" cy="256032"/>
          </a:xfrm>
          <a:prstGeom prst="ellipse">
            <a:avLst/>
          </a:prstGeom>
          <a:solidFill>
            <a:srgbClr val="26364E">
              <a:alpha val="84000"/>
            </a:srgbClr>
          </a:solidFill>
          <a:ln w="3810">
            <a:solidFill>
              <a:srgbClr val="26364E">
                <a:alpha val="0"/>
              </a:srgbClr>
            </a:solidFill>
            <a:prstDash val="solid"/>
          </a:ln>
        </p:spPr>
      </p:sp>
      <p:sp>
        <p:nvSpPr>
          <p:cNvPr id="59" name="Shape 57"/>
          <p:cNvSpPr/>
          <p:nvPr/>
        </p:nvSpPr>
        <p:spPr>
          <a:xfrm>
            <a:off x="3227832" y="4133088"/>
            <a:ext cx="256032" cy="256032"/>
          </a:xfrm>
          <a:prstGeom prst="ellipse">
            <a:avLst/>
          </a:prstGeom>
          <a:solidFill>
            <a:srgbClr val="42E0CB"/>
          </a:solidFill>
          <a:ln w="3810">
            <a:solidFill>
              <a:srgbClr val="42E0CB">
                <a:alpha val="0"/>
              </a:srgbClr>
            </a:solidFill>
            <a:prstDash val="solid"/>
          </a:ln>
        </p:spPr>
      </p:sp>
      <p:sp>
        <p:nvSpPr>
          <p:cNvPr id="60" name="Shape 58"/>
          <p:cNvSpPr/>
          <p:nvPr/>
        </p:nvSpPr>
        <p:spPr>
          <a:xfrm>
            <a:off x="3575304" y="4133088"/>
            <a:ext cx="256032" cy="256032"/>
          </a:xfrm>
          <a:prstGeom prst="ellipse">
            <a:avLst/>
          </a:prstGeom>
          <a:solidFill>
            <a:srgbClr val="26364E">
              <a:alpha val="84000"/>
            </a:srgbClr>
          </a:solidFill>
          <a:ln w="3810">
            <a:solidFill>
              <a:srgbClr val="26364E">
                <a:alpha val="0"/>
              </a:srgbClr>
            </a:solidFill>
            <a:prstDash val="solid"/>
          </a:ln>
        </p:spPr>
      </p:sp>
      <p:sp>
        <p:nvSpPr>
          <p:cNvPr id="61" name="Shape 59"/>
          <p:cNvSpPr/>
          <p:nvPr/>
        </p:nvSpPr>
        <p:spPr>
          <a:xfrm>
            <a:off x="1143000" y="4480560"/>
            <a:ext cx="256032" cy="256032"/>
          </a:xfrm>
          <a:prstGeom prst="ellipse">
            <a:avLst/>
          </a:prstGeom>
          <a:solidFill>
            <a:srgbClr val="26364E">
              <a:alpha val="84000"/>
            </a:srgbClr>
          </a:solidFill>
          <a:ln w="3810">
            <a:solidFill>
              <a:srgbClr val="26364E">
                <a:alpha val="0"/>
              </a:srgbClr>
            </a:solidFill>
            <a:prstDash val="solid"/>
          </a:ln>
        </p:spPr>
      </p:sp>
      <p:sp>
        <p:nvSpPr>
          <p:cNvPr id="62" name="Shape 60"/>
          <p:cNvSpPr/>
          <p:nvPr/>
        </p:nvSpPr>
        <p:spPr>
          <a:xfrm>
            <a:off x="1490472" y="4480560"/>
            <a:ext cx="256032" cy="256032"/>
          </a:xfrm>
          <a:prstGeom prst="ellipse">
            <a:avLst/>
          </a:prstGeom>
          <a:solidFill>
            <a:srgbClr val="42E0CB"/>
          </a:solidFill>
          <a:ln w="3810">
            <a:solidFill>
              <a:srgbClr val="42E0CB">
                <a:alpha val="0"/>
              </a:srgbClr>
            </a:solidFill>
            <a:prstDash val="solid"/>
          </a:ln>
        </p:spPr>
      </p:sp>
      <p:sp>
        <p:nvSpPr>
          <p:cNvPr id="63" name="Shape 61"/>
          <p:cNvSpPr/>
          <p:nvPr/>
        </p:nvSpPr>
        <p:spPr>
          <a:xfrm>
            <a:off x="1837944" y="4480560"/>
            <a:ext cx="256032" cy="256032"/>
          </a:xfrm>
          <a:prstGeom prst="ellipse">
            <a:avLst/>
          </a:prstGeom>
          <a:solidFill>
            <a:srgbClr val="26364E">
              <a:alpha val="84000"/>
            </a:srgbClr>
          </a:solidFill>
          <a:ln w="3810">
            <a:solidFill>
              <a:srgbClr val="26364E">
                <a:alpha val="0"/>
              </a:srgbClr>
            </a:solidFill>
            <a:prstDash val="solid"/>
          </a:ln>
        </p:spPr>
      </p:sp>
      <p:sp>
        <p:nvSpPr>
          <p:cNvPr id="64" name="Shape 62"/>
          <p:cNvSpPr/>
          <p:nvPr/>
        </p:nvSpPr>
        <p:spPr>
          <a:xfrm>
            <a:off x="2185416" y="4480560"/>
            <a:ext cx="256032" cy="256032"/>
          </a:xfrm>
          <a:prstGeom prst="ellipse">
            <a:avLst/>
          </a:prstGeom>
          <a:solidFill>
            <a:srgbClr val="26364E">
              <a:alpha val="84000"/>
            </a:srgbClr>
          </a:solidFill>
          <a:ln w="3810">
            <a:solidFill>
              <a:srgbClr val="26364E">
                <a:alpha val="0"/>
              </a:srgbClr>
            </a:solidFill>
            <a:prstDash val="solid"/>
          </a:ln>
        </p:spPr>
      </p:sp>
      <p:sp>
        <p:nvSpPr>
          <p:cNvPr id="65" name="Shape 63"/>
          <p:cNvSpPr/>
          <p:nvPr/>
        </p:nvSpPr>
        <p:spPr>
          <a:xfrm>
            <a:off x="2532888" y="4480560"/>
            <a:ext cx="256032" cy="256032"/>
          </a:xfrm>
          <a:prstGeom prst="ellipse">
            <a:avLst/>
          </a:prstGeom>
          <a:solidFill>
            <a:srgbClr val="26364E">
              <a:alpha val="84000"/>
            </a:srgbClr>
          </a:solidFill>
          <a:ln w="3810">
            <a:solidFill>
              <a:srgbClr val="26364E">
                <a:alpha val="0"/>
              </a:srgbClr>
            </a:solidFill>
            <a:prstDash val="solid"/>
          </a:ln>
        </p:spPr>
      </p:sp>
      <p:sp>
        <p:nvSpPr>
          <p:cNvPr id="66" name="Shape 64"/>
          <p:cNvSpPr/>
          <p:nvPr/>
        </p:nvSpPr>
        <p:spPr>
          <a:xfrm>
            <a:off x="2880360" y="4480560"/>
            <a:ext cx="256032" cy="256032"/>
          </a:xfrm>
          <a:prstGeom prst="ellipse">
            <a:avLst/>
          </a:prstGeom>
          <a:solidFill>
            <a:srgbClr val="26364E">
              <a:alpha val="84000"/>
            </a:srgbClr>
          </a:solidFill>
          <a:ln w="3810">
            <a:solidFill>
              <a:srgbClr val="26364E">
                <a:alpha val="0"/>
              </a:srgbClr>
            </a:solidFill>
            <a:prstDash val="solid"/>
          </a:ln>
        </p:spPr>
      </p:sp>
      <p:sp>
        <p:nvSpPr>
          <p:cNvPr id="67" name="Shape 65"/>
          <p:cNvSpPr/>
          <p:nvPr/>
        </p:nvSpPr>
        <p:spPr>
          <a:xfrm>
            <a:off x="3227832" y="4480560"/>
            <a:ext cx="256032" cy="256032"/>
          </a:xfrm>
          <a:prstGeom prst="ellipse">
            <a:avLst/>
          </a:prstGeom>
          <a:solidFill>
            <a:srgbClr val="42E0CB"/>
          </a:solidFill>
          <a:ln w="3810">
            <a:solidFill>
              <a:srgbClr val="42E0CB">
                <a:alpha val="0"/>
              </a:srgbClr>
            </a:solidFill>
            <a:prstDash val="solid"/>
          </a:ln>
        </p:spPr>
      </p:sp>
      <p:sp>
        <p:nvSpPr>
          <p:cNvPr id="68" name="Shape 66"/>
          <p:cNvSpPr/>
          <p:nvPr/>
        </p:nvSpPr>
        <p:spPr>
          <a:xfrm>
            <a:off x="3575304" y="4480560"/>
            <a:ext cx="256032" cy="256032"/>
          </a:xfrm>
          <a:prstGeom prst="ellipse">
            <a:avLst/>
          </a:prstGeom>
          <a:solidFill>
            <a:srgbClr val="26364E">
              <a:alpha val="84000"/>
            </a:srgbClr>
          </a:solidFill>
          <a:ln w="3810">
            <a:solidFill>
              <a:srgbClr val="26364E">
                <a:alpha val="0"/>
              </a:srgbClr>
            </a:solidFill>
            <a:prstDash val="solid"/>
          </a:ln>
        </p:spPr>
      </p:sp>
      <p:sp>
        <p:nvSpPr>
          <p:cNvPr id="69" name="Shape 67"/>
          <p:cNvSpPr/>
          <p:nvPr/>
        </p:nvSpPr>
        <p:spPr>
          <a:xfrm>
            <a:off x="1143000" y="4828032"/>
            <a:ext cx="256032" cy="256032"/>
          </a:xfrm>
          <a:prstGeom prst="ellipse">
            <a:avLst/>
          </a:prstGeom>
          <a:solidFill>
            <a:srgbClr val="26364E">
              <a:alpha val="84000"/>
            </a:srgbClr>
          </a:solidFill>
          <a:ln w="3810">
            <a:solidFill>
              <a:srgbClr val="26364E">
                <a:alpha val="0"/>
              </a:srgbClr>
            </a:solidFill>
            <a:prstDash val="solid"/>
          </a:ln>
        </p:spPr>
      </p:sp>
      <p:sp>
        <p:nvSpPr>
          <p:cNvPr id="70" name="Shape 68"/>
          <p:cNvSpPr/>
          <p:nvPr/>
        </p:nvSpPr>
        <p:spPr>
          <a:xfrm>
            <a:off x="1490472" y="4828032"/>
            <a:ext cx="256032" cy="256032"/>
          </a:xfrm>
          <a:prstGeom prst="ellipse">
            <a:avLst/>
          </a:prstGeom>
          <a:solidFill>
            <a:srgbClr val="42E0CB"/>
          </a:solidFill>
          <a:ln w="3810">
            <a:solidFill>
              <a:srgbClr val="42E0CB">
                <a:alpha val="0"/>
              </a:srgbClr>
            </a:solidFill>
            <a:prstDash val="solid"/>
          </a:ln>
        </p:spPr>
      </p:sp>
      <p:sp>
        <p:nvSpPr>
          <p:cNvPr id="71" name="Shape 69"/>
          <p:cNvSpPr/>
          <p:nvPr/>
        </p:nvSpPr>
        <p:spPr>
          <a:xfrm>
            <a:off x="1837944" y="4828032"/>
            <a:ext cx="256032" cy="256032"/>
          </a:xfrm>
          <a:prstGeom prst="ellipse">
            <a:avLst/>
          </a:prstGeom>
          <a:solidFill>
            <a:srgbClr val="26364E">
              <a:alpha val="84000"/>
            </a:srgbClr>
          </a:solidFill>
          <a:ln w="3810">
            <a:solidFill>
              <a:srgbClr val="26364E">
                <a:alpha val="0"/>
              </a:srgbClr>
            </a:solidFill>
            <a:prstDash val="solid"/>
          </a:ln>
        </p:spPr>
      </p:sp>
      <p:sp>
        <p:nvSpPr>
          <p:cNvPr id="72" name="Shape 70"/>
          <p:cNvSpPr/>
          <p:nvPr/>
        </p:nvSpPr>
        <p:spPr>
          <a:xfrm>
            <a:off x="2185416" y="4828032"/>
            <a:ext cx="256032" cy="256032"/>
          </a:xfrm>
          <a:prstGeom prst="ellipse">
            <a:avLst/>
          </a:prstGeom>
          <a:solidFill>
            <a:srgbClr val="26364E">
              <a:alpha val="84000"/>
            </a:srgbClr>
          </a:solidFill>
          <a:ln w="3810">
            <a:solidFill>
              <a:srgbClr val="26364E">
                <a:alpha val="0"/>
              </a:srgbClr>
            </a:solidFill>
            <a:prstDash val="solid"/>
          </a:ln>
        </p:spPr>
      </p:sp>
      <p:sp>
        <p:nvSpPr>
          <p:cNvPr id="73" name="Shape 71"/>
          <p:cNvSpPr/>
          <p:nvPr/>
        </p:nvSpPr>
        <p:spPr>
          <a:xfrm>
            <a:off x="2532888" y="4828032"/>
            <a:ext cx="256032" cy="256032"/>
          </a:xfrm>
          <a:prstGeom prst="ellipse">
            <a:avLst/>
          </a:prstGeom>
          <a:solidFill>
            <a:srgbClr val="26364E">
              <a:alpha val="84000"/>
            </a:srgbClr>
          </a:solidFill>
          <a:ln w="3810">
            <a:solidFill>
              <a:srgbClr val="26364E">
                <a:alpha val="0"/>
              </a:srgbClr>
            </a:solidFill>
            <a:prstDash val="solid"/>
          </a:ln>
        </p:spPr>
      </p:sp>
      <p:sp>
        <p:nvSpPr>
          <p:cNvPr id="74" name="Shape 72"/>
          <p:cNvSpPr/>
          <p:nvPr/>
        </p:nvSpPr>
        <p:spPr>
          <a:xfrm>
            <a:off x="2880360" y="4828032"/>
            <a:ext cx="256032" cy="256032"/>
          </a:xfrm>
          <a:prstGeom prst="ellipse">
            <a:avLst/>
          </a:prstGeom>
          <a:solidFill>
            <a:srgbClr val="26364E">
              <a:alpha val="84000"/>
            </a:srgbClr>
          </a:solidFill>
          <a:ln w="3810">
            <a:solidFill>
              <a:srgbClr val="26364E">
                <a:alpha val="0"/>
              </a:srgbClr>
            </a:solidFill>
            <a:prstDash val="solid"/>
          </a:ln>
        </p:spPr>
      </p:sp>
      <p:sp>
        <p:nvSpPr>
          <p:cNvPr id="75" name="Shape 73"/>
          <p:cNvSpPr/>
          <p:nvPr/>
        </p:nvSpPr>
        <p:spPr>
          <a:xfrm>
            <a:off x="3227832" y="4828032"/>
            <a:ext cx="256032" cy="256032"/>
          </a:xfrm>
          <a:prstGeom prst="ellipse">
            <a:avLst/>
          </a:prstGeom>
          <a:solidFill>
            <a:srgbClr val="42E0CB"/>
          </a:solidFill>
          <a:ln w="3810">
            <a:solidFill>
              <a:srgbClr val="42E0CB">
                <a:alpha val="0"/>
              </a:srgbClr>
            </a:solidFill>
            <a:prstDash val="solid"/>
          </a:ln>
        </p:spPr>
      </p:sp>
      <p:sp>
        <p:nvSpPr>
          <p:cNvPr id="76" name="Shape 74"/>
          <p:cNvSpPr/>
          <p:nvPr/>
        </p:nvSpPr>
        <p:spPr>
          <a:xfrm>
            <a:off x="3575304" y="4828032"/>
            <a:ext cx="256032" cy="256032"/>
          </a:xfrm>
          <a:prstGeom prst="ellipse">
            <a:avLst/>
          </a:prstGeom>
          <a:solidFill>
            <a:srgbClr val="26364E">
              <a:alpha val="84000"/>
            </a:srgbClr>
          </a:solidFill>
          <a:ln w="3810">
            <a:solidFill>
              <a:srgbClr val="26364E">
                <a:alpha val="0"/>
              </a:srgbClr>
            </a:solidFill>
            <a:prstDash val="solid"/>
          </a:ln>
        </p:spPr>
      </p:sp>
      <p:sp>
        <p:nvSpPr>
          <p:cNvPr id="77" name="Text 75"/>
          <p:cNvSpPr txBox="1"/>
          <p:nvPr/>
        </p:nvSpPr>
        <p:spPr>
          <a:xfrm>
            <a:off x="1005840" y="4892040"/>
            <a:ext cx="3017520" cy="320040"/>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8 baris × 8 kolom = 64 LED</a:t>
            </a:r>
            <a:endParaRPr lang="en-US" sz="1500" dirty="0"/>
          </a:p>
        </p:txBody>
      </p:sp>
      <p:sp>
        <p:nvSpPr>
          <p:cNvPr id="78" name="Text 76"/>
          <p:cNvSpPr txBox="1"/>
          <p:nvPr/>
        </p:nvSpPr>
        <p:spPr>
          <a:xfrm>
            <a:off x="1005840" y="5303520"/>
            <a:ext cx="2880360" cy="502920"/>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Huruf muncul ketika LED tertentu menyala membentuk pola.</a:t>
            </a:r>
            <a:endParaRPr lang="en-US" sz="1200" dirty="0"/>
          </a:p>
        </p:txBody>
      </p:sp>
      <p:sp>
        <p:nvSpPr>
          <p:cNvPr id="79" name="Shape 77"/>
          <p:cNvSpPr/>
          <p:nvPr/>
        </p:nvSpPr>
        <p:spPr>
          <a:xfrm>
            <a:off x="4709160" y="1618488"/>
            <a:ext cx="2743200" cy="4416552"/>
          </a:xfrm>
          <a:prstGeom prst="roundRect">
            <a:avLst>
              <a:gd name="adj" fmla="val 4000"/>
            </a:avLst>
          </a:prstGeom>
          <a:solidFill>
            <a:srgbClr val="131E33"/>
          </a:solidFill>
          <a:ln w="10160">
            <a:solidFill>
              <a:srgbClr val="2A3A54"/>
            </a:solidFill>
            <a:prstDash val="solid"/>
          </a:ln>
        </p:spPr>
      </p:sp>
      <p:sp>
        <p:nvSpPr>
          <p:cNvPr id="80" name="Text 78"/>
          <p:cNvSpPr txBox="1"/>
          <p:nvPr/>
        </p:nvSpPr>
        <p:spPr>
          <a:xfrm>
            <a:off x="5001768" y="1847088"/>
            <a:ext cx="2103120" cy="347472"/>
          </a:xfrm>
          <a:prstGeom prst="rect">
            <a:avLst/>
          </a:prstGeom>
          <a:noFill/>
          <a:ln/>
        </p:spPr>
        <p:txBody>
          <a:bodyPr wrap="square" lIns="381" tIns="381" rIns="381" bIns="381" rtlCol="0" anchor="ctr">
            <a:normAutofit/>
          </a:bodyPr>
          <a:lstStyle/>
          <a:p>
            <a:pPr marL="0" indent="0" algn="l">
              <a:buNone/>
            </a:pPr>
            <a:r>
              <a:rPr lang="en-US" sz="2000" b="1" dirty="0">
                <a:solidFill>
                  <a:srgbClr val="FFB45E"/>
                </a:solidFill>
                <a:latin typeface="Noto Sans" pitchFamily="34" charset="0"/>
                <a:ea typeface="Noto Sans" pitchFamily="34" charset="-122"/>
                <a:cs typeface="Noto Sans" pitchFamily="34" charset="-120"/>
              </a:rPr>
              <a:t>MAX7219</a:t>
            </a:r>
            <a:endParaRPr lang="en-US" sz="2000" dirty="0"/>
          </a:p>
        </p:txBody>
      </p:sp>
      <p:sp>
        <p:nvSpPr>
          <p:cNvPr id="81" name="Shape 79"/>
          <p:cNvSpPr/>
          <p:nvPr/>
        </p:nvSpPr>
        <p:spPr>
          <a:xfrm>
            <a:off x="5230368" y="2560320"/>
            <a:ext cx="1691640" cy="1051560"/>
          </a:xfrm>
          <a:prstGeom prst="rect">
            <a:avLst/>
          </a:prstGeom>
          <a:solidFill>
            <a:srgbClr val="0A1220"/>
          </a:solidFill>
          <a:ln w="17780">
            <a:solidFill>
              <a:srgbClr val="FFB45E"/>
            </a:solidFill>
            <a:prstDash val="solid"/>
          </a:ln>
        </p:spPr>
      </p:sp>
      <p:sp>
        <p:nvSpPr>
          <p:cNvPr id="82" name="Shape 80"/>
          <p:cNvSpPr/>
          <p:nvPr/>
        </p:nvSpPr>
        <p:spPr>
          <a:xfrm>
            <a:off x="5074920" y="2450592"/>
            <a:ext cx="109728" cy="109728"/>
          </a:xfrm>
          <a:prstGeom prst="rect">
            <a:avLst/>
          </a:prstGeom>
          <a:solidFill>
            <a:srgbClr val="D5C8A8"/>
          </a:solidFill>
          <a:ln w="12700">
            <a:solidFill>
              <a:srgbClr val="D5C8A8">
                <a:alpha val="0"/>
              </a:srgbClr>
            </a:solidFill>
            <a:prstDash val="solid"/>
          </a:ln>
        </p:spPr>
      </p:sp>
      <p:sp>
        <p:nvSpPr>
          <p:cNvPr id="83" name="Shape 81"/>
          <p:cNvSpPr/>
          <p:nvPr/>
        </p:nvSpPr>
        <p:spPr>
          <a:xfrm>
            <a:off x="5074920" y="3611880"/>
            <a:ext cx="109728" cy="109728"/>
          </a:xfrm>
          <a:prstGeom prst="rect">
            <a:avLst/>
          </a:prstGeom>
          <a:solidFill>
            <a:srgbClr val="D5C8A8"/>
          </a:solidFill>
          <a:ln w="12700">
            <a:solidFill>
              <a:srgbClr val="D5C8A8">
                <a:alpha val="0"/>
              </a:srgbClr>
            </a:solidFill>
            <a:prstDash val="solid"/>
          </a:ln>
        </p:spPr>
      </p:sp>
      <p:sp>
        <p:nvSpPr>
          <p:cNvPr id="84" name="Shape 82"/>
          <p:cNvSpPr/>
          <p:nvPr/>
        </p:nvSpPr>
        <p:spPr>
          <a:xfrm>
            <a:off x="5367528" y="2450592"/>
            <a:ext cx="109728" cy="109728"/>
          </a:xfrm>
          <a:prstGeom prst="rect">
            <a:avLst/>
          </a:prstGeom>
          <a:solidFill>
            <a:srgbClr val="D5C8A8"/>
          </a:solidFill>
          <a:ln w="12700">
            <a:solidFill>
              <a:srgbClr val="D5C8A8">
                <a:alpha val="0"/>
              </a:srgbClr>
            </a:solidFill>
            <a:prstDash val="solid"/>
          </a:ln>
        </p:spPr>
      </p:sp>
      <p:sp>
        <p:nvSpPr>
          <p:cNvPr id="85" name="Shape 83"/>
          <p:cNvSpPr/>
          <p:nvPr/>
        </p:nvSpPr>
        <p:spPr>
          <a:xfrm>
            <a:off x="5367528" y="3611880"/>
            <a:ext cx="109728" cy="109728"/>
          </a:xfrm>
          <a:prstGeom prst="rect">
            <a:avLst/>
          </a:prstGeom>
          <a:solidFill>
            <a:srgbClr val="D5C8A8"/>
          </a:solidFill>
          <a:ln w="12700">
            <a:solidFill>
              <a:srgbClr val="D5C8A8">
                <a:alpha val="0"/>
              </a:srgbClr>
            </a:solidFill>
            <a:prstDash val="solid"/>
          </a:ln>
        </p:spPr>
      </p:sp>
      <p:sp>
        <p:nvSpPr>
          <p:cNvPr id="86" name="Shape 84"/>
          <p:cNvSpPr/>
          <p:nvPr/>
        </p:nvSpPr>
        <p:spPr>
          <a:xfrm>
            <a:off x="5660136" y="2450592"/>
            <a:ext cx="109728" cy="109728"/>
          </a:xfrm>
          <a:prstGeom prst="rect">
            <a:avLst/>
          </a:prstGeom>
          <a:solidFill>
            <a:srgbClr val="D5C8A8"/>
          </a:solidFill>
          <a:ln w="12700">
            <a:solidFill>
              <a:srgbClr val="D5C8A8">
                <a:alpha val="0"/>
              </a:srgbClr>
            </a:solidFill>
            <a:prstDash val="solid"/>
          </a:ln>
        </p:spPr>
      </p:sp>
      <p:sp>
        <p:nvSpPr>
          <p:cNvPr id="87" name="Shape 85"/>
          <p:cNvSpPr/>
          <p:nvPr/>
        </p:nvSpPr>
        <p:spPr>
          <a:xfrm>
            <a:off x="5660136" y="3611880"/>
            <a:ext cx="109728" cy="109728"/>
          </a:xfrm>
          <a:prstGeom prst="rect">
            <a:avLst/>
          </a:prstGeom>
          <a:solidFill>
            <a:srgbClr val="D5C8A8"/>
          </a:solidFill>
          <a:ln w="12700">
            <a:solidFill>
              <a:srgbClr val="D5C8A8">
                <a:alpha val="0"/>
              </a:srgbClr>
            </a:solidFill>
            <a:prstDash val="solid"/>
          </a:ln>
        </p:spPr>
      </p:sp>
      <p:sp>
        <p:nvSpPr>
          <p:cNvPr id="88" name="Shape 86"/>
          <p:cNvSpPr/>
          <p:nvPr/>
        </p:nvSpPr>
        <p:spPr>
          <a:xfrm>
            <a:off x="5952744" y="2450592"/>
            <a:ext cx="109728" cy="109728"/>
          </a:xfrm>
          <a:prstGeom prst="rect">
            <a:avLst/>
          </a:prstGeom>
          <a:solidFill>
            <a:srgbClr val="D5C8A8"/>
          </a:solidFill>
          <a:ln w="12700">
            <a:solidFill>
              <a:srgbClr val="D5C8A8">
                <a:alpha val="0"/>
              </a:srgbClr>
            </a:solidFill>
            <a:prstDash val="solid"/>
          </a:ln>
        </p:spPr>
      </p:sp>
      <p:sp>
        <p:nvSpPr>
          <p:cNvPr id="89" name="Shape 87"/>
          <p:cNvSpPr/>
          <p:nvPr/>
        </p:nvSpPr>
        <p:spPr>
          <a:xfrm>
            <a:off x="5952744" y="3611880"/>
            <a:ext cx="109728" cy="109728"/>
          </a:xfrm>
          <a:prstGeom prst="rect">
            <a:avLst/>
          </a:prstGeom>
          <a:solidFill>
            <a:srgbClr val="D5C8A8"/>
          </a:solidFill>
          <a:ln w="12700">
            <a:solidFill>
              <a:srgbClr val="D5C8A8">
                <a:alpha val="0"/>
              </a:srgbClr>
            </a:solidFill>
            <a:prstDash val="solid"/>
          </a:ln>
        </p:spPr>
      </p:sp>
      <p:sp>
        <p:nvSpPr>
          <p:cNvPr id="90" name="Shape 88"/>
          <p:cNvSpPr/>
          <p:nvPr/>
        </p:nvSpPr>
        <p:spPr>
          <a:xfrm>
            <a:off x="6245352" y="2450592"/>
            <a:ext cx="109728" cy="109728"/>
          </a:xfrm>
          <a:prstGeom prst="rect">
            <a:avLst/>
          </a:prstGeom>
          <a:solidFill>
            <a:srgbClr val="D5C8A8"/>
          </a:solidFill>
          <a:ln w="12700">
            <a:solidFill>
              <a:srgbClr val="D5C8A8">
                <a:alpha val="0"/>
              </a:srgbClr>
            </a:solidFill>
            <a:prstDash val="solid"/>
          </a:ln>
        </p:spPr>
      </p:sp>
      <p:sp>
        <p:nvSpPr>
          <p:cNvPr id="91" name="Shape 89"/>
          <p:cNvSpPr/>
          <p:nvPr/>
        </p:nvSpPr>
        <p:spPr>
          <a:xfrm>
            <a:off x="6245352" y="3611880"/>
            <a:ext cx="109728" cy="109728"/>
          </a:xfrm>
          <a:prstGeom prst="rect">
            <a:avLst/>
          </a:prstGeom>
          <a:solidFill>
            <a:srgbClr val="D5C8A8"/>
          </a:solidFill>
          <a:ln w="12700">
            <a:solidFill>
              <a:srgbClr val="D5C8A8">
                <a:alpha val="0"/>
              </a:srgbClr>
            </a:solidFill>
            <a:prstDash val="solid"/>
          </a:ln>
        </p:spPr>
      </p:sp>
      <p:sp>
        <p:nvSpPr>
          <p:cNvPr id="92" name="Shape 90"/>
          <p:cNvSpPr/>
          <p:nvPr/>
        </p:nvSpPr>
        <p:spPr>
          <a:xfrm>
            <a:off x="6537960" y="2450592"/>
            <a:ext cx="109728" cy="109728"/>
          </a:xfrm>
          <a:prstGeom prst="rect">
            <a:avLst/>
          </a:prstGeom>
          <a:solidFill>
            <a:srgbClr val="D5C8A8"/>
          </a:solidFill>
          <a:ln w="12700">
            <a:solidFill>
              <a:srgbClr val="D5C8A8">
                <a:alpha val="0"/>
              </a:srgbClr>
            </a:solidFill>
            <a:prstDash val="solid"/>
          </a:ln>
        </p:spPr>
      </p:sp>
      <p:sp>
        <p:nvSpPr>
          <p:cNvPr id="93" name="Shape 91"/>
          <p:cNvSpPr/>
          <p:nvPr/>
        </p:nvSpPr>
        <p:spPr>
          <a:xfrm>
            <a:off x="6537960" y="3611880"/>
            <a:ext cx="109728" cy="109728"/>
          </a:xfrm>
          <a:prstGeom prst="rect">
            <a:avLst/>
          </a:prstGeom>
          <a:solidFill>
            <a:srgbClr val="D5C8A8"/>
          </a:solidFill>
          <a:ln w="12700">
            <a:solidFill>
              <a:srgbClr val="D5C8A8">
                <a:alpha val="0"/>
              </a:srgbClr>
            </a:solidFill>
            <a:prstDash val="solid"/>
          </a:ln>
        </p:spPr>
      </p:sp>
      <p:sp>
        <p:nvSpPr>
          <p:cNvPr id="94" name="Text 92"/>
          <p:cNvSpPr txBox="1"/>
          <p:nvPr/>
        </p:nvSpPr>
        <p:spPr>
          <a:xfrm>
            <a:off x="5029200" y="3977640"/>
            <a:ext cx="2103120" cy="292608"/>
          </a:xfrm>
          <a:prstGeom prst="rect">
            <a:avLst/>
          </a:prstGeom>
          <a:noFill/>
          <a:ln/>
        </p:spPr>
        <p:txBody>
          <a:bodyPr wrap="square" lIns="381" tIns="381" rIns="381" bIns="381" rtlCol="0" anchor="ctr">
            <a:normAutofit/>
          </a:bodyPr>
          <a:lstStyle/>
          <a:p>
            <a:pPr marL="0" indent="0" algn="ctr">
              <a:buNone/>
            </a:pPr>
            <a:r>
              <a:rPr lang="en-US" sz="1300" b="1" dirty="0">
                <a:solidFill>
                  <a:srgbClr val="F3F7FC"/>
                </a:solidFill>
                <a:latin typeface="Noto Sans" pitchFamily="34" charset="0"/>
                <a:ea typeface="Noto Sans" pitchFamily="34" charset="-122"/>
                <a:cs typeface="Noto Sans" pitchFamily="34" charset="-120"/>
              </a:rPr>
              <a:t>IC pengendali</a:t>
            </a:r>
            <a:endParaRPr lang="en-US" sz="1300" dirty="0"/>
          </a:p>
        </p:txBody>
      </p:sp>
      <p:sp>
        <p:nvSpPr>
          <p:cNvPr id="95" name="Text 93"/>
          <p:cNvSpPr txBox="1"/>
          <p:nvPr/>
        </p:nvSpPr>
        <p:spPr>
          <a:xfrm>
            <a:off x="5010912" y="4425696"/>
            <a:ext cx="2148840" cy="868680"/>
          </a:xfrm>
          <a:prstGeom prst="rect">
            <a:avLst/>
          </a:prstGeom>
          <a:noFill/>
          <a:ln/>
        </p:spPr>
        <p:txBody>
          <a:bodyPr wrap="square" lIns="381" tIns="381" rIns="381" bIns="381" rtlCol="0" anchor="t">
            <a:normAutofit/>
          </a:bodyPr>
          <a:lstStyle/>
          <a:p>
            <a:pPr marL="0" indent="0" algn="ctr">
              <a:buNone/>
            </a:pPr>
            <a:r>
              <a:rPr lang="en-US" sz="1200" dirty="0">
                <a:solidFill>
                  <a:srgbClr val="B7C4D8"/>
                </a:solidFill>
                <a:latin typeface="Noto Sans" pitchFamily="34" charset="0"/>
                <a:ea typeface="Noto Sans" pitchFamily="34" charset="-122"/>
                <a:cs typeface="Noto Sans" pitchFamily="34" charset="-120"/>
              </a:rPr>
              <a:t>Arduino mengatur 64 LED melalui 3 pin data: DIN, CLK, dan CS.</a:t>
            </a:r>
            <a:endParaRPr lang="en-US" sz="1200" dirty="0"/>
          </a:p>
        </p:txBody>
      </p:sp>
      <p:sp>
        <p:nvSpPr>
          <p:cNvPr id="96" name="Shape 94"/>
          <p:cNvSpPr/>
          <p:nvPr/>
        </p:nvSpPr>
        <p:spPr>
          <a:xfrm>
            <a:off x="7790688" y="1618488"/>
            <a:ext cx="3611880" cy="4416552"/>
          </a:xfrm>
          <a:prstGeom prst="roundRect">
            <a:avLst>
              <a:gd name="adj" fmla="val 3038"/>
            </a:avLst>
          </a:prstGeom>
          <a:solidFill>
            <a:srgbClr val="0A1521"/>
          </a:solidFill>
          <a:ln w="10160">
            <a:solidFill>
              <a:srgbClr val="2A3A54"/>
            </a:solidFill>
            <a:prstDash val="solid"/>
          </a:ln>
        </p:spPr>
      </p:sp>
      <p:sp>
        <p:nvSpPr>
          <p:cNvPr id="97" name="Text 95"/>
          <p:cNvSpPr txBox="1"/>
          <p:nvPr/>
        </p:nvSpPr>
        <p:spPr>
          <a:xfrm>
            <a:off x="8101584" y="1856232"/>
            <a:ext cx="2651760" cy="292608"/>
          </a:xfrm>
          <a:prstGeom prst="rect">
            <a:avLst/>
          </a:prstGeom>
          <a:noFill/>
          <a:ln/>
        </p:spPr>
        <p:txBody>
          <a:bodyPr wrap="square" lIns="381" tIns="381" rIns="381" bIns="381" rtlCol="0" anchor="ctr">
            <a:normAutofit/>
          </a:bodyPr>
          <a:lstStyle/>
          <a:p>
            <a:pPr marL="0" indent="0" algn="l">
              <a:buNone/>
            </a:pPr>
            <a:r>
              <a:rPr lang="en-US" sz="1800" b="1" dirty="0">
                <a:solidFill>
                  <a:srgbClr val="8FE3A1"/>
                </a:solidFill>
                <a:latin typeface="Noto Sans" pitchFamily="34" charset="0"/>
                <a:ea typeface="Noto Sans" pitchFamily="34" charset="-122"/>
                <a:cs typeface="Noto Sans" pitchFamily="34" charset="-120"/>
              </a:rPr>
              <a:t>4 MODUL 8×8</a:t>
            </a:r>
            <a:endParaRPr lang="en-US" sz="1800" dirty="0"/>
          </a:p>
        </p:txBody>
      </p:sp>
      <p:sp>
        <p:nvSpPr>
          <p:cNvPr id="98" name="Shape 96"/>
          <p:cNvSpPr/>
          <p:nvPr/>
        </p:nvSpPr>
        <p:spPr>
          <a:xfrm>
            <a:off x="8065008" y="2514600"/>
            <a:ext cx="96012" cy="96012"/>
          </a:xfrm>
          <a:prstGeom prst="ellipse">
            <a:avLst/>
          </a:prstGeom>
          <a:solidFill>
            <a:srgbClr val="26364E">
              <a:alpha val="84000"/>
            </a:srgbClr>
          </a:solidFill>
          <a:ln w="3810">
            <a:solidFill>
              <a:srgbClr val="26364E">
                <a:alpha val="0"/>
              </a:srgbClr>
            </a:solidFill>
            <a:prstDash val="solid"/>
          </a:ln>
        </p:spPr>
      </p:sp>
      <p:sp>
        <p:nvSpPr>
          <p:cNvPr id="99" name="Shape 97"/>
          <p:cNvSpPr/>
          <p:nvPr/>
        </p:nvSpPr>
        <p:spPr>
          <a:xfrm>
            <a:off x="8192110" y="2514600"/>
            <a:ext cx="96012" cy="96012"/>
          </a:xfrm>
          <a:prstGeom prst="ellipse">
            <a:avLst/>
          </a:prstGeom>
          <a:solidFill>
            <a:srgbClr val="26364E">
              <a:alpha val="84000"/>
            </a:srgbClr>
          </a:solidFill>
          <a:ln w="3810">
            <a:solidFill>
              <a:srgbClr val="26364E">
                <a:alpha val="0"/>
              </a:srgbClr>
            </a:solidFill>
            <a:prstDash val="solid"/>
          </a:ln>
        </p:spPr>
      </p:sp>
      <p:sp>
        <p:nvSpPr>
          <p:cNvPr id="100" name="Shape 98"/>
          <p:cNvSpPr/>
          <p:nvPr/>
        </p:nvSpPr>
        <p:spPr>
          <a:xfrm>
            <a:off x="8319211" y="2514600"/>
            <a:ext cx="96012" cy="96012"/>
          </a:xfrm>
          <a:prstGeom prst="ellipse">
            <a:avLst/>
          </a:prstGeom>
          <a:solidFill>
            <a:srgbClr val="8FE3A1"/>
          </a:solidFill>
          <a:ln w="3810">
            <a:solidFill>
              <a:srgbClr val="8FE3A1">
                <a:alpha val="0"/>
              </a:srgbClr>
            </a:solidFill>
            <a:prstDash val="solid"/>
          </a:ln>
        </p:spPr>
      </p:sp>
      <p:sp>
        <p:nvSpPr>
          <p:cNvPr id="101" name="Shape 99"/>
          <p:cNvSpPr/>
          <p:nvPr/>
        </p:nvSpPr>
        <p:spPr>
          <a:xfrm>
            <a:off x="8446313" y="2514600"/>
            <a:ext cx="96012" cy="96012"/>
          </a:xfrm>
          <a:prstGeom prst="ellipse">
            <a:avLst/>
          </a:prstGeom>
          <a:solidFill>
            <a:srgbClr val="26364E">
              <a:alpha val="84000"/>
            </a:srgbClr>
          </a:solidFill>
          <a:ln w="3810">
            <a:solidFill>
              <a:srgbClr val="26364E">
                <a:alpha val="0"/>
              </a:srgbClr>
            </a:solidFill>
            <a:prstDash val="solid"/>
          </a:ln>
        </p:spPr>
      </p:sp>
      <p:sp>
        <p:nvSpPr>
          <p:cNvPr id="102" name="Shape 100"/>
          <p:cNvSpPr/>
          <p:nvPr/>
        </p:nvSpPr>
        <p:spPr>
          <a:xfrm>
            <a:off x="8573414" y="2514600"/>
            <a:ext cx="96012" cy="96012"/>
          </a:xfrm>
          <a:prstGeom prst="ellipse">
            <a:avLst/>
          </a:prstGeom>
          <a:solidFill>
            <a:srgbClr val="26364E">
              <a:alpha val="84000"/>
            </a:srgbClr>
          </a:solidFill>
          <a:ln w="3810">
            <a:solidFill>
              <a:srgbClr val="26364E">
                <a:alpha val="0"/>
              </a:srgbClr>
            </a:solidFill>
            <a:prstDash val="solid"/>
          </a:ln>
        </p:spPr>
      </p:sp>
      <p:sp>
        <p:nvSpPr>
          <p:cNvPr id="103" name="Shape 101"/>
          <p:cNvSpPr/>
          <p:nvPr/>
        </p:nvSpPr>
        <p:spPr>
          <a:xfrm>
            <a:off x="8700516" y="2514600"/>
            <a:ext cx="96012" cy="96012"/>
          </a:xfrm>
          <a:prstGeom prst="ellipse">
            <a:avLst/>
          </a:prstGeom>
          <a:solidFill>
            <a:srgbClr val="26364E">
              <a:alpha val="84000"/>
            </a:srgbClr>
          </a:solidFill>
          <a:ln w="3810">
            <a:solidFill>
              <a:srgbClr val="26364E">
                <a:alpha val="0"/>
              </a:srgbClr>
            </a:solidFill>
            <a:prstDash val="solid"/>
          </a:ln>
        </p:spPr>
      </p:sp>
      <p:sp>
        <p:nvSpPr>
          <p:cNvPr id="104" name="Shape 102"/>
          <p:cNvSpPr/>
          <p:nvPr/>
        </p:nvSpPr>
        <p:spPr>
          <a:xfrm>
            <a:off x="8827618" y="2514600"/>
            <a:ext cx="96012" cy="96012"/>
          </a:xfrm>
          <a:prstGeom prst="ellipse">
            <a:avLst/>
          </a:prstGeom>
          <a:solidFill>
            <a:srgbClr val="26364E">
              <a:alpha val="84000"/>
            </a:srgbClr>
          </a:solidFill>
          <a:ln w="3810">
            <a:solidFill>
              <a:srgbClr val="26364E">
                <a:alpha val="0"/>
              </a:srgbClr>
            </a:solidFill>
            <a:prstDash val="solid"/>
          </a:ln>
        </p:spPr>
      </p:sp>
      <p:sp>
        <p:nvSpPr>
          <p:cNvPr id="105" name="Shape 103"/>
          <p:cNvSpPr/>
          <p:nvPr/>
        </p:nvSpPr>
        <p:spPr>
          <a:xfrm>
            <a:off x="8954719" y="2514600"/>
            <a:ext cx="96012" cy="96012"/>
          </a:xfrm>
          <a:prstGeom prst="ellipse">
            <a:avLst/>
          </a:prstGeom>
          <a:solidFill>
            <a:srgbClr val="26364E">
              <a:alpha val="84000"/>
            </a:srgbClr>
          </a:solidFill>
          <a:ln w="3810">
            <a:solidFill>
              <a:srgbClr val="26364E">
                <a:alpha val="0"/>
              </a:srgbClr>
            </a:solidFill>
            <a:prstDash val="solid"/>
          </a:ln>
        </p:spPr>
      </p:sp>
      <p:sp>
        <p:nvSpPr>
          <p:cNvPr id="106" name="Shape 104"/>
          <p:cNvSpPr/>
          <p:nvPr/>
        </p:nvSpPr>
        <p:spPr>
          <a:xfrm>
            <a:off x="9081821" y="2514600"/>
            <a:ext cx="96012" cy="96012"/>
          </a:xfrm>
          <a:prstGeom prst="ellipse">
            <a:avLst/>
          </a:prstGeom>
          <a:solidFill>
            <a:srgbClr val="26364E">
              <a:alpha val="84000"/>
            </a:srgbClr>
          </a:solidFill>
          <a:ln w="3810">
            <a:solidFill>
              <a:srgbClr val="26364E">
                <a:alpha val="0"/>
              </a:srgbClr>
            </a:solidFill>
            <a:prstDash val="solid"/>
          </a:ln>
        </p:spPr>
      </p:sp>
      <p:sp>
        <p:nvSpPr>
          <p:cNvPr id="107" name="Shape 105"/>
          <p:cNvSpPr/>
          <p:nvPr/>
        </p:nvSpPr>
        <p:spPr>
          <a:xfrm>
            <a:off x="9208922" y="2514600"/>
            <a:ext cx="96012" cy="96012"/>
          </a:xfrm>
          <a:prstGeom prst="ellipse">
            <a:avLst/>
          </a:prstGeom>
          <a:solidFill>
            <a:srgbClr val="26364E">
              <a:alpha val="84000"/>
            </a:srgbClr>
          </a:solidFill>
          <a:ln w="3810">
            <a:solidFill>
              <a:srgbClr val="26364E">
                <a:alpha val="0"/>
              </a:srgbClr>
            </a:solidFill>
            <a:prstDash val="solid"/>
          </a:ln>
        </p:spPr>
      </p:sp>
      <p:sp>
        <p:nvSpPr>
          <p:cNvPr id="108" name="Shape 106"/>
          <p:cNvSpPr/>
          <p:nvPr/>
        </p:nvSpPr>
        <p:spPr>
          <a:xfrm>
            <a:off x="9336024" y="2514600"/>
            <a:ext cx="96012" cy="96012"/>
          </a:xfrm>
          <a:prstGeom prst="ellipse">
            <a:avLst/>
          </a:prstGeom>
          <a:solidFill>
            <a:srgbClr val="26364E">
              <a:alpha val="84000"/>
            </a:srgbClr>
          </a:solidFill>
          <a:ln w="3810">
            <a:solidFill>
              <a:srgbClr val="26364E">
                <a:alpha val="0"/>
              </a:srgbClr>
            </a:solidFill>
            <a:prstDash val="solid"/>
          </a:ln>
        </p:spPr>
      </p:sp>
      <p:sp>
        <p:nvSpPr>
          <p:cNvPr id="109" name="Shape 107"/>
          <p:cNvSpPr/>
          <p:nvPr/>
        </p:nvSpPr>
        <p:spPr>
          <a:xfrm>
            <a:off x="9463126" y="2514600"/>
            <a:ext cx="96012" cy="96012"/>
          </a:xfrm>
          <a:prstGeom prst="ellipse">
            <a:avLst/>
          </a:prstGeom>
          <a:solidFill>
            <a:srgbClr val="26364E">
              <a:alpha val="84000"/>
            </a:srgbClr>
          </a:solidFill>
          <a:ln w="3810">
            <a:solidFill>
              <a:srgbClr val="26364E">
                <a:alpha val="0"/>
              </a:srgbClr>
            </a:solidFill>
            <a:prstDash val="solid"/>
          </a:ln>
        </p:spPr>
      </p:sp>
      <p:sp>
        <p:nvSpPr>
          <p:cNvPr id="110" name="Shape 108"/>
          <p:cNvSpPr/>
          <p:nvPr/>
        </p:nvSpPr>
        <p:spPr>
          <a:xfrm>
            <a:off x="9590227" y="2514600"/>
            <a:ext cx="96012" cy="96012"/>
          </a:xfrm>
          <a:prstGeom prst="ellipse">
            <a:avLst/>
          </a:prstGeom>
          <a:solidFill>
            <a:srgbClr val="26364E">
              <a:alpha val="84000"/>
            </a:srgbClr>
          </a:solidFill>
          <a:ln w="3810">
            <a:solidFill>
              <a:srgbClr val="26364E">
                <a:alpha val="0"/>
              </a:srgbClr>
            </a:solidFill>
            <a:prstDash val="solid"/>
          </a:ln>
        </p:spPr>
      </p:sp>
      <p:sp>
        <p:nvSpPr>
          <p:cNvPr id="111" name="Shape 109"/>
          <p:cNvSpPr/>
          <p:nvPr/>
        </p:nvSpPr>
        <p:spPr>
          <a:xfrm>
            <a:off x="9717329" y="2514600"/>
            <a:ext cx="96012" cy="96012"/>
          </a:xfrm>
          <a:prstGeom prst="ellipse">
            <a:avLst/>
          </a:prstGeom>
          <a:solidFill>
            <a:srgbClr val="26364E">
              <a:alpha val="84000"/>
            </a:srgbClr>
          </a:solidFill>
          <a:ln w="3810">
            <a:solidFill>
              <a:srgbClr val="26364E">
                <a:alpha val="0"/>
              </a:srgbClr>
            </a:solidFill>
            <a:prstDash val="solid"/>
          </a:ln>
        </p:spPr>
      </p:sp>
      <p:sp>
        <p:nvSpPr>
          <p:cNvPr id="112" name="Shape 110"/>
          <p:cNvSpPr/>
          <p:nvPr/>
        </p:nvSpPr>
        <p:spPr>
          <a:xfrm>
            <a:off x="9844430" y="2514600"/>
            <a:ext cx="96012" cy="96012"/>
          </a:xfrm>
          <a:prstGeom prst="ellipse">
            <a:avLst/>
          </a:prstGeom>
          <a:solidFill>
            <a:srgbClr val="26364E">
              <a:alpha val="84000"/>
            </a:srgbClr>
          </a:solidFill>
          <a:ln w="3810">
            <a:solidFill>
              <a:srgbClr val="26364E">
                <a:alpha val="0"/>
              </a:srgbClr>
            </a:solidFill>
            <a:prstDash val="solid"/>
          </a:ln>
        </p:spPr>
      </p:sp>
      <p:sp>
        <p:nvSpPr>
          <p:cNvPr id="113" name="Shape 111"/>
          <p:cNvSpPr/>
          <p:nvPr/>
        </p:nvSpPr>
        <p:spPr>
          <a:xfrm>
            <a:off x="9971532" y="2514600"/>
            <a:ext cx="96012" cy="96012"/>
          </a:xfrm>
          <a:prstGeom prst="ellipse">
            <a:avLst/>
          </a:prstGeom>
          <a:solidFill>
            <a:srgbClr val="26364E">
              <a:alpha val="84000"/>
            </a:srgbClr>
          </a:solidFill>
          <a:ln w="3810">
            <a:solidFill>
              <a:srgbClr val="26364E">
                <a:alpha val="0"/>
              </a:srgbClr>
            </a:solidFill>
            <a:prstDash val="solid"/>
          </a:ln>
        </p:spPr>
      </p:sp>
      <p:sp>
        <p:nvSpPr>
          <p:cNvPr id="114" name="Shape 112"/>
          <p:cNvSpPr/>
          <p:nvPr/>
        </p:nvSpPr>
        <p:spPr>
          <a:xfrm>
            <a:off x="10098634" y="2514600"/>
            <a:ext cx="96012" cy="96012"/>
          </a:xfrm>
          <a:prstGeom prst="ellipse">
            <a:avLst/>
          </a:prstGeom>
          <a:solidFill>
            <a:srgbClr val="26364E">
              <a:alpha val="84000"/>
            </a:srgbClr>
          </a:solidFill>
          <a:ln w="3810">
            <a:solidFill>
              <a:srgbClr val="26364E">
                <a:alpha val="0"/>
              </a:srgbClr>
            </a:solidFill>
            <a:prstDash val="solid"/>
          </a:ln>
        </p:spPr>
      </p:sp>
      <p:sp>
        <p:nvSpPr>
          <p:cNvPr id="115" name="Shape 113"/>
          <p:cNvSpPr/>
          <p:nvPr/>
        </p:nvSpPr>
        <p:spPr>
          <a:xfrm>
            <a:off x="10225735" y="2514600"/>
            <a:ext cx="96012" cy="96012"/>
          </a:xfrm>
          <a:prstGeom prst="ellipse">
            <a:avLst/>
          </a:prstGeom>
          <a:solidFill>
            <a:srgbClr val="26364E">
              <a:alpha val="84000"/>
            </a:srgbClr>
          </a:solidFill>
          <a:ln w="3810">
            <a:solidFill>
              <a:srgbClr val="26364E">
                <a:alpha val="0"/>
              </a:srgbClr>
            </a:solidFill>
            <a:prstDash val="solid"/>
          </a:ln>
        </p:spPr>
      </p:sp>
      <p:sp>
        <p:nvSpPr>
          <p:cNvPr id="116" name="Shape 114"/>
          <p:cNvSpPr/>
          <p:nvPr/>
        </p:nvSpPr>
        <p:spPr>
          <a:xfrm>
            <a:off x="10352837" y="2514600"/>
            <a:ext cx="96012" cy="96012"/>
          </a:xfrm>
          <a:prstGeom prst="ellipse">
            <a:avLst/>
          </a:prstGeom>
          <a:solidFill>
            <a:srgbClr val="26364E">
              <a:alpha val="84000"/>
            </a:srgbClr>
          </a:solidFill>
          <a:ln w="3810">
            <a:solidFill>
              <a:srgbClr val="26364E">
                <a:alpha val="0"/>
              </a:srgbClr>
            </a:solidFill>
            <a:prstDash val="solid"/>
          </a:ln>
        </p:spPr>
      </p:sp>
      <p:sp>
        <p:nvSpPr>
          <p:cNvPr id="117" name="Shape 115"/>
          <p:cNvSpPr/>
          <p:nvPr/>
        </p:nvSpPr>
        <p:spPr>
          <a:xfrm>
            <a:off x="10479938" y="2514600"/>
            <a:ext cx="96012" cy="96012"/>
          </a:xfrm>
          <a:prstGeom prst="ellipse">
            <a:avLst/>
          </a:prstGeom>
          <a:solidFill>
            <a:srgbClr val="26364E">
              <a:alpha val="84000"/>
            </a:srgbClr>
          </a:solidFill>
          <a:ln w="3810">
            <a:solidFill>
              <a:srgbClr val="26364E">
                <a:alpha val="0"/>
              </a:srgbClr>
            </a:solidFill>
            <a:prstDash val="solid"/>
          </a:ln>
        </p:spPr>
      </p:sp>
      <p:sp>
        <p:nvSpPr>
          <p:cNvPr id="118" name="Shape 116"/>
          <p:cNvSpPr/>
          <p:nvPr/>
        </p:nvSpPr>
        <p:spPr>
          <a:xfrm>
            <a:off x="10607040" y="2514600"/>
            <a:ext cx="96012" cy="96012"/>
          </a:xfrm>
          <a:prstGeom prst="ellipse">
            <a:avLst/>
          </a:prstGeom>
          <a:solidFill>
            <a:srgbClr val="26364E">
              <a:alpha val="84000"/>
            </a:srgbClr>
          </a:solidFill>
          <a:ln w="3810">
            <a:solidFill>
              <a:srgbClr val="26364E">
                <a:alpha val="0"/>
              </a:srgbClr>
            </a:solidFill>
            <a:prstDash val="solid"/>
          </a:ln>
        </p:spPr>
      </p:sp>
      <p:sp>
        <p:nvSpPr>
          <p:cNvPr id="119" name="Shape 117"/>
          <p:cNvSpPr/>
          <p:nvPr/>
        </p:nvSpPr>
        <p:spPr>
          <a:xfrm>
            <a:off x="10734142" y="2514600"/>
            <a:ext cx="96012" cy="96012"/>
          </a:xfrm>
          <a:prstGeom prst="ellipse">
            <a:avLst/>
          </a:prstGeom>
          <a:solidFill>
            <a:srgbClr val="26364E">
              <a:alpha val="84000"/>
            </a:srgbClr>
          </a:solidFill>
          <a:ln w="3810">
            <a:solidFill>
              <a:srgbClr val="26364E">
                <a:alpha val="0"/>
              </a:srgbClr>
            </a:solidFill>
            <a:prstDash val="solid"/>
          </a:ln>
        </p:spPr>
      </p:sp>
      <p:sp>
        <p:nvSpPr>
          <p:cNvPr id="120" name="Shape 118"/>
          <p:cNvSpPr/>
          <p:nvPr/>
        </p:nvSpPr>
        <p:spPr>
          <a:xfrm>
            <a:off x="10861243" y="2514600"/>
            <a:ext cx="96012" cy="96012"/>
          </a:xfrm>
          <a:prstGeom prst="ellipse">
            <a:avLst/>
          </a:prstGeom>
          <a:solidFill>
            <a:srgbClr val="26364E">
              <a:alpha val="84000"/>
            </a:srgbClr>
          </a:solidFill>
          <a:ln w="3810">
            <a:solidFill>
              <a:srgbClr val="26364E">
                <a:alpha val="0"/>
              </a:srgbClr>
            </a:solidFill>
            <a:prstDash val="solid"/>
          </a:ln>
        </p:spPr>
      </p:sp>
      <p:sp>
        <p:nvSpPr>
          <p:cNvPr id="121" name="Shape 119"/>
          <p:cNvSpPr/>
          <p:nvPr/>
        </p:nvSpPr>
        <p:spPr>
          <a:xfrm>
            <a:off x="10988345" y="2514600"/>
            <a:ext cx="96012" cy="96012"/>
          </a:xfrm>
          <a:prstGeom prst="ellipse">
            <a:avLst/>
          </a:prstGeom>
          <a:solidFill>
            <a:srgbClr val="26364E">
              <a:alpha val="84000"/>
            </a:srgbClr>
          </a:solidFill>
          <a:ln w="3810">
            <a:solidFill>
              <a:srgbClr val="26364E">
                <a:alpha val="0"/>
              </a:srgbClr>
            </a:solidFill>
            <a:prstDash val="solid"/>
          </a:ln>
        </p:spPr>
      </p:sp>
      <p:sp>
        <p:nvSpPr>
          <p:cNvPr id="122" name="Shape 120"/>
          <p:cNvSpPr/>
          <p:nvPr/>
        </p:nvSpPr>
        <p:spPr>
          <a:xfrm>
            <a:off x="11115446" y="2514600"/>
            <a:ext cx="96012" cy="96012"/>
          </a:xfrm>
          <a:prstGeom prst="ellipse">
            <a:avLst/>
          </a:prstGeom>
          <a:solidFill>
            <a:srgbClr val="26364E">
              <a:alpha val="84000"/>
            </a:srgbClr>
          </a:solidFill>
          <a:ln w="3810">
            <a:solidFill>
              <a:srgbClr val="26364E">
                <a:alpha val="0"/>
              </a:srgbClr>
            </a:solidFill>
            <a:prstDash val="solid"/>
          </a:ln>
        </p:spPr>
      </p:sp>
      <p:sp>
        <p:nvSpPr>
          <p:cNvPr id="123" name="Shape 121"/>
          <p:cNvSpPr/>
          <p:nvPr/>
        </p:nvSpPr>
        <p:spPr>
          <a:xfrm>
            <a:off x="11242548" y="2514600"/>
            <a:ext cx="96012" cy="96012"/>
          </a:xfrm>
          <a:prstGeom prst="ellipse">
            <a:avLst/>
          </a:prstGeom>
          <a:solidFill>
            <a:srgbClr val="26364E">
              <a:alpha val="84000"/>
            </a:srgbClr>
          </a:solidFill>
          <a:ln w="3810">
            <a:solidFill>
              <a:srgbClr val="26364E">
                <a:alpha val="0"/>
              </a:srgbClr>
            </a:solidFill>
            <a:prstDash val="solid"/>
          </a:ln>
        </p:spPr>
      </p:sp>
      <p:sp>
        <p:nvSpPr>
          <p:cNvPr id="124" name="Shape 122"/>
          <p:cNvSpPr/>
          <p:nvPr/>
        </p:nvSpPr>
        <p:spPr>
          <a:xfrm>
            <a:off x="11369650" y="2514600"/>
            <a:ext cx="96012" cy="96012"/>
          </a:xfrm>
          <a:prstGeom prst="ellipse">
            <a:avLst/>
          </a:prstGeom>
          <a:solidFill>
            <a:srgbClr val="26364E">
              <a:alpha val="84000"/>
            </a:srgbClr>
          </a:solidFill>
          <a:ln w="3810">
            <a:solidFill>
              <a:srgbClr val="26364E">
                <a:alpha val="0"/>
              </a:srgbClr>
            </a:solidFill>
            <a:prstDash val="solid"/>
          </a:ln>
        </p:spPr>
      </p:sp>
      <p:sp>
        <p:nvSpPr>
          <p:cNvPr id="125" name="Shape 123"/>
          <p:cNvSpPr/>
          <p:nvPr/>
        </p:nvSpPr>
        <p:spPr>
          <a:xfrm>
            <a:off x="11496751" y="2514600"/>
            <a:ext cx="96012" cy="96012"/>
          </a:xfrm>
          <a:prstGeom prst="ellipse">
            <a:avLst/>
          </a:prstGeom>
          <a:solidFill>
            <a:srgbClr val="26364E">
              <a:alpha val="84000"/>
            </a:srgbClr>
          </a:solidFill>
          <a:ln w="3810">
            <a:solidFill>
              <a:srgbClr val="26364E">
                <a:alpha val="0"/>
              </a:srgbClr>
            </a:solidFill>
            <a:prstDash val="solid"/>
          </a:ln>
        </p:spPr>
      </p:sp>
      <p:sp>
        <p:nvSpPr>
          <p:cNvPr id="126" name="Shape 124"/>
          <p:cNvSpPr/>
          <p:nvPr/>
        </p:nvSpPr>
        <p:spPr>
          <a:xfrm>
            <a:off x="11623853" y="2514600"/>
            <a:ext cx="96012" cy="96012"/>
          </a:xfrm>
          <a:prstGeom prst="ellipse">
            <a:avLst/>
          </a:prstGeom>
          <a:solidFill>
            <a:srgbClr val="26364E">
              <a:alpha val="84000"/>
            </a:srgbClr>
          </a:solidFill>
          <a:ln w="3810">
            <a:solidFill>
              <a:srgbClr val="26364E">
                <a:alpha val="0"/>
              </a:srgbClr>
            </a:solidFill>
            <a:prstDash val="solid"/>
          </a:ln>
        </p:spPr>
      </p:sp>
      <p:sp>
        <p:nvSpPr>
          <p:cNvPr id="127" name="Shape 125"/>
          <p:cNvSpPr/>
          <p:nvPr/>
        </p:nvSpPr>
        <p:spPr>
          <a:xfrm>
            <a:off x="11750954" y="2514600"/>
            <a:ext cx="96012" cy="96012"/>
          </a:xfrm>
          <a:prstGeom prst="ellipse">
            <a:avLst/>
          </a:prstGeom>
          <a:solidFill>
            <a:srgbClr val="26364E">
              <a:alpha val="84000"/>
            </a:srgbClr>
          </a:solidFill>
          <a:ln w="3810">
            <a:solidFill>
              <a:srgbClr val="26364E">
                <a:alpha val="0"/>
              </a:srgbClr>
            </a:solidFill>
            <a:prstDash val="solid"/>
          </a:ln>
        </p:spPr>
      </p:sp>
      <p:sp>
        <p:nvSpPr>
          <p:cNvPr id="128" name="Shape 126"/>
          <p:cNvSpPr/>
          <p:nvPr/>
        </p:nvSpPr>
        <p:spPr>
          <a:xfrm>
            <a:off x="11878056" y="2514600"/>
            <a:ext cx="96012" cy="96012"/>
          </a:xfrm>
          <a:prstGeom prst="ellipse">
            <a:avLst/>
          </a:prstGeom>
          <a:solidFill>
            <a:srgbClr val="8FE3A1"/>
          </a:solidFill>
          <a:ln w="3810">
            <a:solidFill>
              <a:srgbClr val="8FE3A1">
                <a:alpha val="0"/>
              </a:srgbClr>
            </a:solidFill>
            <a:prstDash val="solid"/>
          </a:ln>
        </p:spPr>
      </p:sp>
      <p:sp>
        <p:nvSpPr>
          <p:cNvPr id="129" name="Shape 127"/>
          <p:cNvSpPr/>
          <p:nvPr/>
        </p:nvSpPr>
        <p:spPr>
          <a:xfrm>
            <a:off x="12005158" y="2514600"/>
            <a:ext cx="96012" cy="96012"/>
          </a:xfrm>
          <a:prstGeom prst="ellipse">
            <a:avLst/>
          </a:prstGeom>
          <a:solidFill>
            <a:srgbClr val="26364E">
              <a:alpha val="84000"/>
            </a:srgbClr>
          </a:solidFill>
          <a:ln w="3810">
            <a:solidFill>
              <a:srgbClr val="26364E">
                <a:alpha val="0"/>
              </a:srgbClr>
            </a:solidFill>
            <a:prstDash val="solid"/>
          </a:ln>
        </p:spPr>
      </p:sp>
      <p:sp>
        <p:nvSpPr>
          <p:cNvPr id="130" name="Shape 128"/>
          <p:cNvSpPr/>
          <p:nvPr/>
        </p:nvSpPr>
        <p:spPr>
          <a:xfrm>
            <a:off x="8065008" y="2641702"/>
            <a:ext cx="96012" cy="96012"/>
          </a:xfrm>
          <a:prstGeom prst="ellipse">
            <a:avLst/>
          </a:prstGeom>
          <a:solidFill>
            <a:srgbClr val="8FE3A1"/>
          </a:solidFill>
          <a:ln w="3810">
            <a:solidFill>
              <a:srgbClr val="8FE3A1">
                <a:alpha val="0"/>
              </a:srgbClr>
            </a:solidFill>
            <a:prstDash val="solid"/>
          </a:ln>
        </p:spPr>
      </p:sp>
      <p:sp>
        <p:nvSpPr>
          <p:cNvPr id="131" name="Shape 129"/>
          <p:cNvSpPr/>
          <p:nvPr/>
        </p:nvSpPr>
        <p:spPr>
          <a:xfrm>
            <a:off x="8192110" y="2641702"/>
            <a:ext cx="96012" cy="96012"/>
          </a:xfrm>
          <a:prstGeom prst="ellipse">
            <a:avLst/>
          </a:prstGeom>
          <a:solidFill>
            <a:srgbClr val="26364E">
              <a:alpha val="84000"/>
            </a:srgbClr>
          </a:solidFill>
          <a:ln w="3810">
            <a:solidFill>
              <a:srgbClr val="26364E">
                <a:alpha val="0"/>
              </a:srgbClr>
            </a:solidFill>
            <a:prstDash val="solid"/>
          </a:ln>
        </p:spPr>
      </p:sp>
      <p:sp>
        <p:nvSpPr>
          <p:cNvPr id="132" name="Shape 130"/>
          <p:cNvSpPr/>
          <p:nvPr/>
        </p:nvSpPr>
        <p:spPr>
          <a:xfrm>
            <a:off x="8319211" y="2641702"/>
            <a:ext cx="96012" cy="96012"/>
          </a:xfrm>
          <a:prstGeom prst="ellipse">
            <a:avLst/>
          </a:prstGeom>
          <a:solidFill>
            <a:srgbClr val="8FE3A1"/>
          </a:solidFill>
          <a:ln w="3810">
            <a:solidFill>
              <a:srgbClr val="8FE3A1">
                <a:alpha val="0"/>
              </a:srgbClr>
            </a:solidFill>
            <a:prstDash val="solid"/>
          </a:ln>
        </p:spPr>
      </p:sp>
      <p:sp>
        <p:nvSpPr>
          <p:cNvPr id="133" name="Shape 131"/>
          <p:cNvSpPr/>
          <p:nvPr/>
        </p:nvSpPr>
        <p:spPr>
          <a:xfrm>
            <a:off x="8446313" y="2641702"/>
            <a:ext cx="96012" cy="96012"/>
          </a:xfrm>
          <a:prstGeom prst="ellipse">
            <a:avLst/>
          </a:prstGeom>
          <a:solidFill>
            <a:srgbClr val="26364E">
              <a:alpha val="84000"/>
            </a:srgbClr>
          </a:solidFill>
          <a:ln w="3810">
            <a:solidFill>
              <a:srgbClr val="26364E">
                <a:alpha val="0"/>
              </a:srgbClr>
            </a:solidFill>
            <a:prstDash val="solid"/>
          </a:ln>
        </p:spPr>
      </p:sp>
      <p:sp>
        <p:nvSpPr>
          <p:cNvPr id="134" name="Shape 132"/>
          <p:cNvSpPr/>
          <p:nvPr/>
        </p:nvSpPr>
        <p:spPr>
          <a:xfrm>
            <a:off x="8573414" y="2641702"/>
            <a:ext cx="96012" cy="96012"/>
          </a:xfrm>
          <a:prstGeom prst="ellipse">
            <a:avLst/>
          </a:prstGeom>
          <a:solidFill>
            <a:srgbClr val="8FE3A1"/>
          </a:solidFill>
          <a:ln w="3810">
            <a:solidFill>
              <a:srgbClr val="8FE3A1">
                <a:alpha val="0"/>
              </a:srgbClr>
            </a:solidFill>
            <a:prstDash val="solid"/>
          </a:ln>
        </p:spPr>
      </p:sp>
      <p:sp>
        <p:nvSpPr>
          <p:cNvPr id="135" name="Shape 133"/>
          <p:cNvSpPr/>
          <p:nvPr/>
        </p:nvSpPr>
        <p:spPr>
          <a:xfrm>
            <a:off x="8700516" y="2641702"/>
            <a:ext cx="96012" cy="96012"/>
          </a:xfrm>
          <a:prstGeom prst="ellipse">
            <a:avLst/>
          </a:prstGeom>
          <a:solidFill>
            <a:srgbClr val="26364E">
              <a:alpha val="84000"/>
            </a:srgbClr>
          </a:solidFill>
          <a:ln w="3810">
            <a:solidFill>
              <a:srgbClr val="26364E">
                <a:alpha val="0"/>
              </a:srgbClr>
            </a:solidFill>
            <a:prstDash val="solid"/>
          </a:ln>
        </p:spPr>
      </p:sp>
      <p:sp>
        <p:nvSpPr>
          <p:cNvPr id="136" name="Shape 134"/>
          <p:cNvSpPr/>
          <p:nvPr/>
        </p:nvSpPr>
        <p:spPr>
          <a:xfrm>
            <a:off x="8827618" y="2641702"/>
            <a:ext cx="96012" cy="96012"/>
          </a:xfrm>
          <a:prstGeom prst="ellipse">
            <a:avLst/>
          </a:prstGeom>
          <a:solidFill>
            <a:srgbClr val="26364E">
              <a:alpha val="84000"/>
            </a:srgbClr>
          </a:solidFill>
          <a:ln w="3810">
            <a:solidFill>
              <a:srgbClr val="26364E">
                <a:alpha val="0"/>
              </a:srgbClr>
            </a:solidFill>
            <a:prstDash val="solid"/>
          </a:ln>
        </p:spPr>
      </p:sp>
      <p:sp>
        <p:nvSpPr>
          <p:cNvPr id="137" name="Shape 135"/>
          <p:cNvSpPr/>
          <p:nvPr/>
        </p:nvSpPr>
        <p:spPr>
          <a:xfrm>
            <a:off x="8954719" y="2641702"/>
            <a:ext cx="96012" cy="96012"/>
          </a:xfrm>
          <a:prstGeom prst="ellipse">
            <a:avLst/>
          </a:prstGeom>
          <a:solidFill>
            <a:srgbClr val="8FE3A1"/>
          </a:solidFill>
          <a:ln w="3810">
            <a:solidFill>
              <a:srgbClr val="8FE3A1">
                <a:alpha val="0"/>
              </a:srgbClr>
            </a:solidFill>
            <a:prstDash val="solid"/>
          </a:ln>
        </p:spPr>
      </p:sp>
      <p:sp>
        <p:nvSpPr>
          <p:cNvPr id="138" name="Shape 136"/>
          <p:cNvSpPr/>
          <p:nvPr/>
        </p:nvSpPr>
        <p:spPr>
          <a:xfrm>
            <a:off x="9081821" y="2641702"/>
            <a:ext cx="96012" cy="96012"/>
          </a:xfrm>
          <a:prstGeom prst="ellipse">
            <a:avLst/>
          </a:prstGeom>
          <a:solidFill>
            <a:srgbClr val="26364E">
              <a:alpha val="84000"/>
            </a:srgbClr>
          </a:solidFill>
          <a:ln w="3810">
            <a:solidFill>
              <a:srgbClr val="26364E">
                <a:alpha val="0"/>
              </a:srgbClr>
            </a:solidFill>
            <a:prstDash val="solid"/>
          </a:ln>
        </p:spPr>
      </p:sp>
      <p:sp>
        <p:nvSpPr>
          <p:cNvPr id="139" name="Shape 137"/>
          <p:cNvSpPr/>
          <p:nvPr/>
        </p:nvSpPr>
        <p:spPr>
          <a:xfrm>
            <a:off x="9208922" y="2641702"/>
            <a:ext cx="96012" cy="96012"/>
          </a:xfrm>
          <a:prstGeom prst="ellipse">
            <a:avLst/>
          </a:prstGeom>
          <a:solidFill>
            <a:srgbClr val="26364E">
              <a:alpha val="84000"/>
            </a:srgbClr>
          </a:solidFill>
          <a:ln w="3810">
            <a:solidFill>
              <a:srgbClr val="26364E">
                <a:alpha val="0"/>
              </a:srgbClr>
            </a:solidFill>
            <a:prstDash val="solid"/>
          </a:ln>
        </p:spPr>
      </p:sp>
      <p:sp>
        <p:nvSpPr>
          <p:cNvPr id="140" name="Shape 138"/>
          <p:cNvSpPr/>
          <p:nvPr/>
        </p:nvSpPr>
        <p:spPr>
          <a:xfrm>
            <a:off x="9336024" y="2641702"/>
            <a:ext cx="96012" cy="96012"/>
          </a:xfrm>
          <a:prstGeom prst="ellipse">
            <a:avLst/>
          </a:prstGeom>
          <a:solidFill>
            <a:srgbClr val="26364E">
              <a:alpha val="84000"/>
            </a:srgbClr>
          </a:solidFill>
          <a:ln w="3810">
            <a:solidFill>
              <a:srgbClr val="26364E">
                <a:alpha val="0"/>
              </a:srgbClr>
            </a:solidFill>
            <a:prstDash val="solid"/>
          </a:ln>
        </p:spPr>
      </p:sp>
      <p:sp>
        <p:nvSpPr>
          <p:cNvPr id="141" name="Shape 139"/>
          <p:cNvSpPr/>
          <p:nvPr/>
        </p:nvSpPr>
        <p:spPr>
          <a:xfrm>
            <a:off x="9463126" y="2641702"/>
            <a:ext cx="96012" cy="96012"/>
          </a:xfrm>
          <a:prstGeom prst="ellipse">
            <a:avLst/>
          </a:prstGeom>
          <a:solidFill>
            <a:srgbClr val="26364E">
              <a:alpha val="84000"/>
            </a:srgbClr>
          </a:solidFill>
          <a:ln w="3810">
            <a:solidFill>
              <a:srgbClr val="26364E">
                <a:alpha val="0"/>
              </a:srgbClr>
            </a:solidFill>
            <a:prstDash val="solid"/>
          </a:ln>
        </p:spPr>
      </p:sp>
      <p:sp>
        <p:nvSpPr>
          <p:cNvPr id="142" name="Shape 140"/>
          <p:cNvSpPr/>
          <p:nvPr/>
        </p:nvSpPr>
        <p:spPr>
          <a:xfrm>
            <a:off x="9590227" y="2641702"/>
            <a:ext cx="96012" cy="96012"/>
          </a:xfrm>
          <a:prstGeom prst="ellipse">
            <a:avLst/>
          </a:prstGeom>
          <a:solidFill>
            <a:srgbClr val="26364E">
              <a:alpha val="84000"/>
            </a:srgbClr>
          </a:solidFill>
          <a:ln w="3810">
            <a:solidFill>
              <a:srgbClr val="26364E">
                <a:alpha val="0"/>
              </a:srgbClr>
            </a:solidFill>
            <a:prstDash val="solid"/>
          </a:ln>
        </p:spPr>
      </p:sp>
      <p:sp>
        <p:nvSpPr>
          <p:cNvPr id="143" name="Shape 141"/>
          <p:cNvSpPr/>
          <p:nvPr/>
        </p:nvSpPr>
        <p:spPr>
          <a:xfrm>
            <a:off x="9717329" y="2641702"/>
            <a:ext cx="96012" cy="96012"/>
          </a:xfrm>
          <a:prstGeom prst="ellipse">
            <a:avLst/>
          </a:prstGeom>
          <a:solidFill>
            <a:srgbClr val="8FE3A1"/>
          </a:solidFill>
          <a:ln w="3810">
            <a:solidFill>
              <a:srgbClr val="8FE3A1">
                <a:alpha val="0"/>
              </a:srgbClr>
            </a:solidFill>
            <a:prstDash val="solid"/>
          </a:ln>
        </p:spPr>
      </p:sp>
      <p:sp>
        <p:nvSpPr>
          <p:cNvPr id="144" name="Shape 142"/>
          <p:cNvSpPr/>
          <p:nvPr/>
        </p:nvSpPr>
        <p:spPr>
          <a:xfrm>
            <a:off x="9844430" y="2641702"/>
            <a:ext cx="96012" cy="96012"/>
          </a:xfrm>
          <a:prstGeom prst="ellipse">
            <a:avLst/>
          </a:prstGeom>
          <a:solidFill>
            <a:srgbClr val="26364E">
              <a:alpha val="84000"/>
            </a:srgbClr>
          </a:solidFill>
          <a:ln w="3810">
            <a:solidFill>
              <a:srgbClr val="26364E">
                <a:alpha val="0"/>
              </a:srgbClr>
            </a:solidFill>
            <a:prstDash val="solid"/>
          </a:ln>
        </p:spPr>
      </p:sp>
      <p:sp>
        <p:nvSpPr>
          <p:cNvPr id="145" name="Shape 143"/>
          <p:cNvSpPr/>
          <p:nvPr/>
        </p:nvSpPr>
        <p:spPr>
          <a:xfrm>
            <a:off x="9971532" y="2641702"/>
            <a:ext cx="96012" cy="96012"/>
          </a:xfrm>
          <a:prstGeom prst="ellipse">
            <a:avLst/>
          </a:prstGeom>
          <a:solidFill>
            <a:srgbClr val="26364E">
              <a:alpha val="84000"/>
            </a:srgbClr>
          </a:solidFill>
          <a:ln w="3810">
            <a:solidFill>
              <a:srgbClr val="26364E">
                <a:alpha val="0"/>
              </a:srgbClr>
            </a:solidFill>
            <a:prstDash val="solid"/>
          </a:ln>
        </p:spPr>
      </p:sp>
      <p:sp>
        <p:nvSpPr>
          <p:cNvPr id="146" name="Shape 144"/>
          <p:cNvSpPr/>
          <p:nvPr/>
        </p:nvSpPr>
        <p:spPr>
          <a:xfrm>
            <a:off x="10098634" y="2641702"/>
            <a:ext cx="96012" cy="96012"/>
          </a:xfrm>
          <a:prstGeom prst="ellipse">
            <a:avLst/>
          </a:prstGeom>
          <a:solidFill>
            <a:srgbClr val="26364E">
              <a:alpha val="84000"/>
            </a:srgbClr>
          </a:solidFill>
          <a:ln w="3810">
            <a:solidFill>
              <a:srgbClr val="26364E">
                <a:alpha val="0"/>
              </a:srgbClr>
            </a:solidFill>
            <a:prstDash val="solid"/>
          </a:ln>
        </p:spPr>
      </p:sp>
      <p:sp>
        <p:nvSpPr>
          <p:cNvPr id="147" name="Shape 145"/>
          <p:cNvSpPr/>
          <p:nvPr/>
        </p:nvSpPr>
        <p:spPr>
          <a:xfrm>
            <a:off x="10225735" y="2641702"/>
            <a:ext cx="96012" cy="96012"/>
          </a:xfrm>
          <a:prstGeom prst="ellipse">
            <a:avLst/>
          </a:prstGeom>
          <a:solidFill>
            <a:srgbClr val="26364E">
              <a:alpha val="84000"/>
            </a:srgbClr>
          </a:solidFill>
          <a:ln w="3810">
            <a:solidFill>
              <a:srgbClr val="26364E">
                <a:alpha val="0"/>
              </a:srgbClr>
            </a:solidFill>
            <a:prstDash val="solid"/>
          </a:ln>
        </p:spPr>
      </p:sp>
      <p:sp>
        <p:nvSpPr>
          <p:cNvPr id="148" name="Shape 146"/>
          <p:cNvSpPr/>
          <p:nvPr/>
        </p:nvSpPr>
        <p:spPr>
          <a:xfrm>
            <a:off x="10352837" y="2641702"/>
            <a:ext cx="96012" cy="96012"/>
          </a:xfrm>
          <a:prstGeom prst="ellipse">
            <a:avLst/>
          </a:prstGeom>
          <a:solidFill>
            <a:srgbClr val="26364E">
              <a:alpha val="84000"/>
            </a:srgbClr>
          </a:solidFill>
          <a:ln w="3810">
            <a:solidFill>
              <a:srgbClr val="26364E">
                <a:alpha val="0"/>
              </a:srgbClr>
            </a:solidFill>
            <a:prstDash val="solid"/>
          </a:ln>
        </p:spPr>
      </p:sp>
      <p:sp>
        <p:nvSpPr>
          <p:cNvPr id="149" name="Shape 147"/>
          <p:cNvSpPr/>
          <p:nvPr/>
        </p:nvSpPr>
        <p:spPr>
          <a:xfrm>
            <a:off x="10479938" y="2641702"/>
            <a:ext cx="96012" cy="96012"/>
          </a:xfrm>
          <a:prstGeom prst="ellipse">
            <a:avLst/>
          </a:prstGeom>
          <a:solidFill>
            <a:srgbClr val="8FE3A1"/>
          </a:solidFill>
          <a:ln w="3810">
            <a:solidFill>
              <a:srgbClr val="8FE3A1">
                <a:alpha val="0"/>
              </a:srgbClr>
            </a:solidFill>
            <a:prstDash val="solid"/>
          </a:ln>
        </p:spPr>
      </p:sp>
      <p:sp>
        <p:nvSpPr>
          <p:cNvPr id="150" name="Shape 148"/>
          <p:cNvSpPr/>
          <p:nvPr/>
        </p:nvSpPr>
        <p:spPr>
          <a:xfrm>
            <a:off x="10607040" y="2641702"/>
            <a:ext cx="96012" cy="96012"/>
          </a:xfrm>
          <a:prstGeom prst="ellipse">
            <a:avLst/>
          </a:prstGeom>
          <a:solidFill>
            <a:srgbClr val="26364E">
              <a:alpha val="84000"/>
            </a:srgbClr>
          </a:solidFill>
          <a:ln w="3810">
            <a:solidFill>
              <a:srgbClr val="26364E">
                <a:alpha val="0"/>
              </a:srgbClr>
            </a:solidFill>
            <a:prstDash val="solid"/>
          </a:ln>
        </p:spPr>
      </p:sp>
      <p:sp>
        <p:nvSpPr>
          <p:cNvPr id="151" name="Shape 149"/>
          <p:cNvSpPr/>
          <p:nvPr/>
        </p:nvSpPr>
        <p:spPr>
          <a:xfrm>
            <a:off x="10734142" y="2641702"/>
            <a:ext cx="96012" cy="96012"/>
          </a:xfrm>
          <a:prstGeom prst="ellipse">
            <a:avLst/>
          </a:prstGeom>
          <a:solidFill>
            <a:srgbClr val="26364E">
              <a:alpha val="84000"/>
            </a:srgbClr>
          </a:solidFill>
          <a:ln w="3810">
            <a:solidFill>
              <a:srgbClr val="26364E">
                <a:alpha val="0"/>
              </a:srgbClr>
            </a:solidFill>
            <a:prstDash val="solid"/>
          </a:ln>
        </p:spPr>
      </p:sp>
      <p:sp>
        <p:nvSpPr>
          <p:cNvPr id="152" name="Shape 150"/>
          <p:cNvSpPr/>
          <p:nvPr/>
        </p:nvSpPr>
        <p:spPr>
          <a:xfrm>
            <a:off x="10861243" y="2641702"/>
            <a:ext cx="96012" cy="96012"/>
          </a:xfrm>
          <a:prstGeom prst="ellipse">
            <a:avLst/>
          </a:prstGeom>
          <a:solidFill>
            <a:srgbClr val="26364E">
              <a:alpha val="84000"/>
            </a:srgbClr>
          </a:solidFill>
          <a:ln w="3810">
            <a:solidFill>
              <a:srgbClr val="26364E">
                <a:alpha val="0"/>
              </a:srgbClr>
            </a:solidFill>
            <a:prstDash val="solid"/>
          </a:ln>
        </p:spPr>
      </p:sp>
      <p:sp>
        <p:nvSpPr>
          <p:cNvPr id="153" name="Shape 151"/>
          <p:cNvSpPr/>
          <p:nvPr/>
        </p:nvSpPr>
        <p:spPr>
          <a:xfrm>
            <a:off x="10988345" y="2641702"/>
            <a:ext cx="96012" cy="96012"/>
          </a:xfrm>
          <a:prstGeom prst="ellipse">
            <a:avLst/>
          </a:prstGeom>
          <a:solidFill>
            <a:srgbClr val="26364E">
              <a:alpha val="84000"/>
            </a:srgbClr>
          </a:solidFill>
          <a:ln w="3810">
            <a:solidFill>
              <a:srgbClr val="26364E">
                <a:alpha val="0"/>
              </a:srgbClr>
            </a:solidFill>
            <a:prstDash val="solid"/>
          </a:ln>
        </p:spPr>
      </p:sp>
      <p:sp>
        <p:nvSpPr>
          <p:cNvPr id="154" name="Shape 152"/>
          <p:cNvSpPr/>
          <p:nvPr/>
        </p:nvSpPr>
        <p:spPr>
          <a:xfrm>
            <a:off x="11115446" y="2641702"/>
            <a:ext cx="96012" cy="96012"/>
          </a:xfrm>
          <a:prstGeom prst="ellipse">
            <a:avLst/>
          </a:prstGeom>
          <a:solidFill>
            <a:srgbClr val="26364E">
              <a:alpha val="84000"/>
            </a:srgbClr>
          </a:solidFill>
          <a:ln w="3810">
            <a:solidFill>
              <a:srgbClr val="26364E">
                <a:alpha val="0"/>
              </a:srgbClr>
            </a:solidFill>
            <a:prstDash val="solid"/>
          </a:ln>
        </p:spPr>
      </p:sp>
      <p:sp>
        <p:nvSpPr>
          <p:cNvPr id="155" name="Shape 153"/>
          <p:cNvSpPr/>
          <p:nvPr/>
        </p:nvSpPr>
        <p:spPr>
          <a:xfrm>
            <a:off x="11242548" y="2641702"/>
            <a:ext cx="96012" cy="96012"/>
          </a:xfrm>
          <a:prstGeom prst="ellipse">
            <a:avLst/>
          </a:prstGeom>
          <a:solidFill>
            <a:srgbClr val="8FE3A1"/>
          </a:solidFill>
          <a:ln w="3810">
            <a:solidFill>
              <a:srgbClr val="8FE3A1">
                <a:alpha val="0"/>
              </a:srgbClr>
            </a:solidFill>
            <a:prstDash val="solid"/>
          </a:ln>
        </p:spPr>
      </p:sp>
      <p:sp>
        <p:nvSpPr>
          <p:cNvPr id="156" name="Shape 154"/>
          <p:cNvSpPr/>
          <p:nvPr/>
        </p:nvSpPr>
        <p:spPr>
          <a:xfrm>
            <a:off x="11369650" y="2641702"/>
            <a:ext cx="96012" cy="96012"/>
          </a:xfrm>
          <a:prstGeom prst="ellipse">
            <a:avLst/>
          </a:prstGeom>
          <a:solidFill>
            <a:srgbClr val="26364E">
              <a:alpha val="84000"/>
            </a:srgbClr>
          </a:solidFill>
          <a:ln w="3810">
            <a:solidFill>
              <a:srgbClr val="26364E">
                <a:alpha val="0"/>
              </a:srgbClr>
            </a:solidFill>
            <a:prstDash val="solid"/>
          </a:ln>
        </p:spPr>
      </p:sp>
      <p:sp>
        <p:nvSpPr>
          <p:cNvPr id="157" name="Shape 155"/>
          <p:cNvSpPr/>
          <p:nvPr/>
        </p:nvSpPr>
        <p:spPr>
          <a:xfrm>
            <a:off x="11496751" y="2641702"/>
            <a:ext cx="96012" cy="96012"/>
          </a:xfrm>
          <a:prstGeom prst="ellipse">
            <a:avLst/>
          </a:prstGeom>
          <a:solidFill>
            <a:srgbClr val="26364E">
              <a:alpha val="84000"/>
            </a:srgbClr>
          </a:solidFill>
          <a:ln w="3810">
            <a:solidFill>
              <a:srgbClr val="26364E">
                <a:alpha val="0"/>
              </a:srgbClr>
            </a:solidFill>
            <a:prstDash val="solid"/>
          </a:ln>
        </p:spPr>
      </p:sp>
      <p:sp>
        <p:nvSpPr>
          <p:cNvPr id="158" name="Shape 156"/>
          <p:cNvSpPr/>
          <p:nvPr/>
        </p:nvSpPr>
        <p:spPr>
          <a:xfrm>
            <a:off x="11623853" y="2641702"/>
            <a:ext cx="96012" cy="96012"/>
          </a:xfrm>
          <a:prstGeom prst="ellipse">
            <a:avLst/>
          </a:prstGeom>
          <a:solidFill>
            <a:srgbClr val="26364E">
              <a:alpha val="84000"/>
            </a:srgbClr>
          </a:solidFill>
          <a:ln w="3810">
            <a:solidFill>
              <a:srgbClr val="26364E">
                <a:alpha val="0"/>
              </a:srgbClr>
            </a:solidFill>
            <a:prstDash val="solid"/>
          </a:ln>
        </p:spPr>
      </p:sp>
      <p:sp>
        <p:nvSpPr>
          <p:cNvPr id="159" name="Shape 157"/>
          <p:cNvSpPr/>
          <p:nvPr/>
        </p:nvSpPr>
        <p:spPr>
          <a:xfrm>
            <a:off x="11750954" y="2641702"/>
            <a:ext cx="96012" cy="96012"/>
          </a:xfrm>
          <a:prstGeom prst="ellipse">
            <a:avLst/>
          </a:prstGeom>
          <a:solidFill>
            <a:srgbClr val="26364E">
              <a:alpha val="84000"/>
            </a:srgbClr>
          </a:solidFill>
          <a:ln w="3810">
            <a:solidFill>
              <a:srgbClr val="26364E">
                <a:alpha val="0"/>
              </a:srgbClr>
            </a:solidFill>
            <a:prstDash val="solid"/>
          </a:ln>
        </p:spPr>
      </p:sp>
      <p:sp>
        <p:nvSpPr>
          <p:cNvPr id="160" name="Shape 158"/>
          <p:cNvSpPr/>
          <p:nvPr/>
        </p:nvSpPr>
        <p:spPr>
          <a:xfrm>
            <a:off x="11878056" y="2641702"/>
            <a:ext cx="96012" cy="96012"/>
          </a:xfrm>
          <a:prstGeom prst="ellipse">
            <a:avLst/>
          </a:prstGeom>
          <a:solidFill>
            <a:srgbClr val="8FE3A1"/>
          </a:solidFill>
          <a:ln w="3810">
            <a:solidFill>
              <a:srgbClr val="8FE3A1">
                <a:alpha val="0"/>
              </a:srgbClr>
            </a:solidFill>
            <a:prstDash val="solid"/>
          </a:ln>
        </p:spPr>
      </p:sp>
      <p:sp>
        <p:nvSpPr>
          <p:cNvPr id="161" name="Shape 159"/>
          <p:cNvSpPr/>
          <p:nvPr/>
        </p:nvSpPr>
        <p:spPr>
          <a:xfrm>
            <a:off x="12005158" y="2641702"/>
            <a:ext cx="96012" cy="96012"/>
          </a:xfrm>
          <a:prstGeom prst="ellipse">
            <a:avLst/>
          </a:prstGeom>
          <a:solidFill>
            <a:srgbClr val="26364E">
              <a:alpha val="84000"/>
            </a:srgbClr>
          </a:solidFill>
          <a:ln w="3810">
            <a:solidFill>
              <a:srgbClr val="26364E">
                <a:alpha val="0"/>
              </a:srgbClr>
            </a:solidFill>
            <a:prstDash val="solid"/>
          </a:ln>
        </p:spPr>
      </p:sp>
      <p:sp>
        <p:nvSpPr>
          <p:cNvPr id="162" name="Shape 160"/>
          <p:cNvSpPr/>
          <p:nvPr/>
        </p:nvSpPr>
        <p:spPr>
          <a:xfrm>
            <a:off x="8065008" y="2768803"/>
            <a:ext cx="96012" cy="96012"/>
          </a:xfrm>
          <a:prstGeom prst="ellipse">
            <a:avLst/>
          </a:prstGeom>
          <a:solidFill>
            <a:srgbClr val="26364E">
              <a:alpha val="84000"/>
            </a:srgbClr>
          </a:solidFill>
          <a:ln w="3810">
            <a:solidFill>
              <a:srgbClr val="26364E">
                <a:alpha val="0"/>
              </a:srgbClr>
            </a:solidFill>
            <a:prstDash val="solid"/>
          </a:ln>
        </p:spPr>
      </p:sp>
      <p:sp>
        <p:nvSpPr>
          <p:cNvPr id="163" name="Shape 161"/>
          <p:cNvSpPr/>
          <p:nvPr/>
        </p:nvSpPr>
        <p:spPr>
          <a:xfrm>
            <a:off x="8192110" y="2768803"/>
            <a:ext cx="96012" cy="96012"/>
          </a:xfrm>
          <a:prstGeom prst="ellipse">
            <a:avLst/>
          </a:prstGeom>
          <a:solidFill>
            <a:srgbClr val="26364E">
              <a:alpha val="84000"/>
            </a:srgbClr>
          </a:solidFill>
          <a:ln w="3810">
            <a:solidFill>
              <a:srgbClr val="26364E">
                <a:alpha val="0"/>
              </a:srgbClr>
            </a:solidFill>
            <a:prstDash val="solid"/>
          </a:ln>
        </p:spPr>
      </p:sp>
      <p:sp>
        <p:nvSpPr>
          <p:cNvPr id="164" name="Shape 162"/>
          <p:cNvSpPr/>
          <p:nvPr/>
        </p:nvSpPr>
        <p:spPr>
          <a:xfrm>
            <a:off x="8319211" y="2768803"/>
            <a:ext cx="96012" cy="96012"/>
          </a:xfrm>
          <a:prstGeom prst="ellipse">
            <a:avLst/>
          </a:prstGeom>
          <a:solidFill>
            <a:srgbClr val="26364E">
              <a:alpha val="84000"/>
            </a:srgbClr>
          </a:solidFill>
          <a:ln w="3810">
            <a:solidFill>
              <a:srgbClr val="26364E">
                <a:alpha val="0"/>
              </a:srgbClr>
            </a:solidFill>
            <a:prstDash val="solid"/>
          </a:ln>
        </p:spPr>
      </p:sp>
      <p:sp>
        <p:nvSpPr>
          <p:cNvPr id="165" name="Shape 163"/>
          <p:cNvSpPr/>
          <p:nvPr/>
        </p:nvSpPr>
        <p:spPr>
          <a:xfrm>
            <a:off x="8446313" y="2768803"/>
            <a:ext cx="96012" cy="96012"/>
          </a:xfrm>
          <a:prstGeom prst="ellipse">
            <a:avLst/>
          </a:prstGeom>
          <a:solidFill>
            <a:srgbClr val="26364E">
              <a:alpha val="84000"/>
            </a:srgbClr>
          </a:solidFill>
          <a:ln w="3810">
            <a:solidFill>
              <a:srgbClr val="26364E">
                <a:alpha val="0"/>
              </a:srgbClr>
            </a:solidFill>
            <a:prstDash val="solid"/>
          </a:ln>
        </p:spPr>
      </p:sp>
      <p:sp>
        <p:nvSpPr>
          <p:cNvPr id="166" name="Shape 164"/>
          <p:cNvSpPr/>
          <p:nvPr/>
        </p:nvSpPr>
        <p:spPr>
          <a:xfrm>
            <a:off x="8573414" y="2768803"/>
            <a:ext cx="96012" cy="96012"/>
          </a:xfrm>
          <a:prstGeom prst="ellipse">
            <a:avLst/>
          </a:prstGeom>
          <a:solidFill>
            <a:srgbClr val="26364E">
              <a:alpha val="84000"/>
            </a:srgbClr>
          </a:solidFill>
          <a:ln w="3810">
            <a:solidFill>
              <a:srgbClr val="26364E">
                <a:alpha val="0"/>
              </a:srgbClr>
            </a:solidFill>
            <a:prstDash val="solid"/>
          </a:ln>
        </p:spPr>
      </p:sp>
      <p:sp>
        <p:nvSpPr>
          <p:cNvPr id="167" name="Shape 165"/>
          <p:cNvSpPr/>
          <p:nvPr/>
        </p:nvSpPr>
        <p:spPr>
          <a:xfrm>
            <a:off x="8700516" y="2768803"/>
            <a:ext cx="96012" cy="96012"/>
          </a:xfrm>
          <a:prstGeom prst="ellipse">
            <a:avLst/>
          </a:prstGeom>
          <a:solidFill>
            <a:srgbClr val="26364E">
              <a:alpha val="84000"/>
            </a:srgbClr>
          </a:solidFill>
          <a:ln w="3810">
            <a:solidFill>
              <a:srgbClr val="26364E">
                <a:alpha val="0"/>
              </a:srgbClr>
            </a:solidFill>
            <a:prstDash val="solid"/>
          </a:ln>
        </p:spPr>
      </p:sp>
      <p:sp>
        <p:nvSpPr>
          <p:cNvPr id="168" name="Shape 166"/>
          <p:cNvSpPr/>
          <p:nvPr/>
        </p:nvSpPr>
        <p:spPr>
          <a:xfrm>
            <a:off x="8827618" y="2768803"/>
            <a:ext cx="96012" cy="96012"/>
          </a:xfrm>
          <a:prstGeom prst="ellipse">
            <a:avLst/>
          </a:prstGeom>
          <a:solidFill>
            <a:srgbClr val="26364E">
              <a:alpha val="84000"/>
            </a:srgbClr>
          </a:solidFill>
          <a:ln w="3810">
            <a:solidFill>
              <a:srgbClr val="26364E">
                <a:alpha val="0"/>
              </a:srgbClr>
            </a:solidFill>
            <a:prstDash val="solid"/>
          </a:ln>
        </p:spPr>
      </p:sp>
      <p:sp>
        <p:nvSpPr>
          <p:cNvPr id="169" name="Shape 167"/>
          <p:cNvSpPr/>
          <p:nvPr/>
        </p:nvSpPr>
        <p:spPr>
          <a:xfrm>
            <a:off x="8954719" y="2768803"/>
            <a:ext cx="96012" cy="96012"/>
          </a:xfrm>
          <a:prstGeom prst="ellipse">
            <a:avLst/>
          </a:prstGeom>
          <a:solidFill>
            <a:srgbClr val="8FE3A1"/>
          </a:solidFill>
          <a:ln w="3810">
            <a:solidFill>
              <a:srgbClr val="8FE3A1">
                <a:alpha val="0"/>
              </a:srgbClr>
            </a:solidFill>
            <a:prstDash val="solid"/>
          </a:ln>
        </p:spPr>
      </p:sp>
      <p:sp>
        <p:nvSpPr>
          <p:cNvPr id="170" name="Shape 168"/>
          <p:cNvSpPr/>
          <p:nvPr/>
        </p:nvSpPr>
        <p:spPr>
          <a:xfrm>
            <a:off x="9081821" y="2768803"/>
            <a:ext cx="96012" cy="96012"/>
          </a:xfrm>
          <a:prstGeom prst="ellipse">
            <a:avLst/>
          </a:prstGeom>
          <a:solidFill>
            <a:srgbClr val="26364E">
              <a:alpha val="84000"/>
            </a:srgbClr>
          </a:solidFill>
          <a:ln w="3810">
            <a:solidFill>
              <a:srgbClr val="26364E">
                <a:alpha val="0"/>
              </a:srgbClr>
            </a:solidFill>
            <a:prstDash val="solid"/>
          </a:ln>
        </p:spPr>
      </p:sp>
      <p:sp>
        <p:nvSpPr>
          <p:cNvPr id="171" name="Shape 169"/>
          <p:cNvSpPr/>
          <p:nvPr/>
        </p:nvSpPr>
        <p:spPr>
          <a:xfrm>
            <a:off x="9208922" y="2768803"/>
            <a:ext cx="96012" cy="96012"/>
          </a:xfrm>
          <a:prstGeom prst="ellipse">
            <a:avLst/>
          </a:prstGeom>
          <a:solidFill>
            <a:srgbClr val="26364E">
              <a:alpha val="84000"/>
            </a:srgbClr>
          </a:solidFill>
          <a:ln w="3810">
            <a:solidFill>
              <a:srgbClr val="26364E">
                <a:alpha val="0"/>
              </a:srgbClr>
            </a:solidFill>
            <a:prstDash val="solid"/>
          </a:ln>
        </p:spPr>
      </p:sp>
      <p:sp>
        <p:nvSpPr>
          <p:cNvPr id="172" name="Shape 170"/>
          <p:cNvSpPr/>
          <p:nvPr/>
        </p:nvSpPr>
        <p:spPr>
          <a:xfrm>
            <a:off x="9336024" y="2768803"/>
            <a:ext cx="96012" cy="96012"/>
          </a:xfrm>
          <a:prstGeom prst="ellipse">
            <a:avLst/>
          </a:prstGeom>
          <a:solidFill>
            <a:srgbClr val="8FE3A1"/>
          </a:solidFill>
          <a:ln w="3810">
            <a:solidFill>
              <a:srgbClr val="8FE3A1">
                <a:alpha val="0"/>
              </a:srgbClr>
            </a:solidFill>
            <a:prstDash val="solid"/>
          </a:ln>
        </p:spPr>
      </p:sp>
      <p:sp>
        <p:nvSpPr>
          <p:cNvPr id="173" name="Shape 171"/>
          <p:cNvSpPr/>
          <p:nvPr/>
        </p:nvSpPr>
        <p:spPr>
          <a:xfrm>
            <a:off x="9463126" y="2768803"/>
            <a:ext cx="96012" cy="96012"/>
          </a:xfrm>
          <a:prstGeom prst="ellipse">
            <a:avLst/>
          </a:prstGeom>
          <a:solidFill>
            <a:srgbClr val="26364E">
              <a:alpha val="84000"/>
            </a:srgbClr>
          </a:solidFill>
          <a:ln w="3810">
            <a:solidFill>
              <a:srgbClr val="26364E">
                <a:alpha val="0"/>
              </a:srgbClr>
            </a:solidFill>
            <a:prstDash val="solid"/>
          </a:ln>
        </p:spPr>
      </p:sp>
      <p:sp>
        <p:nvSpPr>
          <p:cNvPr id="174" name="Shape 172"/>
          <p:cNvSpPr/>
          <p:nvPr/>
        </p:nvSpPr>
        <p:spPr>
          <a:xfrm>
            <a:off x="9590227" y="2768803"/>
            <a:ext cx="96012" cy="96012"/>
          </a:xfrm>
          <a:prstGeom prst="ellipse">
            <a:avLst/>
          </a:prstGeom>
          <a:solidFill>
            <a:srgbClr val="26364E">
              <a:alpha val="84000"/>
            </a:srgbClr>
          </a:solidFill>
          <a:ln w="3810">
            <a:solidFill>
              <a:srgbClr val="26364E">
                <a:alpha val="0"/>
              </a:srgbClr>
            </a:solidFill>
            <a:prstDash val="solid"/>
          </a:ln>
        </p:spPr>
      </p:sp>
      <p:sp>
        <p:nvSpPr>
          <p:cNvPr id="175" name="Shape 173"/>
          <p:cNvSpPr/>
          <p:nvPr/>
        </p:nvSpPr>
        <p:spPr>
          <a:xfrm>
            <a:off x="9717329" y="2768803"/>
            <a:ext cx="96012" cy="96012"/>
          </a:xfrm>
          <a:prstGeom prst="ellipse">
            <a:avLst/>
          </a:prstGeom>
          <a:solidFill>
            <a:srgbClr val="8FE3A1"/>
          </a:solidFill>
          <a:ln w="3810">
            <a:solidFill>
              <a:srgbClr val="8FE3A1">
                <a:alpha val="0"/>
              </a:srgbClr>
            </a:solidFill>
            <a:prstDash val="solid"/>
          </a:ln>
        </p:spPr>
      </p:sp>
      <p:sp>
        <p:nvSpPr>
          <p:cNvPr id="176" name="Shape 174"/>
          <p:cNvSpPr/>
          <p:nvPr/>
        </p:nvSpPr>
        <p:spPr>
          <a:xfrm>
            <a:off x="9844430" y="2768803"/>
            <a:ext cx="96012" cy="96012"/>
          </a:xfrm>
          <a:prstGeom prst="ellipse">
            <a:avLst/>
          </a:prstGeom>
          <a:solidFill>
            <a:srgbClr val="26364E">
              <a:alpha val="84000"/>
            </a:srgbClr>
          </a:solidFill>
          <a:ln w="3810">
            <a:solidFill>
              <a:srgbClr val="26364E">
                <a:alpha val="0"/>
              </a:srgbClr>
            </a:solidFill>
            <a:prstDash val="solid"/>
          </a:ln>
        </p:spPr>
      </p:sp>
      <p:sp>
        <p:nvSpPr>
          <p:cNvPr id="177" name="Shape 175"/>
          <p:cNvSpPr/>
          <p:nvPr/>
        </p:nvSpPr>
        <p:spPr>
          <a:xfrm>
            <a:off x="9971532" y="2768803"/>
            <a:ext cx="96012" cy="96012"/>
          </a:xfrm>
          <a:prstGeom prst="ellipse">
            <a:avLst/>
          </a:prstGeom>
          <a:solidFill>
            <a:srgbClr val="26364E">
              <a:alpha val="84000"/>
            </a:srgbClr>
          </a:solidFill>
          <a:ln w="3810">
            <a:solidFill>
              <a:srgbClr val="26364E">
                <a:alpha val="0"/>
              </a:srgbClr>
            </a:solidFill>
            <a:prstDash val="solid"/>
          </a:ln>
        </p:spPr>
      </p:sp>
      <p:sp>
        <p:nvSpPr>
          <p:cNvPr id="178" name="Shape 176"/>
          <p:cNvSpPr/>
          <p:nvPr/>
        </p:nvSpPr>
        <p:spPr>
          <a:xfrm>
            <a:off x="10098634" y="2768803"/>
            <a:ext cx="96012" cy="96012"/>
          </a:xfrm>
          <a:prstGeom prst="ellipse">
            <a:avLst/>
          </a:prstGeom>
          <a:solidFill>
            <a:srgbClr val="8FE3A1"/>
          </a:solidFill>
          <a:ln w="3810">
            <a:solidFill>
              <a:srgbClr val="8FE3A1">
                <a:alpha val="0"/>
              </a:srgbClr>
            </a:solidFill>
            <a:prstDash val="solid"/>
          </a:ln>
        </p:spPr>
      </p:sp>
      <p:sp>
        <p:nvSpPr>
          <p:cNvPr id="179" name="Shape 177"/>
          <p:cNvSpPr/>
          <p:nvPr/>
        </p:nvSpPr>
        <p:spPr>
          <a:xfrm>
            <a:off x="10225735" y="2768803"/>
            <a:ext cx="96012" cy="96012"/>
          </a:xfrm>
          <a:prstGeom prst="ellipse">
            <a:avLst/>
          </a:prstGeom>
          <a:solidFill>
            <a:srgbClr val="26364E">
              <a:alpha val="84000"/>
            </a:srgbClr>
          </a:solidFill>
          <a:ln w="3810">
            <a:solidFill>
              <a:srgbClr val="26364E">
                <a:alpha val="0"/>
              </a:srgbClr>
            </a:solidFill>
            <a:prstDash val="solid"/>
          </a:ln>
        </p:spPr>
      </p:sp>
      <p:sp>
        <p:nvSpPr>
          <p:cNvPr id="180" name="Shape 178"/>
          <p:cNvSpPr/>
          <p:nvPr/>
        </p:nvSpPr>
        <p:spPr>
          <a:xfrm>
            <a:off x="10352837" y="2768803"/>
            <a:ext cx="96012" cy="96012"/>
          </a:xfrm>
          <a:prstGeom prst="ellipse">
            <a:avLst/>
          </a:prstGeom>
          <a:solidFill>
            <a:srgbClr val="26364E">
              <a:alpha val="84000"/>
            </a:srgbClr>
          </a:solidFill>
          <a:ln w="3810">
            <a:solidFill>
              <a:srgbClr val="26364E">
                <a:alpha val="0"/>
              </a:srgbClr>
            </a:solidFill>
            <a:prstDash val="solid"/>
          </a:ln>
        </p:spPr>
      </p:sp>
      <p:sp>
        <p:nvSpPr>
          <p:cNvPr id="181" name="Shape 179"/>
          <p:cNvSpPr/>
          <p:nvPr/>
        </p:nvSpPr>
        <p:spPr>
          <a:xfrm>
            <a:off x="10479938" y="2768803"/>
            <a:ext cx="96012" cy="96012"/>
          </a:xfrm>
          <a:prstGeom prst="ellipse">
            <a:avLst/>
          </a:prstGeom>
          <a:solidFill>
            <a:srgbClr val="8FE3A1"/>
          </a:solidFill>
          <a:ln w="3810">
            <a:solidFill>
              <a:srgbClr val="8FE3A1">
                <a:alpha val="0"/>
              </a:srgbClr>
            </a:solidFill>
            <a:prstDash val="solid"/>
          </a:ln>
        </p:spPr>
      </p:sp>
      <p:sp>
        <p:nvSpPr>
          <p:cNvPr id="182" name="Shape 180"/>
          <p:cNvSpPr/>
          <p:nvPr/>
        </p:nvSpPr>
        <p:spPr>
          <a:xfrm>
            <a:off x="10607040" y="2768803"/>
            <a:ext cx="96012" cy="96012"/>
          </a:xfrm>
          <a:prstGeom prst="ellipse">
            <a:avLst/>
          </a:prstGeom>
          <a:solidFill>
            <a:srgbClr val="26364E">
              <a:alpha val="84000"/>
            </a:srgbClr>
          </a:solidFill>
          <a:ln w="3810">
            <a:solidFill>
              <a:srgbClr val="26364E">
                <a:alpha val="0"/>
              </a:srgbClr>
            </a:solidFill>
            <a:prstDash val="solid"/>
          </a:ln>
        </p:spPr>
      </p:sp>
      <p:sp>
        <p:nvSpPr>
          <p:cNvPr id="183" name="Shape 181"/>
          <p:cNvSpPr/>
          <p:nvPr/>
        </p:nvSpPr>
        <p:spPr>
          <a:xfrm>
            <a:off x="10734142" y="2768803"/>
            <a:ext cx="96012" cy="96012"/>
          </a:xfrm>
          <a:prstGeom prst="ellipse">
            <a:avLst/>
          </a:prstGeom>
          <a:solidFill>
            <a:srgbClr val="26364E">
              <a:alpha val="84000"/>
            </a:srgbClr>
          </a:solidFill>
          <a:ln w="3810">
            <a:solidFill>
              <a:srgbClr val="26364E">
                <a:alpha val="0"/>
              </a:srgbClr>
            </a:solidFill>
            <a:prstDash val="solid"/>
          </a:ln>
        </p:spPr>
      </p:sp>
      <p:sp>
        <p:nvSpPr>
          <p:cNvPr id="184" name="Shape 182"/>
          <p:cNvSpPr/>
          <p:nvPr/>
        </p:nvSpPr>
        <p:spPr>
          <a:xfrm>
            <a:off x="10861243" y="2768803"/>
            <a:ext cx="96012" cy="96012"/>
          </a:xfrm>
          <a:prstGeom prst="ellipse">
            <a:avLst/>
          </a:prstGeom>
          <a:solidFill>
            <a:srgbClr val="8FE3A1"/>
          </a:solidFill>
          <a:ln w="3810">
            <a:solidFill>
              <a:srgbClr val="8FE3A1">
                <a:alpha val="0"/>
              </a:srgbClr>
            </a:solidFill>
            <a:prstDash val="solid"/>
          </a:ln>
        </p:spPr>
      </p:sp>
      <p:sp>
        <p:nvSpPr>
          <p:cNvPr id="185" name="Shape 183"/>
          <p:cNvSpPr/>
          <p:nvPr/>
        </p:nvSpPr>
        <p:spPr>
          <a:xfrm>
            <a:off x="10988345" y="2768803"/>
            <a:ext cx="96012" cy="96012"/>
          </a:xfrm>
          <a:prstGeom prst="ellipse">
            <a:avLst/>
          </a:prstGeom>
          <a:solidFill>
            <a:srgbClr val="26364E">
              <a:alpha val="84000"/>
            </a:srgbClr>
          </a:solidFill>
          <a:ln w="3810">
            <a:solidFill>
              <a:srgbClr val="26364E">
                <a:alpha val="0"/>
              </a:srgbClr>
            </a:solidFill>
            <a:prstDash val="solid"/>
          </a:ln>
        </p:spPr>
      </p:sp>
      <p:sp>
        <p:nvSpPr>
          <p:cNvPr id="186" name="Shape 184"/>
          <p:cNvSpPr/>
          <p:nvPr/>
        </p:nvSpPr>
        <p:spPr>
          <a:xfrm>
            <a:off x="11115446" y="2768803"/>
            <a:ext cx="96012" cy="96012"/>
          </a:xfrm>
          <a:prstGeom prst="ellipse">
            <a:avLst/>
          </a:prstGeom>
          <a:solidFill>
            <a:srgbClr val="26364E">
              <a:alpha val="84000"/>
            </a:srgbClr>
          </a:solidFill>
          <a:ln w="3810">
            <a:solidFill>
              <a:srgbClr val="26364E">
                <a:alpha val="0"/>
              </a:srgbClr>
            </a:solidFill>
            <a:prstDash val="solid"/>
          </a:ln>
        </p:spPr>
      </p:sp>
      <p:sp>
        <p:nvSpPr>
          <p:cNvPr id="187" name="Shape 185"/>
          <p:cNvSpPr/>
          <p:nvPr/>
        </p:nvSpPr>
        <p:spPr>
          <a:xfrm>
            <a:off x="11242548" y="2768803"/>
            <a:ext cx="96012" cy="96012"/>
          </a:xfrm>
          <a:prstGeom prst="ellipse">
            <a:avLst/>
          </a:prstGeom>
          <a:solidFill>
            <a:srgbClr val="8FE3A1"/>
          </a:solidFill>
          <a:ln w="3810">
            <a:solidFill>
              <a:srgbClr val="8FE3A1">
                <a:alpha val="0"/>
              </a:srgbClr>
            </a:solidFill>
            <a:prstDash val="solid"/>
          </a:ln>
        </p:spPr>
      </p:sp>
      <p:sp>
        <p:nvSpPr>
          <p:cNvPr id="188" name="Shape 186"/>
          <p:cNvSpPr/>
          <p:nvPr/>
        </p:nvSpPr>
        <p:spPr>
          <a:xfrm>
            <a:off x="11369650" y="2768803"/>
            <a:ext cx="96012" cy="96012"/>
          </a:xfrm>
          <a:prstGeom prst="ellipse">
            <a:avLst/>
          </a:prstGeom>
          <a:solidFill>
            <a:srgbClr val="26364E">
              <a:alpha val="84000"/>
            </a:srgbClr>
          </a:solidFill>
          <a:ln w="3810">
            <a:solidFill>
              <a:srgbClr val="26364E">
                <a:alpha val="0"/>
              </a:srgbClr>
            </a:solidFill>
            <a:prstDash val="solid"/>
          </a:ln>
        </p:spPr>
      </p:sp>
      <p:sp>
        <p:nvSpPr>
          <p:cNvPr id="189" name="Shape 187"/>
          <p:cNvSpPr/>
          <p:nvPr/>
        </p:nvSpPr>
        <p:spPr>
          <a:xfrm>
            <a:off x="11496751" y="2768803"/>
            <a:ext cx="96012" cy="96012"/>
          </a:xfrm>
          <a:prstGeom prst="ellipse">
            <a:avLst/>
          </a:prstGeom>
          <a:solidFill>
            <a:srgbClr val="26364E">
              <a:alpha val="84000"/>
            </a:srgbClr>
          </a:solidFill>
          <a:ln w="3810">
            <a:solidFill>
              <a:srgbClr val="26364E">
                <a:alpha val="0"/>
              </a:srgbClr>
            </a:solidFill>
            <a:prstDash val="solid"/>
          </a:ln>
        </p:spPr>
      </p:sp>
      <p:sp>
        <p:nvSpPr>
          <p:cNvPr id="190" name="Shape 188"/>
          <p:cNvSpPr/>
          <p:nvPr/>
        </p:nvSpPr>
        <p:spPr>
          <a:xfrm>
            <a:off x="11623853" y="2768803"/>
            <a:ext cx="96012" cy="96012"/>
          </a:xfrm>
          <a:prstGeom prst="ellipse">
            <a:avLst/>
          </a:prstGeom>
          <a:solidFill>
            <a:srgbClr val="8FE3A1"/>
          </a:solidFill>
          <a:ln w="3810">
            <a:solidFill>
              <a:srgbClr val="8FE3A1">
                <a:alpha val="0"/>
              </a:srgbClr>
            </a:solidFill>
            <a:prstDash val="solid"/>
          </a:ln>
        </p:spPr>
      </p:sp>
      <p:sp>
        <p:nvSpPr>
          <p:cNvPr id="191" name="Shape 189"/>
          <p:cNvSpPr/>
          <p:nvPr/>
        </p:nvSpPr>
        <p:spPr>
          <a:xfrm>
            <a:off x="11750954" y="2768803"/>
            <a:ext cx="96012" cy="96012"/>
          </a:xfrm>
          <a:prstGeom prst="ellipse">
            <a:avLst/>
          </a:prstGeom>
          <a:solidFill>
            <a:srgbClr val="8FE3A1"/>
          </a:solidFill>
          <a:ln w="3810">
            <a:solidFill>
              <a:srgbClr val="8FE3A1">
                <a:alpha val="0"/>
              </a:srgbClr>
            </a:solidFill>
            <a:prstDash val="solid"/>
          </a:ln>
        </p:spPr>
      </p:sp>
      <p:sp>
        <p:nvSpPr>
          <p:cNvPr id="192" name="Shape 190"/>
          <p:cNvSpPr/>
          <p:nvPr/>
        </p:nvSpPr>
        <p:spPr>
          <a:xfrm>
            <a:off x="11878056" y="2768803"/>
            <a:ext cx="96012" cy="96012"/>
          </a:xfrm>
          <a:prstGeom prst="ellipse">
            <a:avLst/>
          </a:prstGeom>
          <a:solidFill>
            <a:srgbClr val="8FE3A1"/>
          </a:solidFill>
          <a:ln w="3810">
            <a:solidFill>
              <a:srgbClr val="8FE3A1">
                <a:alpha val="0"/>
              </a:srgbClr>
            </a:solidFill>
            <a:prstDash val="solid"/>
          </a:ln>
        </p:spPr>
      </p:sp>
      <p:sp>
        <p:nvSpPr>
          <p:cNvPr id="193" name="Shape 191"/>
          <p:cNvSpPr/>
          <p:nvPr/>
        </p:nvSpPr>
        <p:spPr>
          <a:xfrm>
            <a:off x="12005158" y="2768803"/>
            <a:ext cx="96012" cy="96012"/>
          </a:xfrm>
          <a:prstGeom prst="ellipse">
            <a:avLst/>
          </a:prstGeom>
          <a:solidFill>
            <a:srgbClr val="26364E">
              <a:alpha val="84000"/>
            </a:srgbClr>
          </a:solidFill>
          <a:ln w="3810">
            <a:solidFill>
              <a:srgbClr val="26364E">
                <a:alpha val="0"/>
              </a:srgbClr>
            </a:solidFill>
            <a:prstDash val="solid"/>
          </a:ln>
        </p:spPr>
      </p:sp>
      <p:sp>
        <p:nvSpPr>
          <p:cNvPr id="194" name="Shape 192"/>
          <p:cNvSpPr/>
          <p:nvPr/>
        </p:nvSpPr>
        <p:spPr>
          <a:xfrm>
            <a:off x="8065008" y="2895905"/>
            <a:ext cx="96012" cy="96012"/>
          </a:xfrm>
          <a:prstGeom prst="ellipse">
            <a:avLst/>
          </a:prstGeom>
          <a:solidFill>
            <a:srgbClr val="8FE3A1"/>
          </a:solidFill>
          <a:ln w="3810">
            <a:solidFill>
              <a:srgbClr val="8FE3A1">
                <a:alpha val="0"/>
              </a:srgbClr>
            </a:solidFill>
            <a:prstDash val="solid"/>
          </a:ln>
        </p:spPr>
      </p:sp>
      <p:sp>
        <p:nvSpPr>
          <p:cNvPr id="195" name="Shape 193"/>
          <p:cNvSpPr/>
          <p:nvPr/>
        </p:nvSpPr>
        <p:spPr>
          <a:xfrm>
            <a:off x="8192110" y="2895905"/>
            <a:ext cx="96012" cy="96012"/>
          </a:xfrm>
          <a:prstGeom prst="ellipse">
            <a:avLst/>
          </a:prstGeom>
          <a:solidFill>
            <a:srgbClr val="26364E">
              <a:alpha val="84000"/>
            </a:srgbClr>
          </a:solidFill>
          <a:ln w="3810">
            <a:solidFill>
              <a:srgbClr val="26364E">
                <a:alpha val="0"/>
              </a:srgbClr>
            </a:solidFill>
            <a:prstDash val="solid"/>
          </a:ln>
        </p:spPr>
      </p:sp>
      <p:sp>
        <p:nvSpPr>
          <p:cNvPr id="196" name="Shape 194"/>
          <p:cNvSpPr/>
          <p:nvPr/>
        </p:nvSpPr>
        <p:spPr>
          <a:xfrm>
            <a:off x="8319211" y="2895905"/>
            <a:ext cx="96012" cy="96012"/>
          </a:xfrm>
          <a:prstGeom prst="ellipse">
            <a:avLst/>
          </a:prstGeom>
          <a:solidFill>
            <a:srgbClr val="8FE3A1"/>
          </a:solidFill>
          <a:ln w="3810">
            <a:solidFill>
              <a:srgbClr val="8FE3A1">
                <a:alpha val="0"/>
              </a:srgbClr>
            </a:solidFill>
            <a:prstDash val="solid"/>
          </a:ln>
        </p:spPr>
      </p:sp>
      <p:sp>
        <p:nvSpPr>
          <p:cNvPr id="197" name="Shape 195"/>
          <p:cNvSpPr/>
          <p:nvPr/>
        </p:nvSpPr>
        <p:spPr>
          <a:xfrm>
            <a:off x="8446313" y="2895905"/>
            <a:ext cx="96012" cy="96012"/>
          </a:xfrm>
          <a:prstGeom prst="ellipse">
            <a:avLst/>
          </a:prstGeom>
          <a:solidFill>
            <a:srgbClr val="26364E">
              <a:alpha val="84000"/>
            </a:srgbClr>
          </a:solidFill>
          <a:ln w="3810">
            <a:solidFill>
              <a:srgbClr val="26364E">
                <a:alpha val="0"/>
              </a:srgbClr>
            </a:solidFill>
            <a:prstDash val="solid"/>
          </a:ln>
        </p:spPr>
      </p:sp>
      <p:sp>
        <p:nvSpPr>
          <p:cNvPr id="198" name="Shape 196"/>
          <p:cNvSpPr/>
          <p:nvPr/>
        </p:nvSpPr>
        <p:spPr>
          <a:xfrm>
            <a:off x="8573414" y="2895905"/>
            <a:ext cx="96012" cy="96012"/>
          </a:xfrm>
          <a:prstGeom prst="ellipse">
            <a:avLst/>
          </a:prstGeom>
          <a:solidFill>
            <a:srgbClr val="8FE3A1"/>
          </a:solidFill>
          <a:ln w="3810">
            <a:solidFill>
              <a:srgbClr val="8FE3A1">
                <a:alpha val="0"/>
              </a:srgbClr>
            </a:solidFill>
            <a:prstDash val="solid"/>
          </a:ln>
        </p:spPr>
      </p:sp>
      <p:sp>
        <p:nvSpPr>
          <p:cNvPr id="199" name="Shape 197"/>
          <p:cNvSpPr/>
          <p:nvPr/>
        </p:nvSpPr>
        <p:spPr>
          <a:xfrm>
            <a:off x="8700516" y="2895905"/>
            <a:ext cx="96012" cy="96012"/>
          </a:xfrm>
          <a:prstGeom prst="ellipse">
            <a:avLst/>
          </a:prstGeom>
          <a:solidFill>
            <a:srgbClr val="26364E">
              <a:alpha val="84000"/>
            </a:srgbClr>
          </a:solidFill>
          <a:ln w="3810">
            <a:solidFill>
              <a:srgbClr val="26364E">
                <a:alpha val="0"/>
              </a:srgbClr>
            </a:solidFill>
            <a:prstDash val="solid"/>
          </a:ln>
        </p:spPr>
      </p:sp>
      <p:sp>
        <p:nvSpPr>
          <p:cNvPr id="200" name="Shape 198"/>
          <p:cNvSpPr/>
          <p:nvPr/>
        </p:nvSpPr>
        <p:spPr>
          <a:xfrm>
            <a:off x="8827618" y="2895905"/>
            <a:ext cx="96012" cy="96012"/>
          </a:xfrm>
          <a:prstGeom prst="ellipse">
            <a:avLst/>
          </a:prstGeom>
          <a:solidFill>
            <a:srgbClr val="26364E">
              <a:alpha val="84000"/>
            </a:srgbClr>
          </a:solidFill>
          <a:ln w="3810">
            <a:solidFill>
              <a:srgbClr val="26364E">
                <a:alpha val="0"/>
              </a:srgbClr>
            </a:solidFill>
            <a:prstDash val="solid"/>
          </a:ln>
        </p:spPr>
      </p:sp>
      <p:sp>
        <p:nvSpPr>
          <p:cNvPr id="201" name="Shape 199"/>
          <p:cNvSpPr/>
          <p:nvPr/>
        </p:nvSpPr>
        <p:spPr>
          <a:xfrm>
            <a:off x="8954719" y="2895905"/>
            <a:ext cx="96012" cy="96012"/>
          </a:xfrm>
          <a:prstGeom prst="ellipse">
            <a:avLst/>
          </a:prstGeom>
          <a:solidFill>
            <a:srgbClr val="26364E">
              <a:alpha val="84000"/>
            </a:srgbClr>
          </a:solidFill>
          <a:ln w="3810">
            <a:solidFill>
              <a:srgbClr val="26364E">
                <a:alpha val="0"/>
              </a:srgbClr>
            </a:solidFill>
            <a:prstDash val="solid"/>
          </a:ln>
        </p:spPr>
      </p:sp>
      <p:sp>
        <p:nvSpPr>
          <p:cNvPr id="202" name="Shape 200"/>
          <p:cNvSpPr/>
          <p:nvPr/>
        </p:nvSpPr>
        <p:spPr>
          <a:xfrm>
            <a:off x="9081821" y="2895905"/>
            <a:ext cx="96012" cy="96012"/>
          </a:xfrm>
          <a:prstGeom prst="ellipse">
            <a:avLst/>
          </a:prstGeom>
          <a:solidFill>
            <a:srgbClr val="26364E">
              <a:alpha val="84000"/>
            </a:srgbClr>
          </a:solidFill>
          <a:ln w="3810">
            <a:solidFill>
              <a:srgbClr val="26364E">
                <a:alpha val="0"/>
              </a:srgbClr>
            </a:solidFill>
            <a:prstDash val="solid"/>
          </a:ln>
        </p:spPr>
      </p:sp>
      <p:sp>
        <p:nvSpPr>
          <p:cNvPr id="203" name="Shape 201"/>
          <p:cNvSpPr/>
          <p:nvPr/>
        </p:nvSpPr>
        <p:spPr>
          <a:xfrm>
            <a:off x="9208922" y="2895905"/>
            <a:ext cx="96012" cy="96012"/>
          </a:xfrm>
          <a:prstGeom prst="ellipse">
            <a:avLst/>
          </a:prstGeom>
          <a:solidFill>
            <a:srgbClr val="26364E">
              <a:alpha val="84000"/>
            </a:srgbClr>
          </a:solidFill>
          <a:ln w="3810">
            <a:solidFill>
              <a:srgbClr val="26364E">
                <a:alpha val="0"/>
              </a:srgbClr>
            </a:solidFill>
            <a:prstDash val="solid"/>
          </a:ln>
        </p:spPr>
      </p:sp>
      <p:sp>
        <p:nvSpPr>
          <p:cNvPr id="204" name="Shape 202"/>
          <p:cNvSpPr/>
          <p:nvPr/>
        </p:nvSpPr>
        <p:spPr>
          <a:xfrm>
            <a:off x="9336024" y="2895905"/>
            <a:ext cx="96012" cy="96012"/>
          </a:xfrm>
          <a:prstGeom prst="ellipse">
            <a:avLst/>
          </a:prstGeom>
          <a:solidFill>
            <a:srgbClr val="26364E">
              <a:alpha val="84000"/>
            </a:srgbClr>
          </a:solidFill>
          <a:ln w="3810">
            <a:solidFill>
              <a:srgbClr val="26364E">
                <a:alpha val="0"/>
              </a:srgbClr>
            </a:solidFill>
            <a:prstDash val="solid"/>
          </a:ln>
        </p:spPr>
      </p:sp>
      <p:sp>
        <p:nvSpPr>
          <p:cNvPr id="205" name="Shape 203"/>
          <p:cNvSpPr/>
          <p:nvPr/>
        </p:nvSpPr>
        <p:spPr>
          <a:xfrm>
            <a:off x="9463126" y="2895905"/>
            <a:ext cx="96012" cy="96012"/>
          </a:xfrm>
          <a:prstGeom prst="ellipse">
            <a:avLst/>
          </a:prstGeom>
          <a:solidFill>
            <a:srgbClr val="26364E">
              <a:alpha val="84000"/>
            </a:srgbClr>
          </a:solidFill>
          <a:ln w="3810">
            <a:solidFill>
              <a:srgbClr val="26364E">
                <a:alpha val="0"/>
              </a:srgbClr>
            </a:solidFill>
            <a:prstDash val="solid"/>
          </a:ln>
        </p:spPr>
      </p:sp>
      <p:sp>
        <p:nvSpPr>
          <p:cNvPr id="206" name="Shape 204"/>
          <p:cNvSpPr/>
          <p:nvPr/>
        </p:nvSpPr>
        <p:spPr>
          <a:xfrm>
            <a:off x="9590227" y="2895905"/>
            <a:ext cx="96012" cy="96012"/>
          </a:xfrm>
          <a:prstGeom prst="ellipse">
            <a:avLst/>
          </a:prstGeom>
          <a:solidFill>
            <a:srgbClr val="26364E">
              <a:alpha val="84000"/>
            </a:srgbClr>
          </a:solidFill>
          <a:ln w="3810">
            <a:solidFill>
              <a:srgbClr val="26364E">
                <a:alpha val="0"/>
              </a:srgbClr>
            </a:solidFill>
            <a:prstDash val="solid"/>
          </a:ln>
        </p:spPr>
      </p:sp>
      <p:sp>
        <p:nvSpPr>
          <p:cNvPr id="207" name="Shape 205"/>
          <p:cNvSpPr/>
          <p:nvPr/>
        </p:nvSpPr>
        <p:spPr>
          <a:xfrm>
            <a:off x="9717329" y="2895905"/>
            <a:ext cx="96012" cy="96012"/>
          </a:xfrm>
          <a:prstGeom prst="ellipse">
            <a:avLst/>
          </a:prstGeom>
          <a:solidFill>
            <a:srgbClr val="26364E">
              <a:alpha val="84000"/>
            </a:srgbClr>
          </a:solidFill>
          <a:ln w="3810">
            <a:solidFill>
              <a:srgbClr val="26364E">
                <a:alpha val="0"/>
              </a:srgbClr>
            </a:solidFill>
            <a:prstDash val="solid"/>
          </a:ln>
        </p:spPr>
      </p:sp>
      <p:sp>
        <p:nvSpPr>
          <p:cNvPr id="208" name="Shape 206"/>
          <p:cNvSpPr/>
          <p:nvPr/>
        </p:nvSpPr>
        <p:spPr>
          <a:xfrm>
            <a:off x="9844430" y="2895905"/>
            <a:ext cx="96012" cy="96012"/>
          </a:xfrm>
          <a:prstGeom prst="ellipse">
            <a:avLst/>
          </a:prstGeom>
          <a:solidFill>
            <a:srgbClr val="26364E">
              <a:alpha val="84000"/>
            </a:srgbClr>
          </a:solidFill>
          <a:ln w="3810">
            <a:solidFill>
              <a:srgbClr val="26364E">
                <a:alpha val="0"/>
              </a:srgbClr>
            </a:solidFill>
            <a:prstDash val="solid"/>
          </a:ln>
        </p:spPr>
      </p:sp>
      <p:sp>
        <p:nvSpPr>
          <p:cNvPr id="209" name="Shape 207"/>
          <p:cNvSpPr/>
          <p:nvPr/>
        </p:nvSpPr>
        <p:spPr>
          <a:xfrm>
            <a:off x="9971532" y="2895905"/>
            <a:ext cx="96012" cy="96012"/>
          </a:xfrm>
          <a:prstGeom prst="ellipse">
            <a:avLst/>
          </a:prstGeom>
          <a:solidFill>
            <a:srgbClr val="26364E">
              <a:alpha val="84000"/>
            </a:srgbClr>
          </a:solidFill>
          <a:ln w="3810">
            <a:solidFill>
              <a:srgbClr val="26364E">
                <a:alpha val="0"/>
              </a:srgbClr>
            </a:solidFill>
            <a:prstDash val="solid"/>
          </a:ln>
        </p:spPr>
      </p:sp>
      <p:sp>
        <p:nvSpPr>
          <p:cNvPr id="210" name="Shape 208"/>
          <p:cNvSpPr/>
          <p:nvPr/>
        </p:nvSpPr>
        <p:spPr>
          <a:xfrm>
            <a:off x="10098634" y="2895905"/>
            <a:ext cx="96012" cy="96012"/>
          </a:xfrm>
          <a:prstGeom prst="ellipse">
            <a:avLst/>
          </a:prstGeom>
          <a:solidFill>
            <a:srgbClr val="26364E">
              <a:alpha val="84000"/>
            </a:srgbClr>
          </a:solidFill>
          <a:ln w="3810">
            <a:solidFill>
              <a:srgbClr val="26364E">
                <a:alpha val="0"/>
              </a:srgbClr>
            </a:solidFill>
            <a:prstDash val="solid"/>
          </a:ln>
        </p:spPr>
      </p:sp>
      <p:sp>
        <p:nvSpPr>
          <p:cNvPr id="211" name="Shape 209"/>
          <p:cNvSpPr/>
          <p:nvPr/>
        </p:nvSpPr>
        <p:spPr>
          <a:xfrm>
            <a:off x="10225735" y="2895905"/>
            <a:ext cx="96012" cy="96012"/>
          </a:xfrm>
          <a:prstGeom prst="ellipse">
            <a:avLst/>
          </a:prstGeom>
          <a:solidFill>
            <a:srgbClr val="26364E">
              <a:alpha val="84000"/>
            </a:srgbClr>
          </a:solidFill>
          <a:ln w="3810">
            <a:solidFill>
              <a:srgbClr val="26364E">
                <a:alpha val="0"/>
              </a:srgbClr>
            </a:solidFill>
            <a:prstDash val="solid"/>
          </a:ln>
        </p:spPr>
      </p:sp>
      <p:sp>
        <p:nvSpPr>
          <p:cNvPr id="212" name="Shape 210"/>
          <p:cNvSpPr/>
          <p:nvPr/>
        </p:nvSpPr>
        <p:spPr>
          <a:xfrm>
            <a:off x="10352837" y="2895905"/>
            <a:ext cx="96012" cy="96012"/>
          </a:xfrm>
          <a:prstGeom prst="ellipse">
            <a:avLst/>
          </a:prstGeom>
          <a:solidFill>
            <a:srgbClr val="26364E">
              <a:alpha val="84000"/>
            </a:srgbClr>
          </a:solidFill>
          <a:ln w="3810">
            <a:solidFill>
              <a:srgbClr val="26364E">
                <a:alpha val="0"/>
              </a:srgbClr>
            </a:solidFill>
            <a:prstDash val="solid"/>
          </a:ln>
        </p:spPr>
      </p:sp>
      <p:sp>
        <p:nvSpPr>
          <p:cNvPr id="213" name="Shape 211"/>
          <p:cNvSpPr/>
          <p:nvPr/>
        </p:nvSpPr>
        <p:spPr>
          <a:xfrm>
            <a:off x="10479938" y="2895905"/>
            <a:ext cx="96012" cy="96012"/>
          </a:xfrm>
          <a:prstGeom prst="ellipse">
            <a:avLst/>
          </a:prstGeom>
          <a:solidFill>
            <a:srgbClr val="26364E">
              <a:alpha val="84000"/>
            </a:srgbClr>
          </a:solidFill>
          <a:ln w="3810">
            <a:solidFill>
              <a:srgbClr val="26364E">
                <a:alpha val="0"/>
              </a:srgbClr>
            </a:solidFill>
            <a:prstDash val="solid"/>
          </a:ln>
        </p:spPr>
      </p:sp>
      <p:sp>
        <p:nvSpPr>
          <p:cNvPr id="214" name="Shape 212"/>
          <p:cNvSpPr/>
          <p:nvPr/>
        </p:nvSpPr>
        <p:spPr>
          <a:xfrm>
            <a:off x="10607040" y="2895905"/>
            <a:ext cx="96012" cy="96012"/>
          </a:xfrm>
          <a:prstGeom prst="ellipse">
            <a:avLst/>
          </a:prstGeom>
          <a:solidFill>
            <a:srgbClr val="26364E">
              <a:alpha val="84000"/>
            </a:srgbClr>
          </a:solidFill>
          <a:ln w="3810">
            <a:solidFill>
              <a:srgbClr val="26364E">
                <a:alpha val="0"/>
              </a:srgbClr>
            </a:solidFill>
            <a:prstDash val="solid"/>
          </a:ln>
        </p:spPr>
      </p:sp>
      <p:sp>
        <p:nvSpPr>
          <p:cNvPr id="215" name="Shape 213"/>
          <p:cNvSpPr/>
          <p:nvPr/>
        </p:nvSpPr>
        <p:spPr>
          <a:xfrm>
            <a:off x="10734142" y="2895905"/>
            <a:ext cx="96012" cy="96012"/>
          </a:xfrm>
          <a:prstGeom prst="ellipse">
            <a:avLst/>
          </a:prstGeom>
          <a:solidFill>
            <a:srgbClr val="26364E">
              <a:alpha val="84000"/>
            </a:srgbClr>
          </a:solidFill>
          <a:ln w="3810">
            <a:solidFill>
              <a:srgbClr val="26364E">
                <a:alpha val="0"/>
              </a:srgbClr>
            </a:solidFill>
            <a:prstDash val="solid"/>
          </a:ln>
        </p:spPr>
      </p:sp>
      <p:sp>
        <p:nvSpPr>
          <p:cNvPr id="216" name="Shape 214"/>
          <p:cNvSpPr/>
          <p:nvPr/>
        </p:nvSpPr>
        <p:spPr>
          <a:xfrm>
            <a:off x="10861243" y="2895905"/>
            <a:ext cx="96012" cy="96012"/>
          </a:xfrm>
          <a:prstGeom prst="ellipse">
            <a:avLst/>
          </a:prstGeom>
          <a:solidFill>
            <a:srgbClr val="26364E">
              <a:alpha val="84000"/>
            </a:srgbClr>
          </a:solidFill>
          <a:ln w="3810">
            <a:solidFill>
              <a:srgbClr val="26364E">
                <a:alpha val="0"/>
              </a:srgbClr>
            </a:solidFill>
            <a:prstDash val="solid"/>
          </a:ln>
        </p:spPr>
      </p:sp>
      <p:sp>
        <p:nvSpPr>
          <p:cNvPr id="217" name="Shape 215"/>
          <p:cNvSpPr/>
          <p:nvPr/>
        </p:nvSpPr>
        <p:spPr>
          <a:xfrm>
            <a:off x="10988345" y="2895905"/>
            <a:ext cx="96012" cy="96012"/>
          </a:xfrm>
          <a:prstGeom prst="ellipse">
            <a:avLst/>
          </a:prstGeom>
          <a:solidFill>
            <a:srgbClr val="26364E">
              <a:alpha val="84000"/>
            </a:srgbClr>
          </a:solidFill>
          <a:ln w="3810">
            <a:solidFill>
              <a:srgbClr val="26364E">
                <a:alpha val="0"/>
              </a:srgbClr>
            </a:solidFill>
            <a:prstDash val="solid"/>
          </a:ln>
        </p:spPr>
      </p:sp>
      <p:sp>
        <p:nvSpPr>
          <p:cNvPr id="218" name="Shape 216"/>
          <p:cNvSpPr/>
          <p:nvPr/>
        </p:nvSpPr>
        <p:spPr>
          <a:xfrm>
            <a:off x="11115446" y="2895905"/>
            <a:ext cx="96012" cy="96012"/>
          </a:xfrm>
          <a:prstGeom prst="ellipse">
            <a:avLst/>
          </a:prstGeom>
          <a:solidFill>
            <a:srgbClr val="26364E">
              <a:alpha val="84000"/>
            </a:srgbClr>
          </a:solidFill>
          <a:ln w="3810">
            <a:solidFill>
              <a:srgbClr val="26364E">
                <a:alpha val="0"/>
              </a:srgbClr>
            </a:solidFill>
            <a:prstDash val="solid"/>
          </a:ln>
        </p:spPr>
      </p:sp>
      <p:sp>
        <p:nvSpPr>
          <p:cNvPr id="219" name="Shape 217"/>
          <p:cNvSpPr/>
          <p:nvPr/>
        </p:nvSpPr>
        <p:spPr>
          <a:xfrm>
            <a:off x="11242548" y="2895905"/>
            <a:ext cx="96012" cy="96012"/>
          </a:xfrm>
          <a:prstGeom prst="ellipse">
            <a:avLst/>
          </a:prstGeom>
          <a:solidFill>
            <a:srgbClr val="26364E">
              <a:alpha val="84000"/>
            </a:srgbClr>
          </a:solidFill>
          <a:ln w="3810">
            <a:solidFill>
              <a:srgbClr val="26364E">
                <a:alpha val="0"/>
              </a:srgbClr>
            </a:solidFill>
            <a:prstDash val="solid"/>
          </a:ln>
        </p:spPr>
      </p:sp>
      <p:sp>
        <p:nvSpPr>
          <p:cNvPr id="220" name="Shape 218"/>
          <p:cNvSpPr/>
          <p:nvPr/>
        </p:nvSpPr>
        <p:spPr>
          <a:xfrm>
            <a:off x="11369650" y="2895905"/>
            <a:ext cx="96012" cy="96012"/>
          </a:xfrm>
          <a:prstGeom prst="ellipse">
            <a:avLst/>
          </a:prstGeom>
          <a:solidFill>
            <a:srgbClr val="26364E">
              <a:alpha val="84000"/>
            </a:srgbClr>
          </a:solidFill>
          <a:ln w="3810">
            <a:solidFill>
              <a:srgbClr val="26364E">
                <a:alpha val="0"/>
              </a:srgbClr>
            </a:solidFill>
            <a:prstDash val="solid"/>
          </a:ln>
        </p:spPr>
      </p:sp>
      <p:sp>
        <p:nvSpPr>
          <p:cNvPr id="221" name="Shape 219"/>
          <p:cNvSpPr/>
          <p:nvPr/>
        </p:nvSpPr>
        <p:spPr>
          <a:xfrm>
            <a:off x="11496751" y="2895905"/>
            <a:ext cx="96012" cy="96012"/>
          </a:xfrm>
          <a:prstGeom prst="ellipse">
            <a:avLst/>
          </a:prstGeom>
          <a:solidFill>
            <a:srgbClr val="26364E">
              <a:alpha val="84000"/>
            </a:srgbClr>
          </a:solidFill>
          <a:ln w="3810">
            <a:solidFill>
              <a:srgbClr val="26364E">
                <a:alpha val="0"/>
              </a:srgbClr>
            </a:solidFill>
            <a:prstDash val="solid"/>
          </a:ln>
        </p:spPr>
      </p:sp>
      <p:sp>
        <p:nvSpPr>
          <p:cNvPr id="222" name="Shape 220"/>
          <p:cNvSpPr/>
          <p:nvPr/>
        </p:nvSpPr>
        <p:spPr>
          <a:xfrm>
            <a:off x="11623853" y="2895905"/>
            <a:ext cx="96012" cy="96012"/>
          </a:xfrm>
          <a:prstGeom prst="ellipse">
            <a:avLst/>
          </a:prstGeom>
          <a:solidFill>
            <a:srgbClr val="8FE3A1"/>
          </a:solidFill>
          <a:ln w="3810">
            <a:solidFill>
              <a:srgbClr val="8FE3A1">
                <a:alpha val="0"/>
              </a:srgbClr>
            </a:solidFill>
            <a:prstDash val="solid"/>
          </a:ln>
        </p:spPr>
      </p:sp>
      <p:sp>
        <p:nvSpPr>
          <p:cNvPr id="223" name="Shape 221"/>
          <p:cNvSpPr/>
          <p:nvPr/>
        </p:nvSpPr>
        <p:spPr>
          <a:xfrm>
            <a:off x="11750954" y="2895905"/>
            <a:ext cx="96012" cy="96012"/>
          </a:xfrm>
          <a:prstGeom prst="ellipse">
            <a:avLst/>
          </a:prstGeom>
          <a:solidFill>
            <a:srgbClr val="26364E">
              <a:alpha val="84000"/>
            </a:srgbClr>
          </a:solidFill>
          <a:ln w="3810">
            <a:solidFill>
              <a:srgbClr val="26364E">
                <a:alpha val="0"/>
              </a:srgbClr>
            </a:solidFill>
            <a:prstDash val="solid"/>
          </a:ln>
        </p:spPr>
      </p:sp>
      <p:sp>
        <p:nvSpPr>
          <p:cNvPr id="224" name="Shape 222"/>
          <p:cNvSpPr/>
          <p:nvPr/>
        </p:nvSpPr>
        <p:spPr>
          <a:xfrm>
            <a:off x="11878056" y="2895905"/>
            <a:ext cx="96012" cy="96012"/>
          </a:xfrm>
          <a:prstGeom prst="ellipse">
            <a:avLst/>
          </a:prstGeom>
          <a:solidFill>
            <a:srgbClr val="8FE3A1"/>
          </a:solidFill>
          <a:ln w="3810">
            <a:solidFill>
              <a:srgbClr val="8FE3A1">
                <a:alpha val="0"/>
              </a:srgbClr>
            </a:solidFill>
            <a:prstDash val="solid"/>
          </a:ln>
        </p:spPr>
      </p:sp>
      <p:sp>
        <p:nvSpPr>
          <p:cNvPr id="225" name="Shape 223"/>
          <p:cNvSpPr/>
          <p:nvPr/>
        </p:nvSpPr>
        <p:spPr>
          <a:xfrm>
            <a:off x="12005158" y="2895905"/>
            <a:ext cx="96012" cy="96012"/>
          </a:xfrm>
          <a:prstGeom prst="ellipse">
            <a:avLst/>
          </a:prstGeom>
          <a:solidFill>
            <a:srgbClr val="26364E">
              <a:alpha val="84000"/>
            </a:srgbClr>
          </a:solidFill>
          <a:ln w="3810">
            <a:solidFill>
              <a:srgbClr val="26364E">
                <a:alpha val="0"/>
              </a:srgbClr>
            </a:solidFill>
            <a:prstDash val="solid"/>
          </a:ln>
        </p:spPr>
      </p:sp>
      <p:sp>
        <p:nvSpPr>
          <p:cNvPr id="226" name="Shape 224"/>
          <p:cNvSpPr/>
          <p:nvPr/>
        </p:nvSpPr>
        <p:spPr>
          <a:xfrm>
            <a:off x="8065008" y="3023006"/>
            <a:ext cx="96012" cy="96012"/>
          </a:xfrm>
          <a:prstGeom prst="ellipse">
            <a:avLst/>
          </a:prstGeom>
          <a:solidFill>
            <a:srgbClr val="26364E">
              <a:alpha val="84000"/>
            </a:srgbClr>
          </a:solidFill>
          <a:ln w="3810">
            <a:solidFill>
              <a:srgbClr val="26364E">
                <a:alpha val="0"/>
              </a:srgbClr>
            </a:solidFill>
            <a:prstDash val="solid"/>
          </a:ln>
        </p:spPr>
      </p:sp>
      <p:sp>
        <p:nvSpPr>
          <p:cNvPr id="227" name="Shape 225"/>
          <p:cNvSpPr/>
          <p:nvPr/>
        </p:nvSpPr>
        <p:spPr>
          <a:xfrm>
            <a:off x="8192110" y="3023006"/>
            <a:ext cx="96012" cy="96012"/>
          </a:xfrm>
          <a:prstGeom prst="ellipse">
            <a:avLst/>
          </a:prstGeom>
          <a:solidFill>
            <a:srgbClr val="26364E">
              <a:alpha val="84000"/>
            </a:srgbClr>
          </a:solidFill>
          <a:ln w="3810">
            <a:solidFill>
              <a:srgbClr val="26364E">
                <a:alpha val="0"/>
              </a:srgbClr>
            </a:solidFill>
            <a:prstDash val="solid"/>
          </a:ln>
        </p:spPr>
      </p:sp>
      <p:sp>
        <p:nvSpPr>
          <p:cNvPr id="228" name="Shape 226"/>
          <p:cNvSpPr/>
          <p:nvPr/>
        </p:nvSpPr>
        <p:spPr>
          <a:xfrm>
            <a:off x="8319211" y="3023006"/>
            <a:ext cx="96012" cy="96012"/>
          </a:xfrm>
          <a:prstGeom prst="ellipse">
            <a:avLst/>
          </a:prstGeom>
          <a:solidFill>
            <a:srgbClr val="26364E">
              <a:alpha val="84000"/>
            </a:srgbClr>
          </a:solidFill>
          <a:ln w="3810">
            <a:solidFill>
              <a:srgbClr val="26364E">
                <a:alpha val="0"/>
              </a:srgbClr>
            </a:solidFill>
            <a:prstDash val="solid"/>
          </a:ln>
        </p:spPr>
      </p:sp>
      <p:sp>
        <p:nvSpPr>
          <p:cNvPr id="229" name="Shape 227"/>
          <p:cNvSpPr/>
          <p:nvPr/>
        </p:nvSpPr>
        <p:spPr>
          <a:xfrm>
            <a:off x="8446313" y="3023006"/>
            <a:ext cx="96012" cy="96012"/>
          </a:xfrm>
          <a:prstGeom prst="ellipse">
            <a:avLst/>
          </a:prstGeom>
          <a:solidFill>
            <a:srgbClr val="26364E">
              <a:alpha val="84000"/>
            </a:srgbClr>
          </a:solidFill>
          <a:ln w="3810">
            <a:solidFill>
              <a:srgbClr val="26364E">
                <a:alpha val="0"/>
              </a:srgbClr>
            </a:solidFill>
            <a:prstDash val="solid"/>
          </a:ln>
        </p:spPr>
      </p:sp>
      <p:sp>
        <p:nvSpPr>
          <p:cNvPr id="230" name="Shape 228"/>
          <p:cNvSpPr/>
          <p:nvPr/>
        </p:nvSpPr>
        <p:spPr>
          <a:xfrm>
            <a:off x="8573414" y="3023006"/>
            <a:ext cx="96012" cy="96012"/>
          </a:xfrm>
          <a:prstGeom prst="ellipse">
            <a:avLst/>
          </a:prstGeom>
          <a:solidFill>
            <a:srgbClr val="26364E">
              <a:alpha val="84000"/>
            </a:srgbClr>
          </a:solidFill>
          <a:ln w="3810">
            <a:solidFill>
              <a:srgbClr val="26364E">
                <a:alpha val="0"/>
              </a:srgbClr>
            </a:solidFill>
            <a:prstDash val="solid"/>
          </a:ln>
        </p:spPr>
      </p:sp>
      <p:sp>
        <p:nvSpPr>
          <p:cNvPr id="231" name="Shape 229"/>
          <p:cNvSpPr/>
          <p:nvPr/>
        </p:nvSpPr>
        <p:spPr>
          <a:xfrm>
            <a:off x="8700516" y="3023006"/>
            <a:ext cx="96012" cy="96012"/>
          </a:xfrm>
          <a:prstGeom prst="ellipse">
            <a:avLst/>
          </a:prstGeom>
          <a:solidFill>
            <a:srgbClr val="26364E">
              <a:alpha val="84000"/>
            </a:srgbClr>
          </a:solidFill>
          <a:ln w="3810">
            <a:solidFill>
              <a:srgbClr val="26364E">
                <a:alpha val="0"/>
              </a:srgbClr>
            </a:solidFill>
            <a:prstDash val="solid"/>
          </a:ln>
        </p:spPr>
      </p:sp>
      <p:sp>
        <p:nvSpPr>
          <p:cNvPr id="232" name="Shape 230"/>
          <p:cNvSpPr/>
          <p:nvPr/>
        </p:nvSpPr>
        <p:spPr>
          <a:xfrm>
            <a:off x="8827618" y="3023006"/>
            <a:ext cx="96012" cy="96012"/>
          </a:xfrm>
          <a:prstGeom prst="ellipse">
            <a:avLst/>
          </a:prstGeom>
          <a:solidFill>
            <a:srgbClr val="26364E">
              <a:alpha val="84000"/>
            </a:srgbClr>
          </a:solidFill>
          <a:ln w="3810">
            <a:solidFill>
              <a:srgbClr val="26364E">
                <a:alpha val="0"/>
              </a:srgbClr>
            </a:solidFill>
            <a:prstDash val="solid"/>
          </a:ln>
        </p:spPr>
      </p:sp>
      <p:sp>
        <p:nvSpPr>
          <p:cNvPr id="233" name="Shape 231"/>
          <p:cNvSpPr/>
          <p:nvPr/>
        </p:nvSpPr>
        <p:spPr>
          <a:xfrm>
            <a:off x="8954719" y="3023006"/>
            <a:ext cx="96012" cy="96012"/>
          </a:xfrm>
          <a:prstGeom prst="ellipse">
            <a:avLst/>
          </a:prstGeom>
          <a:solidFill>
            <a:srgbClr val="26364E">
              <a:alpha val="84000"/>
            </a:srgbClr>
          </a:solidFill>
          <a:ln w="3810">
            <a:solidFill>
              <a:srgbClr val="26364E">
                <a:alpha val="0"/>
              </a:srgbClr>
            </a:solidFill>
            <a:prstDash val="solid"/>
          </a:ln>
        </p:spPr>
      </p:sp>
      <p:sp>
        <p:nvSpPr>
          <p:cNvPr id="234" name="Shape 232"/>
          <p:cNvSpPr/>
          <p:nvPr/>
        </p:nvSpPr>
        <p:spPr>
          <a:xfrm>
            <a:off x="9081821" y="3023006"/>
            <a:ext cx="96012" cy="96012"/>
          </a:xfrm>
          <a:prstGeom prst="ellipse">
            <a:avLst/>
          </a:prstGeom>
          <a:solidFill>
            <a:srgbClr val="26364E">
              <a:alpha val="84000"/>
            </a:srgbClr>
          </a:solidFill>
          <a:ln w="3810">
            <a:solidFill>
              <a:srgbClr val="26364E">
                <a:alpha val="0"/>
              </a:srgbClr>
            </a:solidFill>
            <a:prstDash val="solid"/>
          </a:ln>
        </p:spPr>
      </p:sp>
      <p:sp>
        <p:nvSpPr>
          <p:cNvPr id="235" name="Shape 233"/>
          <p:cNvSpPr/>
          <p:nvPr/>
        </p:nvSpPr>
        <p:spPr>
          <a:xfrm>
            <a:off x="9208922" y="3023006"/>
            <a:ext cx="96012" cy="96012"/>
          </a:xfrm>
          <a:prstGeom prst="ellipse">
            <a:avLst/>
          </a:prstGeom>
          <a:solidFill>
            <a:srgbClr val="26364E">
              <a:alpha val="84000"/>
            </a:srgbClr>
          </a:solidFill>
          <a:ln w="3810">
            <a:solidFill>
              <a:srgbClr val="26364E">
                <a:alpha val="0"/>
              </a:srgbClr>
            </a:solidFill>
            <a:prstDash val="solid"/>
          </a:ln>
        </p:spPr>
      </p:sp>
      <p:sp>
        <p:nvSpPr>
          <p:cNvPr id="236" name="Shape 234"/>
          <p:cNvSpPr/>
          <p:nvPr/>
        </p:nvSpPr>
        <p:spPr>
          <a:xfrm>
            <a:off x="9336024" y="3023006"/>
            <a:ext cx="96012" cy="96012"/>
          </a:xfrm>
          <a:prstGeom prst="ellipse">
            <a:avLst/>
          </a:prstGeom>
          <a:solidFill>
            <a:srgbClr val="26364E">
              <a:alpha val="84000"/>
            </a:srgbClr>
          </a:solidFill>
          <a:ln w="3810">
            <a:solidFill>
              <a:srgbClr val="26364E">
                <a:alpha val="0"/>
              </a:srgbClr>
            </a:solidFill>
            <a:prstDash val="solid"/>
          </a:ln>
        </p:spPr>
      </p:sp>
      <p:sp>
        <p:nvSpPr>
          <p:cNvPr id="237" name="Shape 235"/>
          <p:cNvSpPr/>
          <p:nvPr/>
        </p:nvSpPr>
        <p:spPr>
          <a:xfrm>
            <a:off x="9463126" y="3023006"/>
            <a:ext cx="96012" cy="96012"/>
          </a:xfrm>
          <a:prstGeom prst="ellipse">
            <a:avLst/>
          </a:prstGeom>
          <a:solidFill>
            <a:srgbClr val="26364E">
              <a:alpha val="84000"/>
            </a:srgbClr>
          </a:solidFill>
          <a:ln w="3810">
            <a:solidFill>
              <a:srgbClr val="26364E">
                <a:alpha val="0"/>
              </a:srgbClr>
            </a:solidFill>
            <a:prstDash val="solid"/>
          </a:ln>
        </p:spPr>
      </p:sp>
      <p:sp>
        <p:nvSpPr>
          <p:cNvPr id="238" name="Shape 236"/>
          <p:cNvSpPr/>
          <p:nvPr/>
        </p:nvSpPr>
        <p:spPr>
          <a:xfrm>
            <a:off x="9590227" y="3023006"/>
            <a:ext cx="96012" cy="96012"/>
          </a:xfrm>
          <a:prstGeom prst="ellipse">
            <a:avLst/>
          </a:prstGeom>
          <a:solidFill>
            <a:srgbClr val="26364E">
              <a:alpha val="84000"/>
            </a:srgbClr>
          </a:solidFill>
          <a:ln w="3810">
            <a:solidFill>
              <a:srgbClr val="26364E">
                <a:alpha val="0"/>
              </a:srgbClr>
            </a:solidFill>
            <a:prstDash val="solid"/>
          </a:ln>
        </p:spPr>
      </p:sp>
      <p:sp>
        <p:nvSpPr>
          <p:cNvPr id="239" name="Shape 237"/>
          <p:cNvSpPr/>
          <p:nvPr/>
        </p:nvSpPr>
        <p:spPr>
          <a:xfrm>
            <a:off x="9717329" y="3023006"/>
            <a:ext cx="96012" cy="96012"/>
          </a:xfrm>
          <a:prstGeom prst="ellipse">
            <a:avLst/>
          </a:prstGeom>
          <a:solidFill>
            <a:srgbClr val="26364E">
              <a:alpha val="84000"/>
            </a:srgbClr>
          </a:solidFill>
          <a:ln w="3810">
            <a:solidFill>
              <a:srgbClr val="26364E">
                <a:alpha val="0"/>
              </a:srgbClr>
            </a:solidFill>
            <a:prstDash val="solid"/>
          </a:ln>
        </p:spPr>
      </p:sp>
      <p:sp>
        <p:nvSpPr>
          <p:cNvPr id="240" name="Shape 238"/>
          <p:cNvSpPr/>
          <p:nvPr/>
        </p:nvSpPr>
        <p:spPr>
          <a:xfrm>
            <a:off x="9844430" y="3023006"/>
            <a:ext cx="96012" cy="96012"/>
          </a:xfrm>
          <a:prstGeom prst="ellipse">
            <a:avLst/>
          </a:prstGeom>
          <a:solidFill>
            <a:srgbClr val="26364E">
              <a:alpha val="84000"/>
            </a:srgbClr>
          </a:solidFill>
          <a:ln w="3810">
            <a:solidFill>
              <a:srgbClr val="26364E">
                <a:alpha val="0"/>
              </a:srgbClr>
            </a:solidFill>
            <a:prstDash val="solid"/>
          </a:ln>
        </p:spPr>
      </p:sp>
      <p:sp>
        <p:nvSpPr>
          <p:cNvPr id="241" name="Shape 239"/>
          <p:cNvSpPr/>
          <p:nvPr/>
        </p:nvSpPr>
        <p:spPr>
          <a:xfrm>
            <a:off x="9971532" y="3023006"/>
            <a:ext cx="96012" cy="96012"/>
          </a:xfrm>
          <a:prstGeom prst="ellipse">
            <a:avLst/>
          </a:prstGeom>
          <a:solidFill>
            <a:srgbClr val="26364E">
              <a:alpha val="84000"/>
            </a:srgbClr>
          </a:solidFill>
          <a:ln w="3810">
            <a:solidFill>
              <a:srgbClr val="26364E">
                <a:alpha val="0"/>
              </a:srgbClr>
            </a:solidFill>
            <a:prstDash val="solid"/>
          </a:ln>
        </p:spPr>
      </p:sp>
      <p:sp>
        <p:nvSpPr>
          <p:cNvPr id="242" name="Shape 240"/>
          <p:cNvSpPr/>
          <p:nvPr/>
        </p:nvSpPr>
        <p:spPr>
          <a:xfrm>
            <a:off x="10098634" y="3023006"/>
            <a:ext cx="96012" cy="96012"/>
          </a:xfrm>
          <a:prstGeom prst="ellipse">
            <a:avLst/>
          </a:prstGeom>
          <a:solidFill>
            <a:srgbClr val="26364E">
              <a:alpha val="84000"/>
            </a:srgbClr>
          </a:solidFill>
          <a:ln w="3810">
            <a:solidFill>
              <a:srgbClr val="26364E">
                <a:alpha val="0"/>
              </a:srgbClr>
            </a:solidFill>
            <a:prstDash val="solid"/>
          </a:ln>
        </p:spPr>
      </p:sp>
      <p:sp>
        <p:nvSpPr>
          <p:cNvPr id="243" name="Shape 241"/>
          <p:cNvSpPr/>
          <p:nvPr/>
        </p:nvSpPr>
        <p:spPr>
          <a:xfrm>
            <a:off x="10225735" y="3023006"/>
            <a:ext cx="96012" cy="96012"/>
          </a:xfrm>
          <a:prstGeom prst="ellipse">
            <a:avLst/>
          </a:prstGeom>
          <a:solidFill>
            <a:srgbClr val="26364E">
              <a:alpha val="84000"/>
            </a:srgbClr>
          </a:solidFill>
          <a:ln w="3810">
            <a:solidFill>
              <a:srgbClr val="26364E">
                <a:alpha val="0"/>
              </a:srgbClr>
            </a:solidFill>
            <a:prstDash val="solid"/>
          </a:ln>
        </p:spPr>
      </p:sp>
      <p:sp>
        <p:nvSpPr>
          <p:cNvPr id="244" name="Shape 242"/>
          <p:cNvSpPr/>
          <p:nvPr/>
        </p:nvSpPr>
        <p:spPr>
          <a:xfrm>
            <a:off x="10352837" y="3023006"/>
            <a:ext cx="96012" cy="96012"/>
          </a:xfrm>
          <a:prstGeom prst="ellipse">
            <a:avLst/>
          </a:prstGeom>
          <a:solidFill>
            <a:srgbClr val="26364E">
              <a:alpha val="84000"/>
            </a:srgbClr>
          </a:solidFill>
          <a:ln w="3810">
            <a:solidFill>
              <a:srgbClr val="26364E">
                <a:alpha val="0"/>
              </a:srgbClr>
            </a:solidFill>
            <a:prstDash val="solid"/>
          </a:ln>
        </p:spPr>
      </p:sp>
      <p:sp>
        <p:nvSpPr>
          <p:cNvPr id="245" name="Shape 243"/>
          <p:cNvSpPr/>
          <p:nvPr/>
        </p:nvSpPr>
        <p:spPr>
          <a:xfrm>
            <a:off x="10479938" y="3023006"/>
            <a:ext cx="96012" cy="96012"/>
          </a:xfrm>
          <a:prstGeom prst="ellipse">
            <a:avLst/>
          </a:prstGeom>
          <a:solidFill>
            <a:srgbClr val="26364E">
              <a:alpha val="84000"/>
            </a:srgbClr>
          </a:solidFill>
          <a:ln w="3810">
            <a:solidFill>
              <a:srgbClr val="26364E">
                <a:alpha val="0"/>
              </a:srgbClr>
            </a:solidFill>
            <a:prstDash val="solid"/>
          </a:ln>
        </p:spPr>
      </p:sp>
      <p:sp>
        <p:nvSpPr>
          <p:cNvPr id="246" name="Shape 244"/>
          <p:cNvSpPr/>
          <p:nvPr/>
        </p:nvSpPr>
        <p:spPr>
          <a:xfrm>
            <a:off x="10607040" y="3023006"/>
            <a:ext cx="96012" cy="96012"/>
          </a:xfrm>
          <a:prstGeom prst="ellipse">
            <a:avLst/>
          </a:prstGeom>
          <a:solidFill>
            <a:srgbClr val="26364E">
              <a:alpha val="84000"/>
            </a:srgbClr>
          </a:solidFill>
          <a:ln w="3810">
            <a:solidFill>
              <a:srgbClr val="26364E">
                <a:alpha val="0"/>
              </a:srgbClr>
            </a:solidFill>
            <a:prstDash val="solid"/>
          </a:ln>
        </p:spPr>
      </p:sp>
      <p:sp>
        <p:nvSpPr>
          <p:cNvPr id="247" name="Shape 245"/>
          <p:cNvSpPr/>
          <p:nvPr/>
        </p:nvSpPr>
        <p:spPr>
          <a:xfrm>
            <a:off x="10734142" y="3023006"/>
            <a:ext cx="96012" cy="96012"/>
          </a:xfrm>
          <a:prstGeom prst="ellipse">
            <a:avLst/>
          </a:prstGeom>
          <a:solidFill>
            <a:srgbClr val="26364E">
              <a:alpha val="84000"/>
            </a:srgbClr>
          </a:solidFill>
          <a:ln w="3810">
            <a:solidFill>
              <a:srgbClr val="26364E">
                <a:alpha val="0"/>
              </a:srgbClr>
            </a:solidFill>
            <a:prstDash val="solid"/>
          </a:ln>
        </p:spPr>
      </p:sp>
      <p:sp>
        <p:nvSpPr>
          <p:cNvPr id="248" name="Shape 246"/>
          <p:cNvSpPr/>
          <p:nvPr/>
        </p:nvSpPr>
        <p:spPr>
          <a:xfrm>
            <a:off x="10861243" y="3023006"/>
            <a:ext cx="96012" cy="96012"/>
          </a:xfrm>
          <a:prstGeom prst="ellipse">
            <a:avLst/>
          </a:prstGeom>
          <a:solidFill>
            <a:srgbClr val="26364E">
              <a:alpha val="84000"/>
            </a:srgbClr>
          </a:solidFill>
          <a:ln w="3810">
            <a:solidFill>
              <a:srgbClr val="26364E">
                <a:alpha val="0"/>
              </a:srgbClr>
            </a:solidFill>
            <a:prstDash val="solid"/>
          </a:ln>
        </p:spPr>
      </p:sp>
      <p:sp>
        <p:nvSpPr>
          <p:cNvPr id="249" name="Shape 247"/>
          <p:cNvSpPr/>
          <p:nvPr/>
        </p:nvSpPr>
        <p:spPr>
          <a:xfrm>
            <a:off x="10988345" y="3023006"/>
            <a:ext cx="96012" cy="96012"/>
          </a:xfrm>
          <a:prstGeom prst="ellipse">
            <a:avLst/>
          </a:prstGeom>
          <a:solidFill>
            <a:srgbClr val="26364E">
              <a:alpha val="84000"/>
            </a:srgbClr>
          </a:solidFill>
          <a:ln w="3810">
            <a:solidFill>
              <a:srgbClr val="26364E">
                <a:alpha val="0"/>
              </a:srgbClr>
            </a:solidFill>
            <a:prstDash val="solid"/>
          </a:ln>
        </p:spPr>
      </p:sp>
      <p:sp>
        <p:nvSpPr>
          <p:cNvPr id="250" name="Shape 248"/>
          <p:cNvSpPr/>
          <p:nvPr/>
        </p:nvSpPr>
        <p:spPr>
          <a:xfrm>
            <a:off x="11115446" y="3023006"/>
            <a:ext cx="96012" cy="96012"/>
          </a:xfrm>
          <a:prstGeom prst="ellipse">
            <a:avLst/>
          </a:prstGeom>
          <a:solidFill>
            <a:srgbClr val="26364E">
              <a:alpha val="84000"/>
            </a:srgbClr>
          </a:solidFill>
          <a:ln w="3810">
            <a:solidFill>
              <a:srgbClr val="26364E">
                <a:alpha val="0"/>
              </a:srgbClr>
            </a:solidFill>
            <a:prstDash val="solid"/>
          </a:ln>
        </p:spPr>
      </p:sp>
      <p:sp>
        <p:nvSpPr>
          <p:cNvPr id="251" name="Shape 249"/>
          <p:cNvSpPr/>
          <p:nvPr/>
        </p:nvSpPr>
        <p:spPr>
          <a:xfrm>
            <a:off x="11242548" y="3023006"/>
            <a:ext cx="96012" cy="96012"/>
          </a:xfrm>
          <a:prstGeom prst="ellipse">
            <a:avLst/>
          </a:prstGeom>
          <a:solidFill>
            <a:srgbClr val="26364E">
              <a:alpha val="84000"/>
            </a:srgbClr>
          </a:solidFill>
          <a:ln w="3810">
            <a:solidFill>
              <a:srgbClr val="26364E">
                <a:alpha val="0"/>
              </a:srgbClr>
            </a:solidFill>
            <a:prstDash val="solid"/>
          </a:ln>
        </p:spPr>
      </p:sp>
      <p:sp>
        <p:nvSpPr>
          <p:cNvPr id="252" name="Shape 250"/>
          <p:cNvSpPr/>
          <p:nvPr/>
        </p:nvSpPr>
        <p:spPr>
          <a:xfrm>
            <a:off x="11369650" y="3023006"/>
            <a:ext cx="96012" cy="96012"/>
          </a:xfrm>
          <a:prstGeom prst="ellipse">
            <a:avLst/>
          </a:prstGeom>
          <a:solidFill>
            <a:srgbClr val="26364E">
              <a:alpha val="84000"/>
            </a:srgbClr>
          </a:solidFill>
          <a:ln w="3810">
            <a:solidFill>
              <a:srgbClr val="26364E">
                <a:alpha val="0"/>
              </a:srgbClr>
            </a:solidFill>
            <a:prstDash val="solid"/>
          </a:ln>
        </p:spPr>
      </p:sp>
      <p:sp>
        <p:nvSpPr>
          <p:cNvPr id="253" name="Shape 251"/>
          <p:cNvSpPr/>
          <p:nvPr/>
        </p:nvSpPr>
        <p:spPr>
          <a:xfrm>
            <a:off x="11496751" y="3023006"/>
            <a:ext cx="96012" cy="96012"/>
          </a:xfrm>
          <a:prstGeom prst="ellipse">
            <a:avLst/>
          </a:prstGeom>
          <a:solidFill>
            <a:srgbClr val="26364E">
              <a:alpha val="84000"/>
            </a:srgbClr>
          </a:solidFill>
          <a:ln w="3810">
            <a:solidFill>
              <a:srgbClr val="26364E">
                <a:alpha val="0"/>
              </a:srgbClr>
            </a:solidFill>
            <a:prstDash val="solid"/>
          </a:ln>
        </p:spPr>
      </p:sp>
      <p:sp>
        <p:nvSpPr>
          <p:cNvPr id="254" name="Shape 252"/>
          <p:cNvSpPr/>
          <p:nvPr/>
        </p:nvSpPr>
        <p:spPr>
          <a:xfrm>
            <a:off x="11623853" y="3023006"/>
            <a:ext cx="96012" cy="96012"/>
          </a:xfrm>
          <a:prstGeom prst="ellipse">
            <a:avLst/>
          </a:prstGeom>
          <a:solidFill>
            <a:srgbClr val="8FE3A1"/>
          </a:solidFill>
          <a:ln w="3810">
            <a:solidFill>
              <a:srgbClr val="8FE3A1">
                <a:alpha val="0"/>
              </a:srgbClr>
            </a:solidFill>
            <a:prstDash val="solid"/>
          </a:ln>
        </p:spPr>
      </p:sp>
      <p:sp>
        <p:nvSpPr>
          <p:cNvPr id="255" name="Shape 253"/>
          <p:cNvSpPr/>
          <p:nvPr/>
        </p:nvSpPr>
        <p:spPr>
          <a:xfrm>
            <a:off x="11750954" y="3023006"/>
            <a:ext cx="96012" cy="96012"/>
          </a:xfrm>
          <a:prstGeom prst="ellipse">
            <a:avLst/>
          </a:prstGeom>
          <a:solidFill>
            <a:srgbClr val="26364E">
              <a:alpha val="84000"/>
            </a:srgbClr>
          </a:solidFill>
          <a:ln w="3810">
            <a:solidFill>
              <a:srgbClr val="26364E">
                <a:alpha val="0"/>
              </a:srgbClr>
            </a:solidFill>
            <a:prstDash val="solid"/>
          </a:ln>
        </p:spPr>
      </p:sp>
      <p:sp>
        <p:nvSpPr>
          <p:cNvPr id="256" name="Shape 254"/>
          <p:cNvSpPr/>
          <p:nvPr/>
        </p:nvSpPr>
        <p:spPr>
          <a:xfrm>
            <a:off x="11878056" y="3023006"/>
            <a:ext cx="96012" cy="96012"/>
          </a:xfrm>
          <a:prstGeom prst="ellipse">
            <a:avLst/>
          </a:prstGeom>
          <a:solidFill>
            <a:srgbClr val="8FE3A1"/>
          </a:solidFill>
          <a:ln w="3810">
            <a:solidFill>
              <a:srgbClr val="8FE3A1">
                <a:alpha val="0"/>
              </a:srgbClr>
            </a:solidFill>
            <a:prstDash val="solid"/>
          </a:ln>
        </p:spPr>
      </p:sp>
      <p:sp>
        <p:nvSpPr>
          <p:cNvPr id="257" name="Shape 255"/>
          <p:cNvSpPr/>
          <p:nvPr/>
        </p:nvSpPr>
        <p:spPr>
          <a:xfrm>
            <a:off x="12005158" y="3023006"/>
            <a:ext cx="96012" cy="96012"/>
          </a:xfrm>
          <a:prstGeom prst="ellipse">
            <a:avLst/>
          </a:prstGeom>
          <a:solidFill>
            <a:srgbClr val="26364E">
              <a:alpha val="84000"/>
            </a:srgbClr>
          </a:solidFill>
          <a:ln w="3810">
            <a:solidFill>
              <a:srgbClr val="26364E">
                <a:alpha val="0"/>
              </a:srgbClr>
            </a:solidFill>
            <a:prstDash val="solid"/>
          </a:ln>
        </p:spPr>
      </p:sp>
      <p:sp>
        <p:nvSpPr>
          <p:cNvPr id="258" name="Shape 256"/>
          <p:cNvSpPr/>
          <p:nvPr/>
        </p:nvSpPr>
        <p:spPr>
          <a:xfrm>
            <a:off x="8065008" y="3150108"/>
            <a:ext cx="96012" cy="96012"/>
          </a:xfrm>
          <a:prstGeom prst="ellipse">
            <a:avLst/>
          </a:prstGeom>
          <a:solidFill>
            <a:srgbClr val="8FE3A1"/>
          </a:solidFill>
          <a:ln w="3810">
            <a:solidFill>
              <a:srgbClr val="8FE3A1">
                <a:alpha val="0"/>
              </a:srgbClr>
            </a:solidFill>
            <a:prstDash val="solid"/>
          </a:ln>
        </p:spPr>
      </p:sp>
      <p:sp>
        <p:nvSpPr>
          <p:cNvPr id="259" name="Shape 257"/>
          <p:cNvSpPr/>
          <p:nvPr/>
        </p:nvSpPr>
        <p:spPr>
          <a:xfrm>
            <a:off x="8192110" y="3150108"/>
            <a:ext cx="96012" cy="96012"/>
          </a:xfrm>
          <a:prstGeom prst="ellipse">
            <a:avLst/>
          </a:prstGeom>
          <a:solidFill>
            <a:srgbClr val="26364E">
              <a:alpha val="84000"/>
            </a:srgbClr>
          </a:solidFill>
          <a:ln w="3810">
            <a:solidFill>
              <a:srgbClr val="26364E">
                <a:alpha val="0"/>
              </a:srgbClr>
            </a:solidFill>
            <a:prstDash val="solid"/>
          </a:ln>
        </p:spPr>
      </p:sp>
      <p:sp>
        <p:nvSpPr>
          <p:cNvPr id="260" name="Shape 258"/>
          <p:cNvSpPr/>
          <p:nvPr/>
        </p:nvSpPr>
        <p:spPr>
          <a:xfrm>
            <a:off x="8319211" y="3150108"/>
            <a:ext cx="96012" cy="96012"/>
          </a:xfrm>
          <a:prstGeom prst="ellipse">
            <a:avLst/>
          </a:prstGeom>
          <a:solidFill>
            <a:srgbClr val="8FE3A1"/>
          </a:solidFill>
          <a:ln w="3810">
            <a:solidFill>
              <a:srgbClr val="8FE3A1">
                <a:alpha val="0"/>
              </a:srgbClr>
            </a:solidFill>
            <a:prstDash val="solid"/>
          </a:ln>
        </p:spPr>
      </p:sp>
      <p:sp>
        <p:nvSpPr>
          <p:cNvPr id="261" name="Shape 259"/>
          <p:cNvSpPr/>
          <p:nvPr/>
        </p:nvSpPr>
        <p:spPr>
          <a:xfrm>
            <a:off x="8446313" y="3150108"/>
            <a:ext cx="96012" cy="96012"/>
          </a:xfrm>
          <a:prstGeom prst="ellipse">
            <a:avLst/>
          </a:prstGeom>
          <a:solidFill>
            <a:srgbClr val="26364E">
              <a:alpha val="84000"/>
            </a:srgbClr>
          </a:solidFill>
          <a:ln w="3810">
            <a:solidFill>
              <a:srgbClr val="26364E">
                <a:alpha val="0"/>
              </a:srgbClr>
            </a:solidFill>
            <a:prstDash val="solid"/>
          </a:ln>
        </p:spPr>
      </p:sp>
      <p:sp>
        <p:nvSpPr>
          <p:cNvPr id="262" name="Shape 260"/>
          <p:cNvSpPr/>
          <p:nvPr/>
        </p:nvSpPr>
        <p:spPr>
          <a:xfrm>
            <a:off x="8573414" y="3150108"/>
            <a:ext cx="96012" cy="96012"/>
          </a:xfrm>
          <a:prstGeom prst="ellipse">
            <a:avLst/>
          </a:prstGeom>
          <a:solidFill>
            <a:srgbClr val="8FE3A1"/>
          </a:solidFill>
          <a:ln w="3810">
            <a:solidFill>
              <a:srgbClr val="8FE3A1">
                <a:alpha val="0"/>
              </a:srgbClr>
            </a:solidFill>
            <a:prstDash val="solid"/>
          </a:ln>
        </p:spPr>
      </p:sp>
      <p:sp>
        <p:nvSpPr>
          <p:cNvPr id="263" name="Shape 261"/>
          <p:cNvSpPr/>
          <p:nvPr/>
        </p:nvSpPr>
        <p:spPr>
          <a:xfrm>
            <a:off x="8700516" y="3150108"/>
            <a:ext cx="96012" cy="96012"/>
          </a:xfrm>
          <a:prstGeom prst="ellipse">
            <a:avLst/>
          </a:prstGeom>
          <a:solidFill>
            <a:srgbClr val="26364E">
              <a:alpha val="84000"/>
            </a:srgbClr>
          </a:solidFill>
          <a:ln w="3810">
            <a:solidFill>
              <a:srgbClr val="26364E">
                <a:alpha val="0"/>
              </a:srgbClr>
            </a:solidFill>
            <a:prstDash val="solid"/>
          </a:ln>
        </p:spPr>
      </p:sp>
      <p:sp>
        <p:nvSpPr>
          <p:cNvPr id="264" name="Shape 262"/>
          <p:cNvSpPr/>
          <p:nvPr/>
        </p:nvSpPr>
        <p:spPr>
          <a:xfrm>
            <a:off x="8827618" y="3150108"/>
            <a:ext cx="96012" cy="96012"/>
          </a:xfrm>
          <a:prstGeom prst="ellipse">
            <a:avLst/>
          </a:prstGeom>
          <a:solidFill>
            <a:srgbClr val="26364E">
              <a:alpha val="84000"/>
            </a:srgbClr>
          </a:solidFill>
          <a:ln w="3810">
            <a:solidFill>
              <a:srgbClr val="26364E">
                <a:alpha val="0"/>
              </a:srgbClr>
            </a:solidFill>
            <a:prstDash val="solid"/>
          </a:ln>
        </p:spPr>
      </p:sp>
      <p:sp>
        <p:nvSpPr>
          <p:cNvPr id="265" name="Shape 263"/>
          <p:cNvSpPr/>
          <p:nvPr/>
        </p:nvSpPr>
        <p:spPr>
          <a:xfrm>
            <a:off x="8954719" y="3150108"/>
            <a:ext cx="96012" cy="96012"/>
          </a:xfrm>
          <a:prstGeom prst="ellipse">
            <a:avLst/>
          </a:prstGeom>
          <a:solidFill>
            <a:srgbClr val="8FE3A1"/>
          </a:solidFill>
          <a:ln w="3810">
            <a:solidFill>
              <a:srgbClr val="8FE3A1">
                <a:alpha val="0"/>
              </a:srgbClr>
            </a:solidFill>
            <a:prstDash val="solid"/>
          </a:ln>
        </p:spPr>
      </p:sp>
      <p:sp>
        <p:nvSpPr>
          <p:cNvPr id="266" name="Shape 264"/>
          <p:cNvSpPr/>
          <p:nvPr/>
        </p:nvSpPr>
        <p:spPr>
          <a:xfrm>
            <a:off x="9081821" y="3150108"/>
            <a:ext cx="96012" cy="96012"/>
          </a:xfrm>
          <a:prstGeom prst="ellipse">
            <a:avLst/>
          </a:prstGeom>
          <a:solidFill>
            <a:srgbClr val="26364E">
              <a:alpha val="84000"/>
            </a:srgbClr>
          </a:solidFill>
          <a:ln w="3810">
            <a:solidFill>
              <a:srgbClr val="26364E">
                <a:alpha val="0"/>
              </a:srgbClr>
            </a:solidFill>
            <a:prstDash val="solid"/>
          </a:ln>
        </p:spPr>
      </p:sp>
      <p:sp>
        <p:nvSpPr>
          <p:cNvPr id="267" name="Shape 265"/>
          <p:cNvSpPr/>
          <p:nvPr/>
        </p:nvSpPr>
        <p:spPr>
          <a:xfrm>
            <a:off x="9208922" y="3150108"/>
            <a:ext cx="96012" cy="96012"/>
          </a:xfrm>
          <a:prstGeom prst="ellipse">
            <a:avLst/>
          </a:prstGeom>
          <a:solidFill>
            <a:srgbClr val="26364E">
              <a:alpha val="84000"/>
            </a:srgbClr>
          </a:solidFill>
          <a:ln w="3810">
            <a:solidFill>
              <a:srgbClr val="26364E">
                <a:alpha val="0"/>
              </a:srgbClr>
            </a:solidFill>
            <a:prstDash val="solid"/>
          </a:ln>
        </p:spPr>
      </p:sp>
      <p:sp>
        <p:nvSpPr>
          <p:cNvPr id="268" name="Shape 266"/>
          <p:cNvSpPr/>
          <p:nvPr/>
        </p:nvSpPr>
        <p:spPr>
          <a:xfrm>
            <a:off x="9336024" y="3150108"/>
            <a:ext cx="96012" cy="96012"/>
          </a:xfrm>
          <a:prstGeom prst="ellipse">
            <a:avLst/>
          </a:prstGeom>
          <a:solidFill>
            <a:srgbClr val="8FE3A1"/>
          </a:solidFill>
          <a:ln w="3810">
            <a:solidFill>
              <a:srgbClr val="8FE3A1">
                <a:alpha val="0"/>
              </a:srgbClr>
            </a:solidFill>
            <a:prstDash val="solid"/>
          </a:ln>
        </p:spPr>
      </p:sp>
      <p:sp>
        <p:nvSpPr>
          <p:cNvPr id="269" name="Shape 267"/>
          <p:cNvSpPr/>
          <p:nvPr/>
        </p:nvSpPr>
        <p:spPr>
          <a:xfrm>
            <a:off x="9463126" y="3150108"/>
            <a:ext cx="96012" cy="96012"/>
          </a:xfrm>
          <a:prstGeom prst="ellipse">
            <a:avLst/>
          </a:prstGeom>
          <a:solidFill>
            <a:srgbClr val="26364E">
              <a:alpha val="84000"/>
            </a:srgbClr>
          </a:solidFill>
          <a:ln w="3810">
            <a:solidFill>
              <a:srgbClr val="26364E">
                <a:alpha val="0"/>
              </a:srgbClr>
            </a:solidFill>
            <a:prstDash val="solid"/>
          </a:ln>
        </p:spPr>
      </p:sp>
      <p:sp>
        <p:nvSpPr>
          <p:cNvPr id="270" name="Shape 268"/>
          <p:cNvSpPr/>
          <p:nvPr/>
        </p:nvSpPr>
        <p:spPr>
          <a:xfrm>
            <a:off x="9590227" y="3150108"/>
            <a:ext cx="96012" cy="96012"/>
          </a:xfrm>
          <a:prstGeom prst="ellipse">
            <a:avLst/>
          </a:prstGeom>
          <a:solidFill>
            <a:srgbClr val="26364E">
              <a:alpha val="84000"/>
            </a:srgbClr>
          </a:solidFill>
          <a:ln w="3810">
            <a:solidFill>
              <a:srgbClr val="26364E">
                <a:alpha val="0"/>
              </a:srgbClr>
            </a:solidFill>
            <a:prstDash val="solid"/>
          </a:ln>
        </p:spPr>
      </p:sp>
      <p:sp>
        <p:nvSpPr>
          <p:cNvPr id="271" name="Shape 269"/>
          <p:cNvSpPr/>
          <p:nvPr/>
        </p:nvSpPr>
        <p:spPr>
          <a:xfrm>
            <a:off x="9717329" y="3150108"/>
            <a:ext cx="96012" cy="96012"/>
          </a:xfrm>
          <a:prstGeom prst="ellipse">
            <a:avLst/>
          </a:prstGeom>
          <a:solidFill>
            <a:srgbClr val="8FE3A1"/>
          </a:solidFill>
          <a:ln w="3810">
            <a:solidFill>
              <a:srgbClr val="8FE3A1">
                <a:alpha val="0"/>
              </a:srgbClr>
            </a:solidFill>
            <a:prstDash val="solid"/>
          </a:ln>
        </p:spPr>
      </p:sp>
      <p:sp>
        <p:nvSpPr>
          <p:cNvPr id="272" name="Shape 270"/>
          <p:cNvSpPr/>
          <p:nvPr/>
        </p:nvSpPr>
        <p:spPr>
          <a:xfrm>
            <a:off x="9844430" y="3150108"/>
            <a:ext cx="96012" cy="96012"/>
          </a:xfrm>
          <a:prstGeom prst="ellipse">
            <a:avLst/>
          </a:prstGeom>
          <a:solidFill>
            <a:srgbClr val="26364E">
              <a:alpha val="84000"/>
            </a:srgbClr>
          </a:solidFill>
          <a:ln w="3810">
            <a:solidFill>
              <a:srgbClr val="26364E">
                <a:alpha val="0"/>
              </a:srgbClr>
            </a:solidFill>
            <a:prstDash val="solid"/>
          </a:ln>
        </p:spPr>
      </p:sp>
      <p:sp>
        <p:nvSpPr>
          <p:cNvPr id="273" name="Shape 271"/>
          <p:cNvSpPr/>
          <p:nvPr/>
        </p:nvSpPr>
        <p:spPr>
          <a:xfrm>
            <a:off x="9971532" y="3150108"/>
            <a:ext cx="96012" cy="96012"/>
          </a:xfrm>
          <a:prstGeom prst="ellipse">
            <a:avLst/>
          </a:prstGeom>
          <a:solidFill>
            <a:srgbClr val="26364E">
              <a:alpha val="84000"/>
            </a:srgbClr>
          </a:solidFill>
          <a:ln w="3810">
            <a:solidFill>
              <a:srgbClr val="26364E">
                <a:alpha val="0"/>
              </a:srgbClr>
            </a:solidFill>
            <a:prstDash val="solid"/>
          </a:ln>
        </p:spPr>
      </p:sp>
      <p:sp>
        <p:nvSpPr>
          <p:cNvPr id="274" name="Shape 272"/>
          <p:cNvSpPr/>
          <p:nvPr/>
        </p:nvSpPr>
        <p:spPr>
          <a:xfrm>
            <a:off x="10098634" y="3150108"/>
            <a:ext cx="96012" cy="96012"/>
          </a:xfrm>
          <a:prstGeom prst="ellipse">
            <a:avLst/>
          </a:prstGeom>
          <a:solidFill>
            <a:srgbClr val="8FE3A1"/>
          </a:solidFill>
          <a:ln w="3810">
            <a:solidFill>
              <a:srgbClr val="8FE3A1">
                <a:alpha val="0"/>
              </a:srgbClr>
            </a:solidFill>
            <a:prstDash val="solid"/>
          </a:ln>
        </p:spPr>
      </p:sp>
      <p:sp>
        <p:nvSpPr>
          <p:cNvPr id="275" name="Shape 273"/>
          <p:cNvSpPr/>
          <p:nvPr/>
        </p:nvSpPr>
        <p:spPr>
          <a:xfrm>
            <a:off x="10225735" y="3150108"/>
            <a:ext cx="96012" cy="96012"/>
          </a:xfrm>
          <a:prstGeom prst="ellipse">
            <a:avLst/>
          </a:prstGeom>
          <a:solidFill>
            <a:srgbClr val="26364E">
              <a:alpha val="84000"/>
            </a:srgbClr>
          </a:solidFill>
          <a:ln w="3810">
            <a:solidFill>
              <a:srgbClr val="26364E">
                <a:alpha val="0"/>
              </a:srgbClr>
            </a:solidFill>
            <a:prstDash val="solid"/>
          </a:ln>
        </p:spPr>
      </p:sp>
      <p:sp>
        <p:nvSpPr>
          <p:cNvPr id="276" name="Shape 274"/>
          <p:cNvSpPr/>
          <p:nvPr/>
        </p:nvSpPr>
        <p:spPr>
          <a:xfrm>
            <a:off x="10352837" y="3150108"/>
            <a:ext cx="96012" cy="96012"/>
          </a:xfrm>
          <a:prstGeom prst="ellipse">
            <a:avLst/>
          </a:prstGeom>
          <a:solidFill>
            <a:srgbClr val="26364E">
              <a:alpha val="84000"/>
            </a:srgbClr>
          </a:solidFill>
          <a:ln w="3810">
            <a:solidFill>
              <a:srgbClr val="26364E">
                <a:alpha val="0"/>
              </a:srgbClr>
            </a:solidFill>
            <a:prstDash val="solid"/>
          </a:ln>
        </p:spPr>
      </p:sp>
      <p:sp>
        <p:nvSpPr>
          <p:cNvPr id="277" name="Shape 275"/>
          <p:cNvSpPr/>
          <p:nvPr/>
        </p:nvSpPr>
        <p:spPr>
          <a:xfrm>
            <a:off x="10479938" y="3150108"/>
            <a:ext cx="96012" cy="96012"/>
          </a:xfrm>
          <a:prstGeom prst="ellipse">
            <a:avLst/>
          </a:prstGeom>
          <a:solidFill>
            <a:srgbClr val="8FE3A1"/>
          </a:solidFill>
          <a:ln w="3810">
            <a:solidFill>
              <a:srgbClr val="8FE3A1">
                <a:alpha val="0"/>
              </a:srgbClr>
            </a:solidFill>
            <a:prstDash val="solid"/>
          </a:ln>
        </p:spPr>
      </p:sp>
      <p:sp>
        <p:nvSpPr>
          <p:cNvPr id="278" name="Shape 276"/>
          <p:cNvSpPr/>
          <p:nvPr/>
        </p:nvSpPr>
        <p:spPr>
          <a:xfrm>
            <a:off x="10607040" y="3150108"/>
            <a:ext cx="96012" cy="96012"/>
          </a:xfrm>
          <a:prstGeom prst="ellipse">
            <a:avLst/>
          </a:prstGeom>
          <a:solidFill>
            <a:srgbClr val="26364E">
              <a:alpha val="84000"/>
            </a:srgbClr>
          </a:solidFill>
          <a:ln w="3810">
            <a:solidFill>
              <a:srgbClr val="26364E">
                <a:alpha val="0"/>
              </a:srgbClr>
            </a:solidFill>
            <a:prstDash val="solid"/>
          </a:ln>
        </p:spPr>
      </p:sp>
      <p:sp>
        <p:nvSpPr>
          <p:cNvPr id="279" name="Shape 277"/>
          <p:cNvSpPr/>
          <p:nvPr/>
        </p:nvSpPr>
        <p:spPr>
          <a:xfrm>
            <a:off x="10734142" y="3150108"/>
            <a:ext cx="96012" cy="96012"/>
          </a:xfrm>
          <a:prstGeom prst="ellipse">
            <a:avLst/>
          </a:prstGeom>
          <a:solidFill>
            <a:srgbClr val="26364E">
              <a:alpha val="84000"/>
            </a:srgbClr>
          </a:solidFill>
          <a:ln w="3810">
            <a:solidFill>
              <a:srgbClr val="26364E">
                <a:alpha val="0"/>
              </a:srgbClr>
            </a:solidFill>
            <a:prstDash val="solid"/>
          </a:ln>
        </p:spPr>
      </p:sp>
      <p:sp>
        <p:nvSpPr>
          <p:cNvPr id="280" name="Shape 278"/>
          <p:cNvSpPr/>
          <p:nvPr/>
        </p:nvSpPr>
        <p:spPr>
          <a:xfrm>
            <a:off x="10861243" y="3150108"/>
            <a:ext cx="96012" cy="96012"/>
          </a:xfrm>
          <a:prstGeom prst="ellipse">
            <a:avLst/>
          </a:prstGeom>
          <a:solidFill>
            <a:srgbClr val="8FE3A1"/>
          </a:solidFill>
          <a:ln w="3810">
            <a:solidFill>
              <a:srgbClr val="8FE3A1">
                <a:alpha val="0"/>
              </a:srgbClr>
            </a:solidFill>
            <a:prstDash val="solid"/>
          </a:ln>
        </p:spPr>
      </p:sp>
      <p:sp>
        <p:nvSpPr>
          <p:cNvPr id="281" name="Shape 279"/>
          <p:cNvSpPr/>
          <p:nvPr/>
        </p:nvSpPr>
        <p:spPr>
          <a:xfrm>
            <a:off x="10988345" y="3150108"/>
            <a:ext cx="96012" cy="96012"/>
          </a:xfrm>
          <a:prstGeom prst="ellipse">
            <a:avLst/>
          </a:prstGeom>
          <a:solidFill>
            <a:srgbClr val="26364E">
              <a:alpha val="84000"/>
            </a:srgbClr>
          </a:solidFill>
          <a:ln w="3810">
            <a:solidFill>
              <a:srgbClr val="26364E">
                <a:alpha val="0"/>
              </a:srgbClr>
            </a:solidFill>
            <a:prstDash val="solid"/>
          </a:ln>
        </p:spPr>
      </p:sp>
      <p:sp>
        <p:nvSpPr>
          <p:cNvPr id="282" name="Shape 280"/>
          <p:cNvSpPr/>
          <p:nvPr/>
        </p:nvSpPr>
        <p:spPr>
          <a:xfrm>
            <a:off x="11115446" y="3150108"/>
            <a:ext cx="96012" cy="96012"/>
          </a:xfrm>
          <a:prstGeom prst="ellipse">
            <a:avLst/>
          </a:prstGeom>
          <a:solidFill>
            <a:srgbClr val="26364E">
              <a:alpha val="84000"/>
            </a:srgbClr>
          </a:solidFill>
          <a:ln w="3810">
            <a:solidFill>
              <a:srgbClr val="26364E">
                <a:alpha val="0"/>
              </a:srgbClr>
            </a:solidFill>
            <a:prstDash val="solid"/>
          </a:ln>
        </p:spPr>
      </p:sp>
      <p:sp>
        <p:nvSpPr>
          <p:cNvPr id="283" name="Shape 281"/>
          <p:cNvSpPr/>
          <p:nvPr/>
        </p:nvSpPr>
        <p:spPr>
          <a:xfrm>
            <a:off x="11242548" y="3150108"/>
            <a:ext cx="96012" cy="96012"/>
          </a:xfrm>
          <a:prstGeom prst="ellipse">
            <a:avLst/>
          </a:prstGeom>
          <a:solidFill>
            <a:srgbClr val="8FE3A1"/>
          </a:solidFill>
          <a:ln w="3810">
            <a:solidFill>
              <a:srgbClr val="8FE3A1">
                <a:alpha val="0"/>
              </a:srgbClr>
            </a:solidFill>
            <a:prstDash val="solid"/>
          </a:ln>
        </p:spPr>
      </p:sp>
      <p:sp>
        <p:nvSpPr>
          <p:cNvPr id="284" name="Shape 282"/>
          <p:cNvSpPr/>
          <p:nvPr/>
        </p:nvSpPr>
        <p:spPr>
          <a:xfrm>
            <a:off x="11369650" y="3150108"/>
            <a:ext cx="96012" cy="96012"/>
          </a:xfrm>
          <a:prstGeom prst="ellipse">
            <a:avLst/>
          </a:prstGeom>
          <a:solidFill>
            <a:srgbClr val="26364E">
              <a:alpha val="84000"/>
            </a:srgbClr>
          </a:solidFill>
          <a:ln w="3810">
            <a:solidFill>
              <a:srgbClr val="26364E">
                <a:alpha val="0"/>
              </a:srgbClr>
            </a:solidFill>
            <a:prstDash val="solid"/>
          </a:ln>
        </p:spPr>
      </p:sp>
      <p:sp>
        <p:nvSpPr>
          <p:cNvPr id="285" name="Shape 283"/>
          <p:cNvSpPr/>
          <p:nvPr/>
        </p:nvSpPr>
        <p:spPr>
          <a:xfrm>
            <a:off x="11496751" y="3150108"/>
            <a:ext cx="96012" cy="96012"/>
          </a:xfrm>
          <a:prstGeom prst="ellipse">
            <a:avLst/>
          </a:prstGeom>
          <a:solidFill>
            <a:srgbClr val="26364E">
              <a:alpha val="84000"/>
            </a:srgbClr>
          </a:solidFill>
          <a:ln w="3810">
            <a:solidFill>
              <a:srgbClr val="26364E">
                <a:alpha val="0"/>
              </a:srgbClr>
            </a:solidFill>
            <a:prstDash val="solid"/>
          </a:ln>
        </p:spPr>
      </p:sp>
      <p:sp>
        <p:nvSpPr>
          <p:cNvPr id="286" name="Shape 284"/>
          <p:cNvSpPr/>
          <p:nvPr/>
        </p:nvSpPr>
        <p:spPr>
          <a:xfrm>
            <a:off x="11623853" y="3150108"/>
            <a:ext cx="96012" cy="96012"/>
          </a:xfrm>
          <a:prstGeom prst="ellipse">
            <a:avLst/>
          </a:prstGeom>
          <a:solidFill>
            <a:srgbClr val="8FE3A1"/>
          </a:solidFill>
          <a:ln w="3810">
            <a:solidFill>
              <a:srgbClr val="8FE3A1">
                <a:alpha val="0"/>
              </a:srgbClr>
            </a:solidFill>
            <a:prstDash val="solid"/>
          </a:ln>
        </p:spPr>
      </p:sp>
      <p:sp>
        <p:nvSpPr>
          <p:cNvPr id="287" name="Shape 285"/>
          <p:cNvSpPr/>
          <p:nvPr/>
        </p:nvSpPr>
        <p:spPr>
          <a:xfrm>
            <a:off x="11750954" y="3150108"/>
            <a:ext cx="96012" cy="96012"/>
          </a:xfrm>
          <a:prstGeom prst="ellipse">
            <a:avLst/>
          </a:prstGeom>
          <a:solidFill>
            <a:srgbClr val="8FE3A1"/>
          </a:solidFill>
          <a:ln w="3810">
            <a:solidFill>
              <a:srgbClr val="8FE3A1">
                <a:alpha val="0"/>
              </a:srgbClr>
            </a:solidFill>
            <a:prstDash val="solid"/>
          </a:ln>
        </p:spPr>
      </p:sp>
      <p:sp>
        <p:nvSpPr>
          <p:cNvPr id="288" name="Shape 286"/>
          <p:cNvSpPr/>
          <p:nvPr/>
        </p:nvSpPr>
        <p:spPr>
          <a:xfrm>
            <a:off x="11878056" y="3150108"/>
            <a:ext cx="96012" cy="96012"/>
          </a:xfrm>
          <a:prstGeom prst="ellipse">
            <a:avLst/>
          </a:prstGeom>
          <a:solidFill>
            <a:srgbClr val="8FE3A1"/>
          </a:solidFill>
          <a:ln w="3810">
            <a:solidFill>
              <a:srgbClr val="8FE3A1">
                <a:alpha val="0"/>
              </a:srgbClr>
            </a:solidFill>
            <a:prstDash val="solid"/>
          </a:ln>
        </p:spPr>
      </p:sp>
      <p:sp>
        <p:nvSpPr>
          <p:cNvPr id="289" name="Shape 287"/>
          <p:cNvSpPr/>
          <p:nvPr/>
        </p:nvSpPr>
        <p:spPr>
          <a:xfrm>
            <a:off x="12005158" y="3150108"/>
            <a:ext cx="96012" cy="96012"/>
          </a:xfrm>
          <a:prstGeom prst="ellipse">
            <a:avLst/>
          </a:prstGeom>
          <a:solidFill>
            <a:srgbClr val="26364E">
              <a:alpha val="84000"/>
            </a:srgbClr>
          </a:solidFill>
          <a:ln w="3810">
            <a:solidFill>
              <a:srgbClr val="26364E">
                <a:alpha val="0"/>
              </a:srgbClr>
            </a:solidFill>
            <a:prstDash val="solid"/>
          </a:ln>
        </p:spPr>
      </p:sp>
      <p:sp>
        <p:nvSpPr>
          <p:cNvPr id="290" name="Shape 288"/>
          <p:cNvSpPr/>
          <p:nvPr/>
        </p:nvSpPr>
        <p:spPr>
          <a:xfrm>
            <a:off x="8065008" y="3277210"/>
            <a:ext cx="96012" cy="96012"/>
          </a:xfrm>
          <a:prstGeom prst="ellipse">
            <a:avLst/>
          </a:prstGeom>
          <a:solidFill>
            <a:srgbClr val="26364E">
              <a:alpha val="84000"/>
            </a:srgbClr>
          </a:solidFill>
          <a:ln w="3810">
            <a:solidFill>
              <a:srgbClr val="26364E">
                <a:alpha val="0"/>
              </a:srgbClr>
            </a:solidFill>
            <a:prstDash val="solid"/>
          </a:ln>
        </p:spPr>
      </p:sp>
      <p:sp>
        <p:nvSpPr>
          <p:cNvPr id="291" name="Shape 289"/>
          <p:cNvSpPr/>
          <p:nvPr/>
        </p:nvSpPr>
        <p:spPr>
          <a:xfrm>
            <a:off x="8192110" y="3277210"/>
            <a:ext cx="96012" cy="96012"/>
          </a:xfrm>
          <a:prstGeom prst="ellipse">
            <a:avLst/>
          </a:prstGeom>
          <a:solidFill>
            <a:srgbClr val="26364E">
              <a:alpha val="84000"/>
            </a:srgbClr>
          </a:solidFill>
          <a:ln w="3810">
            <a:solidFill>
              <a:srgbClr val="26364E">
                <a:alpha val="0"/>
              </a:srgbClr>
            </a:solidFill>
            <a:prstDash val="solid"/>
          </a:ln>
        </p:spPr>
      </p:sp>
      <p:sp>
        <p:nvSpPr>
          <p:cNvPr id="292" name="Shape 290"/>
          <p:cNvSpPr/>
          <p:nvPr/>
        </p:nvSpPr>
        <p:spPr>
          <a:xfrm>
            <a:off x="8319211" y="3277210"/>
            <a:ext cx="96012" cy="96012"/>
          </a:xfrm>
          <a:prstGeom prst="ellipse">
            <a:avLst/>
          </a:prstGeom>
          <a:solidFill>
            <a:srgbClr val="26364E">
              <a:alpha val="84000"/>
            </a:srgbClr>
          </a:solidFill>
          <a:ln w="3810">
            <a:solidFill>
              <a:srgbClr val="26364E">
                <a:alpha val="0"/>
              </a:srgbClr>
            </a:solidFill>
            <a:prstDash val="solid"/>
          </a:ln>
        </p:spPr>
      </p:sp>
      <p:sp>
        <p:nvSpPr>
          <p:cNvPr id="293" name="Shape 291"/>
          <p:cNvSpPr/>
          <p:nvPr/>
        </p:nvSpPr>
        <p:spPr>
          <a:xfrm>
            <a:off x="8446313" y="3277210"/>
            <a:ext cx="96012" cy="96012"/>
          </a:xfrm>
          <a:prstGeom prst="ellipse">
            <a:avLst/>
          </a:prstGeom>
          <a:solidFill>
            <a:srgbClr val="26364E">
              <a:alpha val="84000"/>
            </a:srgbClr>
          </a:solidFill>
          <a:ln w="3810">
            <a:solidFill>
              <a:srgbClr val="26364E">
                <a:alpha val="0"/>
              </a:srgbClr>
            </a:solidFill>
            <a:prstDash val="solid"/>
          </a:ln>
        </p:spPr>
      </p:sp>
      <p:sp>
        <p:nvSpPr>
          <p:cNvPr id="294" name="Shape 292"/>
          <p:cNvSpPr/>
          <p:nvPr/>
        </p:nvSpPr>
        <p:spPr>
          <a:xfrm>
            <a:off x="8573414" y="3277210"/>
            <a:ext cx="96012" cy="96012"/>
          </a:xfrm>
          <a:prstGeom prst="ellipse">
            <a:avLst/>
          </a:prstGeom>
          <a:solidFill>
            <a:srgbClr val="26364E">
              <a:alpha val="84000"/>
            </a:srgbClr>
          </a:solidFill>
          <a:ln w="3810">
            <a:solidFill>
              <a:srgbClr val="26364E">
                <a:alpha val="0"/>
              </a:srgbClr>
            </a:solidFill>
            <a:prstDash val="solid"/>
          </a:ln>
        </p:spPr>
      </p:sp>
      <p:sp>
        <p:nvSpPr>
          <p:cNvPr id="295" name="Shape 293"/>
          <p:cNvSpPr/>
          <p:nvPr/>
        </p:nvSpPr>
        <p:spPr>
          <a:xfrm>
            <a:off x="8700516" y="3277210"/>
            <a:ext cx="96012" cy="96012"/>
          </a:xfrm>
          <a:prstGeom prst="ellipse">
            <a:avLst/>
          </a:prstGeom>
          <a:solidFill>
            <a:srgbClr val="26364E">
              <a:alpha val="84000"/>
            </a:srgbClr>
          </a:solidFill>
          <a:ln w="3810">
            <a:solidFill>
              <a:srgbClr val="26364E">
                <a:alpha val="0"/>
              </a:srgbClr>
            </a:solidFill>
            <a:prstDash val="solid"/>
          </a:ln>
        </p:spPr>
      </p:sp>
      <p:sp>
        <p:nvSpPr>
          <p:cNvPr id="296" name="Shape 294"/>
          <p:cNvSpPr/>
          <p:nvPr/>
        </p:nvSpPr>
        <p:spPr>
          <a:xfrm>
            <a:off x="8827618" y="3277210"/>
            <a:ext cx="96012" cy="96012"/>
          </a:xfrm>
          <a:prstGeom prst="ellipse">
            <a:avLst/>
          </a:prstGeom>
          <a:solidFill>
            <a:srgbClr val="26364E">
              <a:alpha val="84000"/>
            </a:srgbClr>
          </a:solidFill>
          <a:ln w="3810">
            <a:solidFill>
              <a:srgbClr val="26364E">
                <a:alpha val="0"/>
              </a:srgbClr>
            </a:solidFill>
            <a:prstDash val="solid"/>
          </a:ln>
        </p:spPr>
      </p:sp>
      <p:sp>
        <p:nvSpPr>
          <p:cNvPr id="297" name="Shape 295"/>
          <p:cNvSpPr/>
          <p:nvPr/>
        </p:nvSpPr>
        <p:spPr>
          <a:xfrm>
            <a:off x="8954719" y="3277210"/>
            <a:ext cx="96012" cy="96012"/>
          </a:xfrm>
          <a:prstGeom prst="ellipse">
            <a:avLst/>
          </a:prstGeom>
          <a:solidFill>
            <a:srgbClr val="8FE3A1"/>
          </a:solidFill>
          <a:ln w="3810">
            <a:solidFill>
              <a:srgbClr val="8FE3A1">
                <a:alpha val="0"/>
              </a:srgbClr>
            </a:solidFill>
            <a:prstDash val="solid"/>
          </a:ln>
        </p:spPr>
      </p:sp>
      <p:sp>
        <p:nvSpPr>
          <p:cNvPr id="298" name="Shape 296"/>
          <p:cNvSpPr/>
          <p:nvPr/>
        </p:nvSpPr>
        <p:spPr>
          <a:xfrm>
            <a:off x="9081821" y="3277210"/>
            <a:ext cx="96012" cy="96012"/>
          </a:xfrm>
          <a:prstGeom prst="ellipse">
            <a:avLst/>
          </a:prstGeom>
          <a:solidFill>
            <a:srgbClr val="26364E">
              <a:alpha val="84000"/>
            </a:srgbClr>
          </a:solidFill>
          <a:ln w="3810">
            <a:solidFill>
              <a:srgbClr val="26364E">
                <a:alpha val="0"/>
              </a:srgbClr>
            </a:solidFill>
            <a:prstDash val="solid"/>
          </a:ln>
        </p:spPr>
      </p:sp>
      <p:sp>
        <p:nvSpPr>
          <p:cNvPr id="299" name="Shape 297"/>
          <p:cNvSpPr/>
          <p:nvPr/>
        </p:nvSpPr>
        <p:spPr>
          <a:xfrm>
            <a:off x="9208922" y="3277210"/>
            <a:ext cx="96012" cy="96012"/>
          </a:xfrm>
          <a:prstGeom prst="ellipse">
            <a:avLst/>
          </a:prstGeom>
          <a:solidFill>
            <a:srgbClr val="26364E">
              <a:alpha val="84000"/>
            </a:srgbClr>
          </a:solidFill>
          <a:ln w="3810">
            <a:solidFill>
              <a:srgbClr val="26364E">
                <a:alpha val="0"/>
              </a:srgbClr>
            </a:solidFill>
            <a:prstDash val="solid"/>
          </a:ln>
        </p:spPr>
      </p:sp>
      <p:sp>
        <p:nvSpPr>
          <p:cNvPr id="300" name="Shape 298"/>
          <p:cNvSpPr/>
          <p:nvPr/>
        </p:nvSpPr>
        <p:spPr>
          <a:xfrm>
            <a:off x="9336024" y="3277210"/>
            <a:ext cx="96012" cy="96012"/>
          </a:xfrm>
          <a:prstGeom prst="ellipse">
            <a:avLst/>
          </a:prstGeom>
          <a:solidFill>
            <a:srgbClr val="26364E">
              <a:alpha val="84000"/>
            </a:srgbClr>
          </a:solidFill>
          <a:ln w="3810">
            <a:solidFill>
              <a:srgbClr val="26364E">
                <a:alpha val="0"/>
              </a:srgbClr>
            </a:solidFill>
            <a:prstDash val="solid"/>
          </a:ln>
        </p:spPr>
      </p:sp>
      <p:sp>
        <p:nvSpPr>
          <p:cNvPr id="301" name="Shape 299"/>
          <p:cNvSpPr/>
          <p:nvPr/>
        </p:nvSpPr>
        <p:spPr>
          <a:xfrm>
            <a:off x="9463126" y="3277210"/>
            <a:ext cx="96012" cy="96012"/>
          </a:xfrm>
          <a:prstGeom prst="ellipse">
            <a:avLst/>
          </a:prstGeom>
          <a:solidFill>
            <a:srgbClr val="26364E">
              <a:alpha val="84000"/>
            </a:srgbClr>
          </a:solidFill>
          <a:ln w="3810">
            <a:solidFill>
              <a:srgbClr val="26364E">
                <a:alpha val="0"/>
              </a:srgbClr>
            </a:solidFill>
            <a:prstDash val="solid"/>
          </a:ln>
        </p:spPr>
      </p:sp>
      <p:sp>
        <p:nvSpPr>
          <p:cNvPr id="302" name="Shape 300"/>
          <p:cNvSpPr/>
          <p:nvPr/>
        </p:nvSpPr>
        <p:spPr>
          <a:xfrm>
            <a:off x="9590227" y="3277210"/>
            <a:ext cx="96012" cy="96012"/>
          </a:xfrm>
          <a:prstGeom prst="ellipse">
            <a:avLst/>
          </a:prstGeom>
          <a:solidFill>
            <a:srgbClr val="26364E">
              <a:alpha val="84000"/>
            </a:srgbClr>
          </a:solidFill>
          <a:ln w="3810">
            <a:solidFill>
              <a:srgbClr val="26364E">
                <a:alpha val="0"/>
              </a:srgbClr>
            </a:solidFill>
            <a:prstDash val="solid"/>
          </a:ln>
        </p:spPr>
      </p:sp>
      <p:sp>
        <p:nvSpPr>
          <p:cNvPr id="303" name="Shape 301"/>
          <p:cNvSpPr/>
          <p:nvPr/>
        </p:nvSpPr>
        <p:spPr>
          <a:xfrm>
            <a:off x="9717329" y="3277210"/>
            <a:ext cx="96012" cy="96012"/>
          </a:xfrm>
          <a:prstGeom prst="ellipse">
            <a:avLst/>
          </a:prstGeom>
          <a:solidFill>
            <a:srgbClr val="8FE3A1"/>
          </a:solidFill>
          <a:ln w="3810">
            <a:solidFill>
              <a:srgbClr val="8FE3A1">
                <a:alpha val="0"/>
              </a:srgbClr>
            </a:solidFill>
            <a:prstDash val="solid"/>
          </a:ln>
        </p:spPr>
      </p:sp>
      <p:sp>
        <p:nvSpPr>
          <p:cNvPr id="304" name="Shape 302"/>
          <p:cNvSpPr/>
          <p:nvPr/>
        </p:nvSpPr>
        <p:spPr>
          <a:xfrm>
            <a:off x="9844430" y="3277210"/>
            <a:ext cx="96012" cy="96012"/>
          </a:xfrm>
          <a:prstGeom prst="ellipse">
            <a:avLst/>
          </a:prstGeom>
          <a:solidFill>
            <a:srgbClr val="26364E">
              <a:alpha val="84000"/>
            </a:srgbClr>
          </a:solidFill>
          <a:ln w="3810">
            <a:solidFill>
              <a:srgbClr val="26364E">
                <a:alpha val="0"/>
              </a:srgbClr>
            </a:solidFill>
            <a:prstDash val="solid"/>
          </a:ln>
        </p:spPr>
      </p:sp>
      <p:sp>
        <p:nvSpPr>
          <p:cNvPr id="305" name="Shape 303"/>
          <p:cNvSpPr/>
          <p:nvPr/>
        </p:nvSpPr>
        <p:spPr>
          <a:xfrm>
            <a:off x="9971532" y="3277210"/>
            <a:ext cx="96012" cy="96012"/>
          </a:xfrm>
          <a:prstGeom prst="ellipse">
            <a:avLst/>
          </a:prstGeom>
          <a:solidFill>
            <a:srgbClr val="26364E">
              <a:alpha val="84000"/>
            </a:srgbClr>
          </a:solidFill>
          <a:ln w="3810">
            <a:solidFill>
              <a:srgbClr val="26364E">
                <a:alpha val="0"/>
              </a:srgbClr>
            </a:solidFill>
            <a:prstDash val="solid"/>
          </a:ln>
        </p:spPr>
      </p:sp>
      <p:sp>
        <p:nvSpPr>
          <p:cNvPr id="306" name="Shape 304"/>
          <p:cNvSpPr/>
          <p:nvPr/>
        </p:nvSpPr>
        <p:spPr>
          <a:xfrm>
            <a:off x="10098634" y="3277210"/>
            <a:ext cx="96012" cy="96012"/>
          </a:xfrm>
          <a:prstGeom prst="ellipse">
            <a:avLst/>
          </a:prstGeom>
          <a:solidFill>
            <a:srgbClr val="26364E">
              <a:alpha val="84000"/>
            </a:srgbClr>
          </a:solidFill>
          <a:ln w="3810">
            <a:solidFill>
              <a:srgbClr val="26364E">
                <a:alpha val="0"/>
              </a:srgbClr>
            </a:solidFill>
            <a:prstDash val="solid"/>
          </a:ln>
        </p:spPr>
      </p:sp>
      <p:sp>
        <p:nvSpPr>
          <p:cNvPr id="307" name="Shape 305"/>
          <p:cNvSpPr/>
          <p:nvPr/>
        </p:nvSpPr>
        <p:spPr>
          <a:xfrm>
            <a:off x="10225735" y="3277210"/>
            <a:ext cx="96012" cy="96012"/>
          </a:xfrm>
          <a:prstGeom prst="ellipse">
            <a:avLst/>
          </a:prstGeom>
          <a:solidFill>
            <a:srgbClr val="26364E">
              <a:alpha val="84000"/>
            </a:srgbClr>
          </a:solidFill>
          <a:ln w="3810">
            <a:solidFill>
              <a:srgbClr val="26364E">
                <a:alpha val="0"/>
              </a:srgbClr>
            </a:solidFill>
            <a:prstDash val="solid"/>
          </a:ln>
        </p:spPr>
      </p:sp>
      <p:sp>
        <p:nvSpPr>
          <p:cNvPr id="308" name="Shape 306"/>
          <p:cNvSpPr/>
          <p:nvPr/>
        </p:nvSpPr>
        <p:spPr>
          <a:xfrm>
            <a:off x="10352837" y="3277210"/>
            <a:ext cx="96012" cy="96012"/>
          </a:xfrm>
          <a:prstGeom prst="ellipse">
            <a:avLst/>
          </a:prstGeom>
          <a:solidFill>
            <a:srgbClr val="26364E">
              <a:alpha val="84000"/>
            </a:srgbClr>
          </a:solidFill>
          <a:ln w="3810">
            <a:solidFill>
              <a:srgbClr val="26364E">
                <a:alpha val="0"/>
              </a:srgbClr>
            </a:solidFill>
            <a:prstDash val="solid"/>
          </a:ln>
        </p:spPr>
      </p:sp>
      <p:sp>
        <p:nvSpPr>
          <p:cNvPr id="309" name="Shape 307"/>
          <p:cNvSpPr/>
          <p:nvPr/>
        </p:nvSpPr>
        <p:spPr>
          <a:xfrm>
            <a:off x="10479938" y="3277210"/>
            <a:ext cx="96012" cy="96012"/>
          </a:xfrm>
          <a:prstGeom prst="ellipse">
            <a:avLst/>
          </a:prstGeom>
          <a:solidFill>
            <a:srgbClr val="8FE3A1"/>
          </a:solidFill>
          <a:ln w="3810">
            <a:solidFill>
              <a:srgbClr val="8FE3A1">
                <a:alpha val="0"/>
              </a:srgbClr>
            </a:solidFill>
            <a:prstDash val="solid"/>
          </a:ln>
        </p:spPr>
      </p:sp>
      <p:sp>
        <p:nvSpPr>
          <p:cNvPr id="310" name="Shape 308"/>
          <p:cNvSpPr/>
          <p:nvPr/>
        </p:nvSpPr>
        <p:spPr>
          <a:xfrm>
            <a:off x="10607040" y="3277210"/>
            <a:ext cx="96012" cy="96012"/>
          </a:xfrm>
          <a:prstGeom prst="ellipse">
            <a:avLst/>
          </a:prstGeom>
          <a:solidFill>
            <a:srgbClr val="26364E">
              <a:alpha val="84000"/>
            </a:srgbClr>
          </a:solidFill>
          <a:ln w="3810">
            <a:solidFill>
              <a:srgbClr val="26364E">
                <a:alpha val="0"/>
              </a:srgbClr>
            </a:solidFill>
            <a:prstDash val="solid"/>
          </a:ln>
        </p:spPr>
      </p:sp>
      <p:sp>
        <p:nvSpPr>
          <p:cNvPr id="311" name="Shape 309"/>
          <p:cNvSpPr/>
          <p:nvPr/>
        </p:nvSpPr>
        <p:spPr>
          <a:xfrm>
            <a:off x="10734142" y="3277210"/>
            <a:ext cx="96012" cy="96012"/>
          </a:xfrm>
          <a:prstGeom prst="ellipse">
            <a:avLst/>
          </a:prstGeom>
          <a:solidFill>
            <a:srgbClr val="26364E">
              <a:alpha val="84000"/>
            </a:srgbClr>
          </a:solidFill>
          <a:ln w="3810">
            <a:solidFill>
              <a:srgbClr val="26364E">
                <a:alpha val="0"/>
              </a:srgbClr>
            </a:solidFill>
            <a:prstDash val="solid"/>
          </a:ln>
        </p:spPr>
      </p:sp>
      <p:sp>
        <p:nvSpPr>
          <p:cNvPr id="312" name="Shape 310"/>
          <p:cNvSpPr/>
          <p:nvPr/>
        </p:nvSpPr>
        <p:spPr>
          <a:xfrm>
            <a:off x="10861243" y="3277210"/>
            <a:ext cx="96012" cy="96012"/>
          </a:xfrm>
          <a:prstGeom prst="ellipse">
            <a:avLst/>
          </a:prstGeom>
          <a:solidFill>
            <a:srgbClr val="26364E">
              <a:alpha val="84000"/>
            </a:srgbClr>
          </a:solidFill>
          <a:ln w="3810">
            <a:solidFill>
              <a:srgbClr val="26364E">
                <a:alpha val="0"/>
              </a:srgbClr>
            </a:solidFill>
            <a:prstDash val="solid"/>
          </a:ln>
        </p:spPr>
      </p:sp>
      <p:sp>
        <p:nvSpPr>
          <p:cNvPr id="313" name="Shape 311"/>
          <p:cNvSpPr/>
          <p:nvPr/>
        </p:nvSpPr>
        <p:spPr>
          <a:xfrm>
            <a:off x="10988345" y="3277210"/>
            <a:ext cx="96012" cy="96012"/>
          </a:xfrm>
          <a:prstGeom prst="ellipse">
            <a:avLst/>
          </a:prstGeom>
          <a:solidFill>
            <a:srgbClr val="26364E">
              <a:alpha val="84000"/>
            </a:srgbClr>
          </a:solidFill>
          <a:ln w="3810">
            <a:solidFill>
              <a:srgbClr val="26364E">
                <a:alpha val="0"/>
              </a:srgbClr>
            </a:solidFill>
            <a:prstDash val="solid"/>
          </a:ln>
        </p:spPr>
      </p:sp>
      <p:sp>
        <p:nvSpPr>
          <p:cNvPr id="314" name="Shape 312"/>
          <p:cNvSpPr/>
          <p:nvPr/>
        </p:nvSpPr>
        <p:spPr>
          <a:xfrm>
            <a:off x="11115446" y="3277210"/>
            <a:ext cx="96012" cy="96012"/>
          </a:xfrm>
          <a:prstGeom prst="ellipse">
            <a:avLst/>
          </a:prstGeom>
          <a:solidFill>
            <a:srgbClr val="26364E">
              <a:alpha val="84000"/>
            </a:srgbClr>
          </a:solidFill>
          <a:ln w="3810">
            <a:solidFill>
              <a:srgbClr val="26364E">
                <a:alpha val="0"/>
              </a:srgbClr>
            </a:solidFill>
            <a:prstDash val="solid"/>
          </a:ln>
        </p:spPr>
      </p:sp>
      <p:sp>
        <p:nvSpPr>
          <p:cNvPr id="315" name="Shape 313"/>
          <p:cNvSpPr/>
          <p:nvPr/>
        </p:nvSpPr>
        <p:spPr>
          <a:xfrm>
            <a:off x="11242548" y="3277210"/>
            <a:ext cx="96012" cy="96012"/>
          </a:xfrm>
          <a:prstGeom prst="ellipse">
            <a:avLst/>
          </a:prstGeom>
          <a:solidFill>
            <a:srgbClr val="8FE3A1"/>
          </a:solidFill>
          <a:ln w="3810">
            <a:solidFill>
              <a:srgbClr val="8FE3A1">
                <a:alpha val="0"/>
              </a:srgbClr>
            </a:solidFill>
            <a:prstDash val="solid"/>
          </a:ln>
        </p:spPr>
      </p:sp>
      <p:sp>
        <p:nvSpPr>
          <p:cNvPr id="316" name="Shape 314"/>
          <p:cNvSpPr/>
          <p:nvPr/>
        </p:nvSpPr>
        <p:spPr>
          <a:xfrm>
            <a:off x="11369650" y="3277210"/>
            <a:ext cx="96012" cy="96012"/>
          </a:xfrm>
          <a:prstGeom prst="ellipse">
            <a:avLst/>
          </a:prstGeom>
          <a:solidFill>
            <a:srgbClr val="26364E">
              <a:alpha val="84000"/>
            </a:srgbClr>
          </a:solidFill>
          <a:ln w="3810">
            <a:solidFill>
              <a:srgbClr val="26364E">
                <a:alpha val="0"/>
              </a:srgbClr>
            </a:solidFill>
            <a:prstDash val="solid"/>
          </a:ln>
        </p:spPr>
      </p:sp>
      <p:sp>
        <p:nvSpPr>
          <p:cNvPr id="317" name="Shape 315"/>
          <p:cNvSpPr/>
          <p:nvPr/>
        </p:nvSpPr>
        <p:spPr>
          <a:xfrm>
            <a:off x="11496751" y="3277210"/>
            <a:ext cx="96012" cy="96012"/>
          </a:xfrm>
          <a:prstGeom prst="ellipse">
            <a:avLst/>
          </a:prstGeom>
          <a:solidFill>
            <a:srgbClr val="26364E">
              <a:alpha val="84000"/>
            </a:srgbClr>
          </a:solidFill>
          <a:ln w="3810">
            <a:solidFill>
              <a:srgbClr val="26364E">
                <a:alpha val="0"/>
              </a:srgbClr>
            </a:solidFill>
            <a:prstDash val="solid"/>
          </a:ln>
        </p:spPr>
      </p:sp>
      <p:sp>
        <p:nvSpPr>
          <p:cNvPr id="318" name="Shape 316"/>
          <p:cNvSpPr/>
          <p:nvPr/>
        </p:nvSpPr>
        <p:spPr>
          <a:xfrm>
            <a:off x="11623853" y="3277210"/>
            <a:ext cx="96012" cy="96012"/>
          </a:xfrm>
          <a:prstGeom prst="ellipse">
            <a:avLst/>
          </a:prstGeom>
          <a:solidFill>
            <a:srgbClr val="26364E">
              <a:alpha val="84000"/>
            </a:srgbClr>
          </a:solidFill>
          <a:ln w="3810">
            <a:solidFill>
              <a:srgbClr val="26364E">
                <a:alpha val="0"/>
              </a:srgbClr>
            </a:solidFill>
            <a:prstDash val="solid"/>
          </a:ln>
        </p:spPr>
      </p:sp>
      <p:sp>
        <p:nvSpPr>
          <p:cNvPr id="319" name="Shape 317"/>
          <p:cNvSpPr/>
          <p:nvPr/>
        </p:nvSpPr>
        <p:spPr>
          <a:xfrm>
            <a:off x="11750954" y="3277210"/>
            <a:ext cx="96012" cy="96012"/>
          </a:xfrm>
          <a:prstGeom prst="ellipse">
            <a:avLst/>
          </a:prstGeom>
          <a:solidFill>
            <a:srgbClr val="26364E">
              <a:alpha val="84000"/>
            </a:srgbClr>
          </a:solidFill>
          <a:ln w="3810">
            <a:solidFill>
              <a:srgbClr val="26364E">
                <a:alpha val="0"/>
              </a:srgbClr>
            </a:solidFill>
            <a:prstDash val="solid"/>
          </a:ln>
        </p:spPr>
      </p:sp>
      <p:sp>
        <p:nvSpPr>
          <p:cNvPr id="320" name="Shape 318"/>
          <p:cNvSpPr/>
          <p:nvPr/>
        </p:nvSpPr>
        <p:spPr>
          <a:xfrm>
            <a:off x="11878056" y="3277210"/>
            <a:ext cx="96012" cy="96012"/>
          </a:xfrm>
          <a:prstGeom prst="ellipse">
            <a:avLst/>
          </a:prstGeom>
          <a:solidFill>
            <a:srgbClr val="8FE3A1"/>
          </a:solidFill>
          <a:ln w="3810">
            <a:solidFill>
              <a:srgbClr val="8FE3A1">
                <a:alpha val="0"/>
              </a:srgbClr>
            </a:solidFill>
            <a:prstDash val="solid"/>
          </a:ln>
        </p:spPr>
      </p:sp>
      <p:sp>
        <p:nvSpPr>
          <p:cNvPr id="321" name="Shape 319"/>
          <p:cNvSpPr/>
          <p:nvPr/>
        </p:nvSpPr>
        <p:spPr>
          <a:xfrm>
            <a:off x="12005158" y="3277210"/>
            <a:ext cx="96012" cy="96012"/>
          </a:xfrm>
          <a:prstGeom prst="ellipse">
            <a:avLst/>
          </a:prstGeom>
          <a:solidFill>
            <a:srgbClr val="26364E">
              <a:alpha val="84000"/>
            </a:srgbClr>
          </a:solidFill>
          <a:ln w="3810">
            <a:solidFill>
              <a:srgbClr val="26364E">
                <a:alpha val="0"/>
              </a:srgbClr>
            </a:solidFill>
            <a:prstDash val="solid"/>
          </a:ln>
        </p:spPr>
      </p:sp>
      <p:sp>
        <p:nvSpPr>
          <p:cNvPr id="322" name="Shape 320"/>
          <p:cNvSpPr/>
          <p:nvPr/>
        </p:nvSpPr>
        <p:spPr>
          <a:xfrm>
            <a:off x="8065008" y="3404311"/>
            <a:ext cx="96012" cy="96012"/>
          </a:xfrm>
          <a:prstGeom prst="ellipse">
            <a:avLst/>
          </a:prstGeom>
          <a:solidFill>
            <a:srgbClr val="26364E">
              <a:alpha val="84000"/>
            </a:srgbClr>
          </a:solidFill>
          <a:ln w="3810">
            <a:solidFill>
              <a:srgbClr val="26364E">
                <a:alpha val="0"/>
              </a:srgbClr>
            </a:solidFill>
            <a:prstDash val="solid"/>
          </a:ln>
        </p:spPr>
      </p:sp>
      <p:sp>
        <p:nvSpPr>
          <p:cNvPr id="323" name="Shape 321"/>
          <p:cNvSpPr/>
          <p:nvPr/>
        </p:nvSpPr>
        <p:spPr>
          <a:xfrm>
            <a:off x="8192110" y="3404311"/>
            <a:ext cx="96012" cy="96012"/>
          </a:xfrm>
          <a:prstGeom prst="ellipse">
            <a:avLst/>
          </a:prstGeom>
          <a:solidFill>
            <a:srgbClr val="26364E">
              <a:alpha val="84000"/>
            </a:srgbClr>
          </a:solidFill>
          <a:ln w="3810">
            <a:solidFill>
              <a:srgbClr val="26364E">
                <a:alpha val="0"/>
              </a:srgbClr>
            </a:solidFill>
            <a:prstDash val="solid"/>
          </a:ln>
        </p:spPr>
      </p:sp>
      <p:sp>
        <p:nvSpPr>
          <p:cNvPr id="324" name="Shape 322"/>
          <p:cNvSpPr/>
          <p:nvPr/>
        </p:nvSpPr>
        <p:spPr>
          <a:xfrm>
            <a:off x="8319211" y="3404311"/>
            <a:ext cx="96012" cy="96012"/>
          </a:xfrm>
          <a:prstGeom prst="ellipse">
            <a:avLst/>
          </a:prstGeom>
          <a:solidFill>
            <a:srgbClr val="8FE3A1"/>
          </a:solidFill>
          <a:ln w="3810">
            <a:solidFill>
              <a:srgbClr val="8FE3A1">
                <a:alpha val="0"/>
              </a:srgbClr>
            </a:solidFill>
            <a:prstDash val="solid"/>
          </a:ln>
        </p:spPr>
      </p:sp>
      <p:sp>
        <p:nvSpPr>
          <p:cNvPr id="325" name="Shape 323"/>
          <p:cNvSpPr/>
          <p:nvPr/>
        </p:nvSpPr>
        <p:spPr>
          <a:xfrm>
            <a:off x="8446313" y="3404311"/>
            <a:ext cx="96012" cy="96012"/>
          </a:xfrm>
          <a:prstGeom prst="ellipse">
            <a:avLst/>
          </a:prstGeom>
          <a:solidFill>
            <a:srgbClr val="26364E">
              <a:alpha val="84000"/>
            </a:srgbClr>
          </a:solidFill>
          <a:ln w="3810">
            <a:solidFill>
              <a:srgbClr val="26364E">
                <a:alpha val="0"/>
              </a:srgbClr>
            </a:solidFill>
            <a:prstDash val="solid"/>
          </a:ln>
        </p:spPr>
      </p:sp>
      <p:sp>
        <p:nvSpPr>
          <p:cNvPr id="326" name="Shape 324"/>
          <p:cNvSpPr/>
          <p:nvPr/>
        </p:nvSpPr>
        <p:spPr>
          <a:xfrm>
            <a:off x="8573414" y="3404311"/>
            <a:ext cx="96012" cy="96012"/>
          </a:xfrm>
          <a:prstGeom prst="ellipse">
            <a:avLst/>
          </a:prstGeom>
          <a:solidFill>
            <a:srgbClr val="26364E">
              <a:alpha val="84000"/>
            </a:srgbClr>
          </a:solidFill>
          <a:ln w="3810">
            <a:solidFill>
              <a:srgbClr val="26364E">
                <a:alpha val="0"/>
              </a:srgbClr>
            </a:solidFill>
            <a:prstDash val="solid"/>
          </a:ln>
        </p:spPr>
      </p:sp>
      <p:sp>
        <p:nvSpPr>
          <p:cNvPr id="327" name="Shape 325"/>
          <p:cNvSpPr/>
          <p:nvPr/>
        </p:nvSpPr>
        <p:spPr>
          <a:xfrm>
            <a:off x="8700516" y="3404311"/>
            <a:ext cx="96012" cy="96012"/>
          </a:xfrm>
          <a:prstGeom prst="ellipse">
            <a:avLst/>
          </a:prstGeom>
          <a:solidFill>
            <a:srgbClr val="26364E">
              <a:alpha val="84000"/>
            </a:srgbClr>
          </a:solidFill>
          <a:ln w="3810">
            <a:solidFill>
              <a:srgbClr val="26364E">
                <a:alpha val="0"/>
              </a:srgbClr>
            </a:solidFill>
            <a:prstDash val="solid"/>
          </a:ln>
        </p:spPr>
      </p:sp>
      <p:sp>
        <p:nvSpPr>
          <p:cNvPr id="328" name="Shape 326"/>
          <p:cNvSpPr/>
          <p:nvPr/>
        </p:nvSpPr>
        <p:spPr>
          <a:xfrm>
            <a:off x="8827618" y="3404311"/>
            <a:ext cx="96012" cy="96012"/>
          </a:xfrm>
          <a:prstGeom prst="ellipse">
            <a:avLst/>
          </a:prstGeom>
          <a:solidFill>
            <a:srgbClr val="26364E">
              <a:alpha val="84000"/>
            </a:srgbClr>
          </a:solidFill>
          <a:ln w="3810">
            <a:solidFill>
              <a:srgbClr val="26364E">
                <a:alpha val="0"/>
              </a:srgbClr>
            </a:solidFill>
            <a:prstDash val="solid"/>
          </a:ln>
        </p:spPr>
      </p:sp>
      <p:sp>
        <p:nvSpPr>
          <p:cNvPr id="329" name="Shape 327"/>
          <p:cNvSpPr/>
          <p:nvPr/>
        </p:nvSpPr>
        <p:spPr>
          <a:xfrm>
            <a:off x="8954719" y="3404311"/>
            <a:ext cx="96012" cy="96012"/>
          </a:xfrm>
          <a:prstGeom prst="ellipse">
            <a:avLst/>
          </a:prstGeom>
          <a:solidFill>
            <a:srgbClr val="26364E">
              <a:alpha val="84000"/>
            </a:srgbClr>
          </a:solidFill>
          <a:ln w="3810">
            <a:solidFill>
              <a:srgbClr val="26364E">
                <a:alpha val="0"/>
              </a:srgbClr>
            </a:solidFill>
            <a:prstDash val="solid"/>
          </a:ln>
        </p:spPr>
      </p:sp>
      <p:sp>
        <p:nvSpPr>
          <p:cNvPr id="330" name="Shape 328"/>
          <p:cNvSpPr/>
          <p:nvPr/>
        </p:nvSpPr>
        <p:spPr>
          <a:xfrm>
            <a:off x="9081821" y="3404311"/>
            <a:ext cx="96012" cy="96012"/>
          </a:xfrm>
          <a:prstGeom prst="ellipse">
            <a:avLst/>
          </a:prstGeom>
          <a:solidFill>
            <a:srgbClr val="26364E">
              <a:alpha val="84000"/>
            </a:srgbClr>
          </a:solidFill>
          <a:ln w="3810">
            <a:solidFill>
              <a:srgbClr val="26364E">
                <a:alpha val="0"/>
              </a:srgbClr>
            </a:solidFill>
            <a:prstDash val="solid"/>
          </a:ln>
        </p:spPr>
      </p:sp>
      <p:sp>
        <p:nvSpPr>
          <p:cNvPr id="331" name="Shape 329"/>
          <p:cNvSpPr/>
          <p:nvPr/>
        </p:nvSpPr>
        <p:spPr>
          <a:xfrm>
            <a:off x="9208922" y="3404311"/>
            <a:ext cx="96012" cy="96012"/>
          </a:xfrm>
          <a:prstGeom prst="ellipse">
            <a:avLst/>
          </a:prstGeom>
          <a:solidFill>
            <a:srgbClr val="26364E">
              <a:alpha val="84000"/>
            </a:srgbClr>
          </a:solidFill>
          <a:ln w="3810">
            <a:solidFill>
              <a:srgbClr val="26364E">
                <a:alpha val="0"/>
              </a:srgbClr>
            </a:solidFill>
            <a:prstDash val="solid"/>
          </a:ln>
        </p:spPr>
      </p:sp>
      <p:sp>
        <p:nvSpPr>
          <p:cNvPr id="332" name="Shape 330"/>
          <p:cNvSpPr/>
          <p:nvPr/>
        </p:nvSpPr>
        <p:spPr>
          <a:xfrm>
            <a:off x="9336024" y="3404311"/>
            <a:ext cx="96012" cy="96012"/>
          </a:xfrm>
          <a:prstGeom prst="ellipse">
            <a:avLst/>
          </a:prstGeom>
          <a:solidFill>
            <a:srgbClr val="26364E">
              <a:alpha val="84000"/>
            </a:srgbClr>
          </a:solidFill>
          <a:ln w="3810">
            <a:solidFill>
              <a:srgbClr val="26364E">
                <a:alpha val="0"/>
              </a:srgbClr>
            </a:solidFill>
            <a:prstDash val="solid"/>
          </a:ln>
        </p:spPr>
      </p:sp>
      <p:sp>
        <p:nvSpPr>
          <p:cNvPr id="333" name="Shape 331"/>
          <p:cNvSpPr/>
          <p:nvPr/>
        </p:nvSpPr>
        <p:spPr>
          <a:xfrm>
            <a:off x="9463126" y="3404311"/>
            <a:ext cx="96012" cy="96012"/>
          </a:xfrm>
          <a:prstGeom prst="ellipse">
            <a:avLst/>
          </a:prstGeom>
          <a:solidFill>
            <a:srgbClr val="26364E">
              <a:alpha val="84000"/>
            </a:srgbClr>
          </a:solidFill>
          <a:ln w="3810">
            <a:solidFill>
              <a:srgbClr val="26364E">
                <a:alpha val="0"/>
              </a:srgbClr>
            </a:solidFill>
            <a:prstDash val="solid"/>
          </a:ln>
        </p:spPr>
      </p:sp>
      <p:sp>
        <p:nvSpPr>
          <p:cNvPr id="334" name="Shape 332"/>
          <p:cNvSpPr/>
          <p:nvPr/>
        </p:nvSpPr>
        <p:spPr>
          <a:xfrm>
            <a:off x="9590227" y="3404311"/>
            <a:ext cx="96012" cy="96012"/>
          </a:xfrm>
          <a:prstGeom prst="ellipse">
            <a:avLst/>
          </a:prstGeom>
          <a:solidFill>
            <a:srgbClr val="26364E">
              <a:alpha val="84000"/>
            </a:srgbClr>
          </a:solidFill>
          <a:ln w="3810">
            <a:solidFill>
              <a:srgbClr val="26364E">
                <a:alpha val="0"/>
              </a:srgbClr>
            </a:solidFill>
            <a:prstDash val="solid"/>
          </a:ln>
        </p:spPr>
      </p:sp>
      <p:sp>
        <p:nvSpPr>
          <p:cNvPr id="335" name="Shape 333"/>
          <p:cNvSpPr/>
          <p:nvPr/>
        </p:nvSpPr>
        <p:spPr>
          <a:xfrm>
            <a:off x="9717329" y="3404311"/>
            <a:ext cx="96012" cy="96012"/>
          </a:xfrm>
          <a:prstGeom prst="ellipse">
            <a:avLst/>
          </a:prstGeom>
          <a:solidFill>
            <a:srgbClr val="26364E">
              <a:alpha val="84000"/>
            </a:srgbClr>
          </a:solidFill>
          <a:ln w="3810">
            <a:solidFill>
              <a:srgbClr val="26364E">
                <a:alpha val="0"/>
              </a:srgbClr>
            </a:solidFill>
            <a:prstDash val="solid"/>
          </a:ln>
        </p:spPr>
      </p:sp>
      <p:sp>
        <p:nvSpPr>
          <p:cNvPr id="336" name="Shape 334"/>
          <p:cNvSpPr/>
          <p:nvPr/>
        </p:nvSpPr>
        <p:spPr>
          <a:xfrm>
            <a:off x="9844430" y="3404311"/>
            <a:ext cx="96012" cy="96012"/>
          </a:xfrm>
          <a:prstGeom prst="ellipse">
            <a:avLst/>
          </a:prstGeom>
          <a:solidFill>
            <a:srgbClr val="26364E">
              <a:alpha val="84000"/>
            </a:srgbClr>
          </a:solidFill>
          <a:ln w="3810">
            <a:solidFill>
              <a:srgbClr val="26364E">
                <a:alpha val="0"/>
              </a:srgbClr>
            </a:solidFill>
            <a:prstDash val="solid"/>
          </a:ln>
        </p:spPr>
      </p:sp>
      <p:sp>
        <p:nvSpPr>
          <p:cNvPr id="337" name="Shape 335"/>
          <p:cNvSpPr/>
          <p:nvPr/>
        </p:nvSpPr>
        <p:spPr>
          <a:xfrm>
            <a:off x="9971532" y="3404311"/>
            <a:ext cx="96012" cy="96012"/>
          </a:xfrm>
          <a:prstGeom prst="ellipse">
            <a:avLst/>
          </a:prstGeom>
          <a:solidFill>
            <a:srgbClr val="26364E">
              <a:alpha val="84000"/>
            </a:srgbClr>
          </a:solidFill>
          <a:ln w="3810">
            <a:solidFill>
              <a:srgbClr val="26364E">
                <a:alpha val="0"/>
              </a:srgbClr>
            </a:solidFill>
            <a:prstDash val="solid"/>
          </a:ln>
        </p:spPr>
      </p:sp>
      <p:sp>
        <p:nvSpPr>
          <p:cNvPr id="338" name="Shape 336"/>
          <p:cNvSpPr/>
          <p:nvPr/>
        </p:nvSpPr>
        <p:spPr>
          <a:xfrm>
            <a:off x="10098634" y="3404311"/>
            <a:ext cx="96012" cy="96012"/>
          </a:xfrm>
          <a:prstGeom prst="ellipse">
            <a:avLst/>
          </a:prstGeom>
          <a:solidFill>
            <a:srgbClr val="26364E">
              <a:alpha val="84000"/>
            </a:srgbClr>
          </a:solidFill>
          <a:ln w="3810">
            <a:solidFill>
              <a:srgbClr val="26364E">
                <a:alpha val="0"/>
              </a:srgbClr>
            </a:solidFill>
            <a:prstDash val="solid"/>
          </a:ln>
        </p:spPr>
      </p:sp>
      <p:sp>
        <p:nvSpPr>
          <p:cNvPr id="339" name="Shape 337"/>
          <p:cNvSpPr/>
          <p:nvPr/>
        </p:nvSpPr>
        <p:spPr>
          <a:xfrm>
            <a:off x="10225735" y="3404311"/>
            <a:ext cx="96012" cy="96012"/>
          </a:xfrm>
          <a:prstGeom prst="ellipse">
            <a:avLst/>
          </a:prstGeom>
          <a:solidFill>
            <a:srgbClr val="26364E">
              <a:alpha val="84000"/>
            </a:srgbClr>
          </a:solidFill>
          <a:ln w="3810">
            <a:solidFill>
              <a:srgbClr val="26364E">
                <a:alpha val="0"/>
              </a:srgbClr>
            </a:solidFill>
            <a:prstDash val="solid"/>
          </a:ln>
        </p:spPr>
      </p:sp>
      <p:sp>
        <p:nvSpPr>
          <p:cNvPr id="340" name="Shape 338"/>
          <p:cNvSpPr/>
          <p:nvPr/>
        </p:nvSpPr>
        <p:spPr>
          <a:xfrm>
            <a:off x="10352837" y="3404311"/>
            <a:ext cx="96012" cy="96012"/>
          </a:xfrm>
          <a:prstGeom prst="ellipse">
            <a:avLst/>
          </a:prstGeom>
          <a:solidFill>
            <a:srgbClr val="26364E">
              <a:alpha val="84000"/>
            </a:srgbClr>
          </a:solidFill>
          <a:ln w="3810">
            <a:solidFill>
              <a:srgbClr val="26364E">
                <a:alpha val="0"/>
              </a:srgbClr>
            </a:solidFill>
            <a:prstDash val="solid"/>
          </a:ln>
        </p:spPr>
      </p:sp>
      <p:sp>
        <p:nvSpPr>
          <p:cNvPr id="341" name="Shape 339"/>
          <p:cNvSpPr/>
          <p:nvPr/>
        </p:nvSpPr>
        <p:spPr>
          <a:xfrm>
            <a:off x="10479938" y="3404311"/>
            <a:ext cx="96012" cy="96012"/>
          </a:xfrm>
          <a:prstGeom prst="ellipse">
            <a:avLst/>
          </a:prstGeom>
          <a:solidFill>
            <a:srgbClr val="26364E">
              <a:alpha val="84000"/>
            </a:srgbClr>
          </a:solidFill>
          <a:ln w="3810">
            <a:solidFill>
              <a:srgbClr val="26364E">
                <a:alpha val="0"/>
              </a:srgbClr>
            </a:solidFill>
            <a:prstDash val="solid"/>
          </a:ln>
        </p:spPr>
      </p:sp>
      <p:sp>
        <p:nvSpPr>
          <p:cNvPr id="342" name="Shape 340"/>
          <p:cNvSpPr/>
          <p:nvPr/>
        </p:nvSpPr>
        <p:spPr>
          <a:xfrm>
            <a:off x="10607040" y="3404311"/>
            <a:ext cx="96012" cy="96012"/>
          </a:xfrm>
          <a:prstGeom prst="ellipse">
            <a:avLst/>
          </a:prstGeom>
          <a:solidFill>
            <a:srgbClr val="26364E">
              <a:alpha val="84000"/>
            </a:srgbClr>
          </a:solidFill>
          <a:ln w="3810">
            <a:solidFill>
              <a:srgbClr val="26364E">
                <a:alpha val="0"/>
              </a:srgbClr>
            </a:solidFill>
            <a:prstDash val="solid"/>
          </a:ln>
        </p:spPr>
      </p:sp>
      <p:sp>
        <p:nvSpPr>
          <p:cNvPr id="343" name="Shape 341"/>
          <p:cNvSpPr/>
          <p:nvPr/>
        </p:nvSpPr>
        <p:spPr>
          <a:xfrm>
            <a:off x="10734142" y="3404311"/>
            <a:ext cx="96012" cy="96012"/>
          </a:xfrm>
          <a:prstGeom prst="ellipse">
            <a:avLst/>
          </a:prstGeom>
          <a:solidFill>
            <a:srgbClr val="26364E">
              <a:alpha val="84000"/>
            </a:srgbClr>
          </a:solidFill>
          <a:ln w="3810">
            <a:solidFill>
              <a:srgbClr val="26364E">
                <a:alpha val="0"/>
              </a:srgbClr>
            </a:solidFill>
            <a:prstDash val="solid"/>
          </a:ln>
        </p:spPr>
      </p:sp>
      <p:sp>
        <p:nvSpPr>
          <p:cNvPr id="344" name="Shape 342"/>
          <p:cNvSpPr/>
          <p:nvPr/>
        </p:nvSpPr>
        <p:spPr>
          <a:xfrm>
            <a:off x="10861243" y="3404311"/>
            <a:ext cx="96012" cy="96012"/>
          </a:xfrm>
          <a:prstGeom prst="ellipse">
            <a:avLst/>
          </a:prstGeom>
          <a:solidFill>
            <a:srgbClr val="26364E">
              <a:alpha val="84000"/>
            </a:srgbClr>
          </a:solidFill>
          <a:ln w="3810">
            <a:solidFill>
              <a:srgbClr val="26364E">
                <a:alpha val="0"/>
              </a:srgbClr>
            </a:solidFill>
            <a:prstDash val="solid"/>
          </a:ln>
        </p:spPr>
      </p:sp>
      <p:sp>
        <p:nvSpPr>
          <p:cNvPr id="345" name="Shape 343"/>
          <p:cNvSpPr/>
          <p:nvPr/>
        </p:nvSpPr>
        <p:spPr>
          <a:xfrm>
            <a:off x="10988345" y="3404311"/>
            <a:ext cx="96012" cy="96012"/>
          </a:xfrm>
          <a:prstGeom prst="ellipse">
            <a:avLst/>
          </a:prstGeom>
          <a:solidFill>
            <a:srgbClr val="26364E">
              <a:alpha val="84000"/>
            </a:srgbClr>
          </a:solidFill>
          <a:ln w="3810">
            <a:solidFill>
              <a:srgbClr val="26364E">
                <a:alpha val="0"/>
              </a:srgbClr>
            </a:solidFill>
            <a:prstDash val="solid"/>
          </a:ln>
        </p:spPr>
      </p:sp>
      <p:sp>
        <p:nvSpPr>
          <p:cNvPr id="346" name="Shape 344"/>
          <p:cNvSpPr/>
          <p:nvPr/>
        </p:nvSpPr>
        <p:spPr>
          <a:xfrm>
            <a:off x="11115446" y="3404311"/>
            <a:ext cx="96012" cy="96012"/>
          </a:xfrm>
          <a:prstGeom prst="ellipse">
            <a:avLst/>
          </a:prstGeom>
          <a:solidFill>
            <a:srgbClr val="26364E">
              <a:alpha val="84000"/>
            </a:srgbClr>
          </a:solidFill>
          <a:ln w="3810">
            <a:solidFill>
              <a:srgbClr val="26364E">
                <a:alpha val="0"/>
              </a:srgbClr>
            </a:solidFill>
            <a:prstDash val="solid"/>
          </a:ln>
        </p:spPr>
      </p:sp>
      <p:sp>
        <p:nvSpPr>
          <p:cNvPr id="347" name="Shape 345"/>
          <p:cNvSpPr/>
          <p:nvPr/>
        </p:nvSpPr>
        <p:spPr>
          <a:xfrm>
            <a:off x="11242548" y="3404311"/>
            <a:ext cx="96012" cy="96012"/>
          </a:xfrm>
          <a:prstGeom prst="ellipse">
            <a:avLst/>
          </a:prstGeom>
          <a:solidFill>
            <a:srgbClr val="26364E">
              <a:alpha val="84000"/>
            </a:srgbClr>
          </a:solidFill>
          <a:ln w="3810">
            <a:solidFill>
              <a:srgbClr val="26364E">
                <a:alpha val="0"/>
              </a:srgbClr>
            </a:solidFill>
            <a:prstDash val="solid"/>
          </a:ln>
        </p:spPr>
      </p:sp>
      <p:sp>
        <p:nvSpPr>
          <p:cNvPr id="348" name="Shape 346"/>
          <p:cNvSpPr/>
          <p:nvPr/>
        </p:nvSpPr>
        <p:spPr>
          <a:xfrm>
            <a:off x="11369650" y="3404311"/>
            <a:ext cx="96012" cy="96012"/>
          </a:xfrm>
          <a:prstGeom prst="ellipse">
            <a:avLst/>
          </a:prstGeom>
          <a:solidFill>
            <a:srgbClr val="26364E">
              <a:alpha val="84000"/>
            </a:srgbClr>
          </a:solidFill>
          <a:ln w="3810">
            <a:solidFill>
              <a:srgbClr val="26364E">
                <a:alpha val="0"/>
              </a:srgbClr>
            </a:solidFill>
            <a:prstDash val="solid"/>
          </a:ln>
        </p:spPr>
      </p:sp>
      <p:sp>
        <p:nvSpPr>
          <p:cNvPr id="349" name="Shape 347"/>
          <p:cNvSpPr/>
          <p:nvPr/>
        </p:nvSpPr>
        <p:spPr>
          <a:xfrm>
            <a:off x="11496751" y="3404311"/>
            <a:ext cx="96012" cy="96012"/>
          </a:xfrm>
          <a:prstGeom prst="ellipse">
            <a:avLst/>
          </a:prstGeom>
          <a:solidFill>
            <a:srgbClr val="26364E">
              <a:alpha val="84000"/>
            </a:srgbClr>
          </a:solidFill>
          <a:ln w="3810">
            <a:solidFill>
              <a:srgbClr val="26364E">
                <a:alpha val="0"/>
              </a:srgbClr>
            </a:solidFill>
            <a:prstDash val="solid"/>
          </a:ln>
        </p:spPr>
      </p:sp>
      <p:sp>
        <p:nvSpPr>
          <p:cNvPr id="350" name="Shape 348"/>
          <p:cNvSpPr/>
          <p:nvPr/>
        </p:nvSpPr>
        <p:spPr>
          <a:xfrm>
            <a:off x="11623853" y="3404311"/>
            <a:ext cx="96012" cy="96012"/>
          </a:xfrm>
          <a:prstGeom prst="ellipse">
            <a:avLst/>
          </a:prstGeom>
          <a:solidFill>
            <a:srgbClr val="26364E">
              <a:alpha val="84000"/>
            </a:srgbClr>
          </a:solidFill>
          <a:ln w="3810">
            <a:solidFill>
              <a:srgbClr val="26364E">
                <a:alpha val="0"/>
              </a:srgbClr>
            </a:solidFill>
            <a:prstDash val="solid"/>
          </a:ln>
        </p:spPr>
      </p:sp>
      <p:sp>
        <p:nvSpPr>
          <p:cNvPr id="351" name="Shape 349"/>
          <p:cNvSpPr/>
          <p:nvPr/>
        </p:nvSpPr>
        <p:spPr>
          <a:xfrm>
            <a:off x="11750954" y="3404311"/>
            <a:ext cx="96012" cy="96012"/>
          </a:xfrm>
          <a:prstGeom prst="ellipse">
            <a:avLst/>
          </a:prstGeom>
          <a:solidFill>
            <a:srgbClr val="26364E">
              <a:alpha val="84000"/>
            </a:srgbClr>
          </a:solidFill>
          <a:ln w="3810">
            <a:solidFill>
              <a:srgbClr val="26364E">
                <a:alpha val="0"/>
              </a:srgbClr>
            </a:solidFill>
            <a:prstDash val="solid"/>
          </a:ln>
        </p:spPr>
      </p:sp>
      <p:sp>
        <p:nvSpPr>
          <p:cNvPr id="352" name="Shape 350"/>
          <p:cNvSpPr/>
          <p:nvPr/>
        </p:nvSpPr>
        <p:spPr>
          <a:xfrm>
            <a:off x="11878056" y="3404311"/>
            <a:ext cx="96012" cy="96012"/>
          </a:xfrm>
          <a:prstGeom prst="ellipse">
            <a:avLst/>
          </a:prstGeom>
          <a:solidFill>
            <a:srgbClr val="8FE3A1"/>
          </a:solidFill>
          <a:ln w="3810">
            <a:solidFill>
              <a:srgbClr val="8FE3A1">
                <a:alpha val="0"/>
              </a:srgbClr>
            </a:solidFill>
            <a:prstDash val="solid"/>
          </a:ln>
        </p:spPr>
      </p:sp>
      <p:sp>
        <p:nvSpPr>
          <p:cNvPr id="353" name="Shape 351"/>
          <p:cNvSpPr/>
          <p:nvPr/>
        </p:nvSpPr>
        <p:spPr>
          <a:xfrm>
            <a:off x="12005158" y="3404311"/>
            <a:ext cx="96012" cy="96012"/>
          </a:xfrm>
          <a:prstGeom prst="ellipse">
            <a:avLst/>
          </a:prstGeom>
          <a:solidFill>
            <a:srgbClr val="26364E">
              <a:alpha val="84000"/>
            </a:srgbClr>
          </a:solidFill>
          <a:ln w="3810">
            <a:solidFill>
              <a:srgbClr val="26364E">
                <a:alpha val="0"/>
              </a:srgbClr>
            </a:solidFill>
            <a:prstDash val="solid"/>
          </a:ln>
        </p:spPr>
      </p:sp>
      <p:sp>
        <p:nvSpPr>
          <p:cNvPr id="354" name="Text 352"/>
          <p:cNvSpPr txBox="1"/>
          <p:nvPr/>
        </p:nvSpPr>
        <p:spPr>
          <a:xfrm>
            <a:off x="8101584" y="3977640"/>
            <a:ext cx="2834640" cy="731520"/>
          </a:xfrm>
          <a:prstGeom prst="rect">
            <a:avLst/>
          </a:prstGeom>
          <a:noFill/>
          <a:ln/>
        </p:spPr>
        <p:txBody>
          <a:bodyPr wrap="square" lIns="381" tIns="381" rIns="381" bIns="381" rtlCol="0" anchor="t">
            <a:normAutofit/>
          </a:bodyPr>
          <a:lstStyle/>
          <a:p>
            <a:pPr marL="0" indent="0" algn="l">
              <a:buNone/>
            </a:pPr>
            <a:r>
              <a:rPr lang="en-US" sz="1300" dirty="0">
                <a:solidFill>
                  <a:srgbClr val="F3F7FC"/>
                </a:solidFill>
                <a:latin typeface="Noto Sans" pitchFamily="34" charset="0"/>
                <a:ea typeface="Noto Sans" pitchFamily="34" charset="-122"/>
                <a:cs typeface="Noto Sans" pitchFamily="34" charset="-120"/>
              </a:rPr>
              <a:t>Modul dapat dirangkai berantai untuk menampilkan tulisan yang lebih panjang.</a:t>
            </a:r>
            <a:endParaRPr lang="en-US" sz="1300" dirty="0"/>
          </a:p>
        </p:txBody>
      </p:sp>
      <p:sp>
        <p:nvSpPr>
          <p:cNvPr id="355" name="Shape 353"/>
          <p:cNvSpPr/>
          <p:nvPr/>
        </p:nvSpPr>
        <p:spPr>
          <a:xfrm>
            <a:off x="8119872" y="4983480"/>
            <a:ext cx="1600200" cy="292608"/>
          </a:xfrm>
          <a:prstGeom prst="roundRect">
            <a:avLst>
              <a:gd name="adj" fmla="val 37500"/>
            </a:avLst>
          </a:prstGeom>
          <a:solidFill>
            <a:srgbClr val="8FE3A1">
              <a:alpha val="16000"/>
            </a:srgbClr>
          </a:solidFill>
          <a:ln w="10160">
            <a:solidFill>
              <a:srgbClr val="8FE3A1">
                <a:alpha val="80000"/>
              </a:srgbClr>
            </a:solidFill>
            <a:prstDash val="solid"/>
          </a:ln>
        </p:spPr>
      </p:sp>
      <p:sp>
        <p:nvSpPr>
          <p:cNvPr id="356" name="Text 354"/>
          <p:cNvSpPr txBox="1"/>
          <p:nvPr/>
        </p:nvSpPr>
        <p:spPr>
          <a:xfrm>
            <a:off x="8202168" y="4997196"/>
            <a:ext cx="1435608" cy="256032"/>
          </a:xfrm>
          <a:prstGeom prst="rect">
            <a:avLst/>
          </a:prstGeom>
          <a:noFill/>
          <a:ln/>
        </p:spPr>
        <p:txBody>
          <a:bodyPr wrap="square" lIns="381" tIns="381" rIns="381" bIns="381" rtlCol="0" anchor="ctr">
            <a:normAutofit/>
          </a:bodyPr>
          <a:lstStyle/>
          <a:p>
            <a:pPr marL="0" indent="0" algn="ctr">
              <a:buNone/>
            </a:pPr>
            <a:r>
              <a:rPr lang="en-US" sz="900" b="1" dirty="0">
                <a:solidFill>
                  <a:srgbClr val="8FE3A1"/>
                </a:solidFill>
                <a:latin typeface="Noto Sans" pitchFamily="34" charset="0"/>
                <a:ea typeface="Noto Sans" pitchFamily="34" charset="-122"/>
                <a:cs typeface="Noto Sans" pitchFamily="34" charset="-120"/>
              </a:rPr>
              <a:t>64 LED / MODUL</a:t>
            </a:r>
            <a:endParaRPr lang="en-US" sz="900" dirty="0"/>
          </a:p>
        </p:txBody>
      </p:sp>
      <p:sp>
        <p:nvSpPr>
          <p:cNvPr id="357"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PRAKTIK • PERTEMUAN 1</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Peta sambungan di Wokwi</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Pastikan setiap pin modul terhubung ke pin Arduino yang tepat.</a:t>
            </a:r>
            <a:endParaRPr lang="en-US" sz="1100" dirty="0"/>
          </a:p>
        </p:txBody>
      </p:sp>
      <p:sp>
        <p:nvSpPr>
          <p:cNvPr id="11" name="Shape 9"/>
          <p:cNvSpPr/>
          <p:nvPr/>
        </p:nvSpPr>
        <p:spPr>
          <a:xfrm>
            <a:off x="713232" y="1645920"/>
            <a:ext cx="3749040" cy="4389120"/>
          </a:xfrm>
          <a:prstGeom prst="roundRect">
            <a:avLst>
              <a:gd name="adj" fmla="val 2927"/>
            </a:avLst>
          </a:prstGeom>
          <a:solidFill>
            <a:srgbClr val="131E33"/>
          </a:solidFill>
          <a:ln w="10160">
            <a:solidFill>
              <a:srgbClr val="2A3A54"/>
            </a:solidFill>
            <a:prstDash val="solid"/>
          </a:ln>
        </p:spPr>
      </p:sp>
      <p:sp>
        <p:nvSpPr>
          <p:cNvPr id="12" name="Shape 10"/>
          <p:cNvSpPr/>
          <p:nvPr/>
        </p:nvSpPr>
        <p:spPr>
          <a:xfrm>
            <a:off x="1280160" y="2286000"/>
            <a:ext cx="2423160" cy="1600200"/>
          </a:xfrm>
          <a:prstGeom prst="roundRect">
            <a:avLst>
              <a:gd name="adj" fmla="val 6857"/>
            </a:avLst>
          </a:prstGeom>
          <a:solidFill>
            <a:srgbClr val="176D65"/>
          </a:solidFill>
          <a:ln w="17780">
            <a:solidFill>
              <a:srgbClr val="65D5C7"/>
            </a:solidFill>
            <a:prstDash val="solid"/>
          </a:ln>
        </p:spPr>
      </p:sp>
      <p:sp>
        <p:nvSpPr>
          <p:cNvPr id="13" name="Shape 11"/>
          <p:cNvSpPr/>
          <p:nvPr/>
        </p:nvSpPr>
        <p:spPr>
          <a:xfrm>
            <a:off x="2200961" y="2734056"/>
            <a:ext cx="799643" cy="672084"/>
          </a:xfrm>
          <a:prstGeom prst="roundRect">
            <a:avLst>
              <a:gd name="adj" fmla="val 5442"/>
            </a:avLst>
          </a:prstGeom>
          <a:solidFill>
            <a:srgbClr val="101B2C"/>
          </a:solidFill>
          <a:ln w="8890">
            <a:solidFill>
              <a:srgbClr val="72A69F"/>
            </a:solidFill>
            <a:prstDash val="solid"/>
          </a:ln>
        </p:spPr>
      </p:sp>
      <p:sp>
        <p:nvSpPr>
          <p:cNvPr id="14" name="Shape 12"/>
          <p:cNvSpPr/>
          <p:nvPr/>
        </p:nvSpPr>
        <p:spPr>
          <a:xfrm>
            <a:off x="1069848" y="2574036"/>
            <a:ext cx="210312" cy="416052"/>
          </a:xfrm>
          <a:prstGeom prst="rect">
            <a:avLst/>
          </a:prstGeom>
          <a:solidFill>
            <a:srgbClr val="AAB7C5"/>
          </a:solidFill>
          <a:ln w="6350">
            <a:solidFill>
              <a:srgbClr val="E2EAF0"/>
            </a:solidFill>
            <a:prstDash val="solid"/>
          </a:ln>
        </p:spPr>
      </p:sp>
      <p:sp>
        <p:nvSpPr>
          <p:cNvPr id="15" name="Shape 13"/>
          <p:cNvSpPr/>
          <p:nvPr/>
        </p:nvSpPr>
        <p:spPr>
          <a:xfrm>
            <a:off x="3648456" y="2478024"/>
            <a:ext cx="201168" cy="201168"/>
          </a:xfrm>
          <a:prstGeom prst="ellipse">
            <a:avLst/>
          </a:prstGeom>
          <a:solidFill>
            <a:srgbClr val="121A26"/>
          </a:solidFill>
          <a:ln w="10160">
            <a:solidFill>
              <a:srgbClr val="C3D0DD"/>
            </a:solidFill>
            <a:prstDash val="solid"/>
          </a:ln>
        </p:spPr>
      </p:sp>
      <p:sp>
        <p:nvSpPr>
          <p:cNvPr id="16" name="Shape 14"/>
          <p:cNvSpPr/>
          <p:nvPr/>
        </p:nvSpPr>
        <p:spPr>
          <a:xfrm>
            <a:off x="1499616" y="2185416"/>
            <a:ext cx="91440" cy="100584"/>
          </a:xfrm>
          <a:prstGeom prst="rect">
            <a:avLst/>
          </a:prstGeom>
          <a:solidFill>
            <a:srgbClr val="D7B65D"/>
          </a:solidFill>
          <a:ln w="2540">
            <a:solidFill>
              <a:srgbClr val="E8D79A"/>
            </a:solidFill>
            <a:prstDash val="solid"/>
          </a:ln>
        </p:spPr>
      </p:sp>
      <p:sp>
        <p:nvSpPr>
          <p:cNvPr id="17" name="Shape 15"/>
          <p:cNvSpPr/>
          <p:nvPr/>
        </p:nvSpPr>
        <p:spPr>
          <a:xfrm>
            <a:off x="1499616" y="3886200"/>
            <a:ext cx="91440" cy="100584"/>
          </a:xfrm>
          <a:prstGeom prst="rect">
            <a:avLst/>
          </a:prstGeom>
          <a:solidFill>
            <a:srgbClr val="D7B65D"/>
          </a:solidFill>
          <a:ln w="2540">
            <a:solidFill>
              <a:srgbClr val="E8D79A"/>
            </a:solidFill>
            <a:prstDash val="solid"/>
          </a:ln>
        </p:spPr>
      </p:sp>
      <p:sp>
        <p:nvSpPr>
          <p:cNvPr id="18" name="Shape 16"/>
          <p:cNvSpPr/>
          <p:nvPr/>
        </p:nvSpPr>
        <p:spPr>
          <a:xfrm>
            <a:off x="1673352" y="2185416"/>
            <a:ext cx="91440" cy="100584"/>
          </a:xfrm>
          <a:prstGeom prst="rect">
            <a:avLst/>
          </a:prstGeom>
          <a:solidFill>
            <a:srgbClr val="D7B65D"/>
          </a:solidFill>
          <a:ln w="2540">
            <a:solidFill>
              <a:srgbClr val="E8D79A"/>
            </a:solidFill>
            <a:prstDash val="solid"/>
          </a:ln>
        </p:spPr>
      </p:sp>
      <p:sp>
        <p:nvSpPr>
          <p:cNvPr id="19" name="Shape 17"/>
          <p:cNvSpPr/>
          <p:nvPr/>
        </p:nvSpPr>
        <p:spPr>
          <a:xfrm>
            <a:off x="1673352" y="3886200"/>
            <a:ext cx="91440" cy="100584"/>
          </a:xfrm>
          <a:prstGeom prst="rect">
            <a:avLst/>
          </a:prstGeom>
          <a:solidFill>
            <a:srgbClr val="D7B65D"/>
          </a:solidFill>
          <a:ln w="2540">
            <a:solidFill>
              <a:srgbClr val="E8D79A"/>
            </a:solidFill>
            <a:prstDash val="solid"/>
          </a:ln>
        </p:spPr>
      </p:sp>
      <p:sp>
        <p:nvSpPr>
          <p:cNvPr id="20" name="Shape 18"/>
          <p:cNvSpPr/>
          <p:nvPr/>
        </p:nvSpPr>
        <p:spPr>
          <a:xfrm>
            <a:off x="1847088" y="2185416"/>
            <a:ext cx="91440" cy="100584"/>
          </a:xfrm>
          <a:prstGeom prst="rect">
            <a:avLst/>
          </a:prstGeom>
          <a:solidFill>
            <a:srgbClr val="D7B65D"/>
          </a:solidFill>
          <a:ln w="2540">
            <a:solidFill>
              <a:srgbClr val="E8D79A"/>
            </a:solidFill>
            <a:prstDash val="solid"/>
          </a:ln>
        </p:spPr>
      </p:sp>
      <p:sp>
        <p:nvSpPr>
          <p:cNvPr id="21" name="Shape 19"/>
          <p:cNvSpPr/>
          <p:nvPr/>
        </p:nvSpPr>
        <p:spPr>
          <a:xfrm>
            <a:off x="1847088" y="3886200"/>
            <a:ext cx="91440" cy="100584"/>
          </a:xfrm>
          <a:prstGeom prst="rect">
            <a:avLst/>
          </a:prstGeom>
          <a:solidFill>
            <a:srgbClr val="D7B65D"/>
          </a:solidFill>
          <a:ln w="2540">
            <a:solidFill>
              <a:srgbClr val="E8D79A"/>
            </a:solidFill>
            <a:prstDash val="solid"/>
          </a:ln>
        </p:spPr>
      </p:sp>
      <p:sp>
        <p:nvSpPr>
          <p:cNvPr id="22" name="Shape 20"/>
          <p:cNvSpPr/>
          <p:nvPr/>
        </p:nvSpPr>
        <p:spPr>
          <a:xfrm>
            <a:off x="2020824" y="2185416"/>
            <a:ext cx="91440" cy="100584"/>
          </a:xfrm>
          <a:prstGeom prst="rect">
            <a:avLst/>
          </a:prstGeom>
          <a:solidFill>
            <a:srgbClr val="D7B65D"/>
          </a:solidFill>
          <a:ln w="2540">
            <a:solidFill>
              <a:srgbClr val="E8D79A"/>
            </a:solidFill>
            <a:prstDash val="solid"/>
          </a:ln>
        </p:spPr>
      </p:sp>
      <p:sp>
        <p:nvSpPr>
          <p:cNvPr id="23" name="Shape 21"/>
          <p:cNvSpPr/>
          <p:nvPr/>
        </p:nvSpPr>
        <p:spPr>
          <a:xfrm>
            <a:off x="2020824" y="3886200"/>
            <a:ext cx="91440" cy="100584"/>
          </a:xfrm>
          <a:prstGeom prst="rect">
            <a:avLst/>
          </a:prstGeom>
          <a:solidFill>
            <a:srgbClr val="D7B65D"/>
          </a:solidFill>
          <a:ln w="2540">
            <a:solidFill>
              <a:srgbClr val="E8D79A"/>
            </a:solidFill>
            <a:prstDash val="solid"/>
          </a:ln>
        </p:spPr>
      </p:sp>
      <p:sp>
        <p:nvSpPr>
          <p:cNvPr id="24" name="Shape 22"/>
          <p:cNvSpPr/>
          <p:nvPr/>
        </p:nvSpPr>
        <p:spPr>
          <a:xfrm>
            <a:off x="2194560" y="2185416"/>
            <a:ext cx="91440" cy="100584"/>
          </a:xfrm>
          <a:prstGeom prst="rect">
            <a:avLst/>
          </a:prstGeom>
          <a:solidFill>
            <a:srgbClr val="D7B65D"/>
          </a:solidFill>
          <a:ln w="2540">
            <a:solidFill>
              <a:srgbClr val="E8D79A"/>
            </a:solidFill>
            <a:prstDash val="solid"/>
          </a:ln>
        </p:spPr>
      </p:sp>
      <p:sp>
        <p:nvSpPr>
          <p:cNvPr id="25" name="Shape 23"/>
          <p:cNvSpPr/>
          <p:nvPr/>
        </p:nvSpPr>
        <p:spPr>
          <a:xfrm>
            <a:off x="2194560" y="3886200"/>
            <a:ext cx="91440" cy="100584"/>
          </a:xfrm>
          <a:prstGeom prst="rect">
            <a:avLst/>
          </a:prstGeom>
          <a:solidFill>
            <a:srgbClr val="D7B65D"/>
          </a:solidFill>
          <a:ln w="2540">
            <a:solidFill>
              <a:srgbClr val="E8D79A"/>
            </a:solidFill>
            <a:prstDash val="solid"/>
          </a:ln>
        </p:spPr>
      </p:sp>
      <p:sp>
        <p:nvSpPr>
          <p:cNvPr id="26" name="Shape 24"/>
          <p:cNvSpPr/>
          <p:nvPr/>
        </p:nvSpPr>
        <p:spPr>
          <a:xfrm>
            <a:off x="2368296" y="2185416"/>
            <a:ext cx="91440" cy="100584"/>
          </a:xfrm>
          <a:prstGeom prst="rect">
            <a:avLst/>
          </a:prstGeom>
          <a:solidFill>
            <a:srgbClr val="D7B65D"/>
          </a:solidFill>
          <a:ln w="2540">
            <a:solidFill>
              <a:srgbClr val="E8D79A"/>
            </a:solidFill>
            <a:prstDash val="solid"/>
          </a:ln>
        </p:spPr>
      </p:sp>
      <p:sp>
        <p:nvSpPr>
          <p:cNvPr id="27" name="Shape 25"/>
          <p:cNvSpPr/>
          <p:nvPr/>
        </p:nvSpPr>
        <p:spPr>
          <a:xfrm>
            <a:off x="2368296" y="3886200"/>
            <a:ext cx="91440" cy="100584"/>
          </a:xfrm>
          <a:prstGeom prst="rect">
            <a:avLst/>
          </a:prstGeom>
          <a:solidFill>
            <a:srgbClr val="D7B65D"/>
          </a:solidFill>
          <a:ln w="2540">
            <a:solidFill>
              <a:srgbClr val="E8D79A"/>
            </a:solidFill>
            <a:prstDash val="solid"/>
          </a:ln>
        </p:spPr>
      </p:sp>
      <p:sp>
        <p:nvSpPr>
          <p:cNvPr id="28" name="Shape 26"/>
          <p:cNvSpPr/>
          <p:nvPr/>
        </p:nvSpPr>
        <p:spPr>
          <a:xfrm>
            <a:off x="2542032" y="2185416"/>
            <a:ext cx="91440" cy="100584"/>
          </a:xfrm>
          <a:prstGeom prst="rect">
            <a:avLst/>
          </a:prstGeom>
          <a:solidFill>
            <a:srgbClr val="D7B65D"/>
          </a:solidFill>
          <a:ln w="2540">
            <a:solidFill>
              <a:srgbClr val="E8D79A"/>
            </a:solidFill>
            <a:prstDash val="solid"/>
          </a:ln>
        </p:spPr>
      </p:sp>
      <p:sp>
        <p:nvSpPr>
          <p:cNvPr id="29" name="Shape 27"/>
          <p:cNvSpPr/>
          <p:nvPr/>
        </p:nvSpPr>
        <p:spPr>
          <a:xfrm>
            <a:off x="2542032" y="3886200"/>
            <a:ext cx="91440" cy="100584"/>
          </a:xfrm>
          <a:prstGeom prst="rect">
            <a:avLst/>
          </a:prstGeom>
          <a:solidFill>
            <a:srgbClr val="D7B65D"/>
          </a:solidFill>
          <a:ln w="2540">
            <a:solidFill>
              <a:srgbClr val="E8D79A"/>
            </a:solidFill>
            <a:prstDash val="solid"/>
          </a:ln>
        </p:spPr>
      </p:sp>
      <p:sp>
        <p:nvSpPr>
          <p:cNvPr id="30" name="Shape 28"/>
          <p:cNvSpPr/>
          <p:nvPr/>
        </p:nvSpPr>
        <p:spPr>
          <a:xfrm>
            <a:off x="2715768" y="2185416"/>
            <a:ext cx="91440" cy="100584"/>
          </a:xfrm>
          <a:prstGeom prst="rect">
            <a:avLst/>
          </a:prstGeom>
          <a:solidFill>
            <a:srgbClr val="D7B65D"/>
          </a:solidFill>
          <a:ln w="2540">
            <a:solidFill>
              <a:srgbClr val="E8D79A"/>
            </a:solidFill>
            <a:prstDash val="solid"/>
          </a:ln>
        </p:spPr>
      </p:sp>
      <p:sp>
        <p:nvSpPr>
          <p:cNvPr id="31" name="Shape 29"/>
          <p:cNvSpPr/>
          <p:nvPr/>
        </p:nvSpPr>
        <p:spPr>
          <a:xfrm>
            <a:off x="2715768" y="3886200"/>
            <a:ext cx="91440" cy="100584"/>
          </a:xfrm>
          <a:prstGeom prst="rect">
            <a:avLst/>
          </a:prstGeom>
          <a:solidFill>
            <a:srgbClr val="D7B65D"/>
          </a:solidFill>
          <a:ln w="2540">
            <a:solidFill>
              <a:srgbClr val="E8D79A"/>
            </a:solidFill>
            <a:prstDash val="solid"/>
          </a:ln>
        </p:spPr>
      </p:sp>
      <p:sp>
        <p:nvSpPr>
          <p:cNvPr id="32" name="Shape 30"/>
          <p:cNvSpPr/>
          <p:nvPr/>
        </p:nvSpPr>
        <p:spPr>
          <a:xfrm>
            <a:off x="2889504" y="2185416"/>
            <a:ext cx="91440" cy="100584"/>
          </a:xfrm>
          <a:prstGeom prst="rect">
            <a:avLst/>
          </a:prstGeom>
          <a:solidFill>
            <a:srgbClr val="D7B65D"/>
          </a:solidFill>
          <a:ln w="2540">
            <a:solidFill>
              <a:srgbClr val="E8D79A"/>
            </a:solidFill>
            <a:prstDash val="solid"/>
          </a:ln>
        </p:spPr>
      </p:sp>
      <p:sp>
        <p:nvSpPr>
          <p:cNvPr id="33" name="Shape 31"/>
          <p:cNvSpPr/>
          <p:nvPr/>
        </p:nvSpPr>
        <p:spPr>
          <a:xfrm>
            <a:off x="2889504" y="3886200"/>
            <a:ext cx="91440" cy="100584"/>
          </a:xfrm>
          <a:prstGeom prst="rect">
            <a:avLst/>
          </a:prstGeom>
          <a:solidFill>
            <a:srgbClr val="D7B65D"/>
          </a:solidFill>
          <a:ln w="2540">
            <a:solidFill>
              <a:srgbClr val="E8D79A"/>
            </a:solidFill>
            <a:prstDash val="solid"/>
          </a:ln>
        </p:spPr>
      </p:sp>
      <p:sp>
        <p:nvSpPr>
          <p:cNvPr id="34" name="Text 32"/>
          <p:cNvSpPr txBox="1"/>
          <p:nvPr/>
        </p:nvSpPr>
        <p:spPr>
          <a:xfrm>
            <a:off x="1600200" y="3438144"/>
            <a:ext cx="1783080" cy="201168"/>
          </a:xfrm>
          <a:prstGeom prst="rect">
            <a:avLst/>
          </a:prstGeom>
          <a:noFill/>
          <a:ln/>
        </p:spPr>
        <p:txBody>
          <a:bodyPr wrap="square" lIns="381" tIns="381" rIns="381" bIns="381" rtlCol="0" anchor="ctr">
            <a:normAutofit/>
          </a:bodyPr>
          <a:lstStyle/>
          <a:p>
            <a:pPr marL="0" indent="0" algn="ctr">
              <a:buNone/>
            </a:pPr>
            <a:r>
              <a:rPr lang="en-US" sz="900" b="1" dirty="0">
                <a:solidFill>
                  <a:srgbClr val="D8FFF7"/>
                </a:solidFill>
                <a:latin typeface="Noto Sans" pitchFamily="34" charset="0"/>
                <a:ea typeface="Noto Sans" pitchFamily="34" charset="-122"/>
                <a:cs typeface="Noto Sans" pitchFamily="34" charset="-120"/>
              </a:rPr>
              <a:t>ARDUINO UNO</a:t>
            </a:r>
            <a:endParaRPr lang="en-US" sz="900" dirty="0"/>
          </a:p>
        </p:txBody>
      </p:sp>
      <p:sp>
        <p:nvSpPr>
          <p:cNvPr id="35" name="Text 33"/>
          <p:cNvSpPr txBox="1"/>
          <p:nvPr/>
        </p:nvSpPr>
        <p:spPr>
          <a:xfrm>
            <a:off x="1307592" y="4187952"/>
            <a:ext cx="2377440" cy="219456"/>
          </a:xfrm>
          <a:prstGeom prst="rect">
            <a:avLst/>
          </a:prstGeom>
          <a:noFill/>
          <a:ln/>
        </p:spPr>
        <p:txBody>
          <a:bodyPr wrap="square" lIns="381" tIns="381" rIns="381" bIns="381" rtlCol="0" anchor="ctr">
            <a:normAutofit/>
          </a:bodyPr>
          <a:lstStyle/>
          <a:p>
            <a:pPr marL="0" indent="0" algn="ctr">
              <a:buNone/>
            </a:pPr>
            <a:r>
              <a:rPr lang="en-US" sz="1000" b="1" dirty="0">
                <a:solidFill>
                  <a:srgbClr val="42E0CB"/>
                </a:solidFill>
                <a:latin typeface="Noto Sans" pitchFamily="34" charset="0"/>
                <a:ea typeface="Noto Sans" pitchFamily="34" charset="-122"/>
                <a:cs typeface="Noto Sans" pitchFamily="34" charset="-120"/>
              </a:rPr>
              <a:t>ARDUINO UNO</a:t>
            </a:r>
            <a:endParaRPr lang="en-US" sz="1000" dirty="0"/>
          </a:p>
        </p:txBody>
      </p:sp>
      <p:sp>
        <p:nvSpPr>
          <p:cNvPr id="36" name="Text 34"/>
          <p:cNvSpPr txBox="1"/>
          <p:nvPr/>
        </p:nvSpPr>
        <p:spPr>
          <a:xfrm>
            <a:off x="1051560" y="4800600"/>
            <a:ext cx="3017520" cy="594360"/>
          </a:xfrm>
          <a:prstGeom prst="rect">
            <a:avLst/>
          </a:prstGeom>
          <a:noFill/>
          <a:ln/>
        </p:spPr>
        <p:txBody>
          <a:bodyPr wrap="square" lIns="381" tIns="381" rIns="381" bIns="381" rtlCol="0" anchor="t">
            <a:normAutofit/>
          </a:bodyPr>
          <a:lstStyle/>
          <a:p>
            <a:pPr marL="0" indent="0" algn="ctr">
              <a:buNone/>
            </a:pPr>
            <a:r>
              <a:rPr lang="en-US" sz="1300" dirty="0">
                <a:solidFill>
                  <a:srgbClr val="B7C4D8"/>
                </a:solidFill>
                <a:latin typeface="Noto Sans" pitchFamily="34" charset="0"/>
                <a:ea typeface="Noto Sans" pitchFamily="34" charset="-122"/>
                <a:cs typeface="Noto Sans" pitchFamily="34" charset="-120"/>
              </a:rPr>
              <a:t>Periksa nomor pin sebelum menjalankan simulasi.</a:t>
            </a:r>
            <a:endParaRPr lang="en-US" sz="1300" dirty="0"/>
          </a:p>
        </p:txBody>
      </p:sp>
      <p:sp>
        <p:nvSpPr>
          <p:cNvPr id="37" name="Shape 35"/>
          <p:cNvSpPr/>
          <p:nvPr/>
        </p:nvSpPr>
        <p:spPr>
          <a:xfrm>
            <a:off x="4791456" y="1645920"/>
            <a:ext cx="6675120" cy="4389120"/>
          </a:xfrm>
          <a:prstGeom prst="roundRect">
            <a:avLst>
              <a:gd name="adj" fmla="val 2500"/>
            </a:avLst>
          </a:prstGeom>
          <a:solidFill>
            <a:srgbClr val="131E33"/>
          </a:solidFill>
          <a:ln w="10160">
            <a:solidFill>
              <a:srgbClr val="2A3A54"/>
            </a:solidFill>
            <a:prstDash val="solid"/>
          </a:ln>
        </p:spPr>
      </p:sp>
      <p:sp>
        <p:nvSpPr>
          <p:cNvPr id="38" name="Text 36"/>
          <p:cNvSpPr txBox="1"/>
          <p:nvPr/>
        </p:nvSpPr>
        <p:spPr>
          <a:xfrm>
            <a:off x="5138928" y="1901952"/>
            <a:ext cx="1371600" cy="256032"/>
          </a:xfrm>
          <a:prstGeom prst="rect">
            <a:avLst/>
          </a:prstGeom>
          <a:noFill/>
          <a:ln/>
        </p:spPr>
        <p:txBody>
          <a:bodyPr wrap="square" lIns="381" tIns="381" rIns="381" bIns="381" rtlCol="0" anchor="ctr">
            <a:normAutofit/>
          </a:bodyPr>
          <a:lstStyle/>
          <a:p>
            <a:pPr marL="0" indent="0" algn="l">
              <a:buNone/>
            </a:pPr>
            <a:r>
              <a:rPr lang="en-US" sz="1000" b="1" kern="0" spc="100" dirty="0">
                <a:solidFill>
                  <a:srgbClr val="8292A9"/>
                </a:solidFill>
                <a:latin typeface="Noto Sans" pitchFamily="34" charset="0"/>
                <a:ea typeface="Noto Sans" pitchFamily="34" charset="-122"/>
                <a:cs typeface="Noto Sans" pitchFamily="34" charset="-120"/>
              </a:rPr>
              <a:t>PIN MODUL</a:t>
            </a:r>
            <a:endParaRPr lang="en-US" sz="1000" dirty="0"/>
          </a:p>
        </p:txBody>
      </p:sp>
      <p:sp>
        <p:nvSpPr>
          <p:cNvPr id="39" name="Text 37"/>
          <p:cNvSpPr txBox="1"/>
          <p:nvPr/>
        </p:nvSpPr>
        <p:spPr>
          <a:xfrm>
            <a:off x="6720840" y="1901952"/>
            <a:ext cx="1645920" cy="256032"/>
          </a:xfrm>
          <a:prstGeom prst="rect">
            <a:avLst/>
          </a:prstGeom>
          <a:noFill/>
          <a:ln/>
        </p:spPr>
        <p:txBody>
          <a:bodyPr wrap="square" lIns="381" tIns="381" rIns="381" bIns="381" rtlCol="0" anchor="ctr">
            <a:normAutofit/>
          </a:bodyPr>
          <a:lstStyle/>
          <a:p>
            <a:pPr marL="0" indent="0" algn="l">
              <a:buNone/>
            </a:pPr>
            <a:r>
              <a:rPr lang="en-US" sz="1000" b="1" kern="0" spc="100" dirty="0">
                <a:solidFill>
                  <a:srgbClr val="8292A9"/>
                </a:solidFill>
                <a:latin typeface="Noto Sans" pitchFamily="34" charset="0"/>
                <a:ea typeface="Noto Sans" pitchFamily="34" charset="-122"/>
                <a:cs typeface="Noto Sans" pitchFamily="34" charset="-120"/>
              </a:rPr>
              <a:t>PIN ARDUINO</a:t>
            </a:r>
            <a:endParaRPr lang="en-US" sz="1000" dirty="0"/>
          </a:p>
        </p:txBody>
      </p:sp>
      <p:sp>
        <p:nvSpPr>
          <p:cNvPr id="40" name="Text 38"/>
          <p:cNvSpPr txBox="1"/>
          <p:nvPr/>
        </p:nvSpPr>
        <p:spPr>
          <a:xfrm>
            <a:off x="8732520" y="1901952"/>
            <a:ext cx="1828800" cy="256032"/>
          </a:xfrm>
          <a:prstGeom prst="rect">
            <a:avLst/>
          </a:prstGeom>
          <a:noFill/>
          <a:ln/>
        </p:spPr>
        <p:txBody>
          <a:bodyPr wrap="square" lIns="381" tIns="381" rIns="381" bIns="381" rtlCol="0" anchor="ctr">
            <a:normAutofit/>
          </a:bodyPr>
          <a:lstStyle/>
          <a:p>
            <a:pPr marL="0" indent="0" algn="l">
              <a:buNone/>
            </a:pPr>
            <a:r>
              <a:rPr lang="en-US" sz="1000" b="1" kern="0" spc="100" dirty="0">
                <a:solidFill>
                  <a:srgbClr val="8292A9"/>
                </a:solidFill>
                <a:latin typeface="Noto Sans" pitchFamily="34" charset="0"/>
                <a:ea typeface="Noto Sans" pitchFamily="34" charset="-122"/>
                <a:cs typeface="Noto Sans" pitchFamily="34" charset="-120"/>
              </a:rPr>
              <a:t>FUNGSI</a:t>
            </a:r>
            <a:endParaRPr lang="en-US" sz="1000" dirty="0"/>
          </a:p>
        </p:txBody>
      </p:sp>
      <p:sp>
        <p:nvSpPr>
          <p:cNvPr id="41" name="Shape 39"/>
          <p:cNvSpPr/>
          <p:nvPr/>
        </p:nvSpPr>
        <p:spPr>
          <a:xfrm>
            <a:off x="5056632" y="2331720"/>
            <a:ext cx="5989320" cy="493776"/>
          </a:xfrm>
          <a:prstGeom prst="roundRect">
            <a:avLst>
              <a:gd name="adj" fmla="val 22222"/>
            </a:avLst>
          </a:prstGeom>
          <a:solidFill>
            <a:srgbClr val="19263D"/>
          </a:solidFill>
          <a:ln w="10160">
            <a:solidFill>
              <a:srgbClr val="19263D"/>
            </a:solidFill>
            <a:prstDash val="solid"/>
          </a:ln>
        </p:spPr>
      </p:sp>
      <p:sp>
        <p:nvSpPr>
          <p:cNvPr id="42" name="Text 40"/>
          <p:cNvSpPr txBox="1"/>
          <p:nvPr/>
        </p:nvSpPr>
        <p:spPr>
          <a:xfrm>
            <a:off x="5266944" y="2404872"/>
            <a:ext cx="1051560" cy="274320"/>
          </a:xfrm>
          <a:prstGeom prst="rect">
            <a:avLst/>
          </a:prstGeom>
          <a:noFill/>
          <a:ln/>
        </p:spPr>
        <p:txBody>
          <a:bodyPr wrap="square" lIns="381" tIns="381" rIns="381" bIns="381" rtlCol="0" anchor="ctr">
            <a:normAutofit/>
          </a:bodyPr>
          <a:lstStyle/>
          <a:p>
            <a:pPr marL="0" indent="0" algn="l">
              <a:buNone/>
            </a:pPr>
            <a:r>
              <a:rPr lang="en-US" sz="1400" b="1" dirty="0">
                <a:solidFill>
                  <a:srgbClr val="FFB45E"/>
                </a:solidFill>
                <a:latin typeface="Noto Sans" pitchFamily="34" charset="0"/>
                <a:ea typeface="Noto Sans" pitchFamily="34" charset="-122"/>
                <a:cs typeface="Noto Sans" pitchFamily="34" charset="-120"/>
              </a:rPr>
              <a:t>VCC</a:t>
            </a:r>
            <a:endParaRPr lang="en-US" sz="1400" dirty="0"/>
          </a:p>
        </p:txBody>
      </p:sp>
      <p:sp>
        <p:nvSpPr>
          <p:cNvPr id="43" name="Text 41"/>
          <p:cNvSpPr txBox="1"/>
          <p:nvPr/>
        </p:nvSpPr>
        <p:spPr>
          <a:xfrm>
            <a:off x="6839712" y="2404872"/>
            <a:ext cx="1005840" cy="274320"/>
          </a:xfrm>
          <a:prstGeom prst="rect">
            <a:avLst/>
          </a:prstGeom>
          <a:noFill/>
          <a:ln/>
        </p:spPr>
        <p:txBody>
          <a:bodyPr wrap="square" lIns="381" tIns="381" rIns="381" bIns="381" rtlCol="0" anchor="ctr">
            <a:normAutofit/>
          </a:bodyPr>
          <a:lstStyle/>
          <a:p>
            <a:pPr marL="0" indent="0" algn="l">
              <a:buNone/>
            </a:pPr>
            <a:r>
              <a:rPr lang="en-US" sz="1400" b="1" dirty="0">
                <a:solidFill>
                  <a:srgbClr val="F3F7FC"/>
                </a:solidFill>
                <a:latin typeface="Noto Sans" pitchFamily="34" charset="0"/>
                <a:ea typeface="Noto Sans" pitchFamily="34" charset="-122"/>
                <a:cs typeface="Noto Sans" pitchFamily="34" charset="-120"/>
              </a:rPr>
              <a:t>5V</a:t>
            </a:r>
            <a:endParaRPr lang="en-US" sz="1400" dirty="0"/>
          </a:p>
        </p:txBody>
      </p:sp>
      <p:sp>
        <p:nvSpPr>
          <p:cNvPr id="44" name="Text 42"/>
          <p:cNvSpPr txBox="1"/>
          <p:nvPr/>
        </p:nvSpPr>
        <p:spPr>
          <a:xfrm>
            <a:off x="8732520" y="2404872"/>
            <a:ext cx="2057400" cy="274320"/>
          </a:xfrm>
          <a:prstGeom prst="rect">
            <a:avLst/>
          </a:prstGeom>
          <a:noFill/>
          <a:ln/>
        </p:spPr>
        <p:txBody>
          <a:bodyPr wrap="square" lIns="381" tIns="381" rIns="381" bIns="381" rtlCol="0" anchor="ctr">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Sumber daya</a:t>
            </a:r>
            <a:endParaRPr lang="en-US" sz="1200" dirty="0"/>
          </a:p>
        </p:txBody>
      </p:sp>
      <p:sp>
        <p:nvSpPr>
          <p:cNvPr id="45" name="Text 43"/>
          <p:cNvSpPr txBox="1"/>
          <p:nvPr/>
        </p:nvSpPr>
        <p:spPr>
          <a:xfrm>
            <a:off x="5266944" y="3026664"/>
            <a:ext cx="1051560" cy="274320"/>
          </a:xfrm>
          <a:prstGeom prst="rect">
            <a:avLst/>
          </a:prstGeom>
          <a:noFill/>
          <a:ln/>
        </p:spPr>
        <p:txBody>
          <a:bodyPr wrap="square" lIns="381" tIns="381" rIns="381" bIns="381" rtlCol="0" anchor="ctr">
            <a:normAutofit/>
          </a:bodyPr>
          <a:lstStyle/>
          <a:p>
            <a:pPr marL="0" indent="0" algn="l">
              <a:buNone/>
            </a:pPr>
            <a:r>
              <a:rPr lang="en-US" sz="1400" b="1" dirty="0">
                <a:solidFill>
                  <a:srgbClr val="B7C4D8"/>
                </a:solidFill>
                <a:latin typeface="Noto Sans" pitchFamily="34" charset="0"/>
                <a:ea typeface="Noto Sans" pitchFamily="34" charset="-122"/>
                <a:cs typeface="Noto Sans" pitchFamily="34" charset="-120"/>
              </a:rPr>
              <a:t>GND</a:t>
            </a:r>
            <a:endParaRPr lang="en-US" sz="1400" dirty="0"/>
          </a:p>
        </p:txBody>
      </p:sp>
      <p:sp>
        <p:nvSpPr>
          <p:cNvPr id="46" name="Text 44"/>
          <p:cNvSpPr txBox="1"/>
          <p:nvPr/>
        </p:nvSpPr>
        <p:spPr>
          <a:xfrm>
            <a:off x="6839712" y="3026664"/>
            <a:ext cx="1005840" cy="274320"/>
          </a:xfrm>
          <a:prstGeom prst="rect">
            <a:avLst/>
          </a:prstGeom>
          <a:noFill/>
          <a:ln/>
        </p:spPr>
        <p:txBody>
          <a:bodyPr wrap="square" lIns="381" tIns="381" rIns="381" bIns="381" rtlCol="0" anchor="ctr">
            <a:normAutofit/>
          </a:bodyPr>
          <a:lstStyle/>
          <a:p>
            <a:pPr marL="0" indent="0" algn="l">
              <a:buNone/>
            </a:pPr>
            <a:r>
              <a:rPr lang="en-US" sz="1400" b="1" dirty="0">
                <a:solidFill>
                  <a:srgbClr val="F3F7FC"/>
                </a:solidFill>
                <a:latin typeface="Noto Sans" pitchFamily="34" charset="0"/>
                <a:ea typeface="Noto Sans" pitchFamily="34" charset="-122"/>
                <a:cs typeface="Noto Sans" pitchFamily="34" charset="-120"/>
              </a:rPr>
              <a:t>GND</a:t>
            </a:r>
            <a:endParaRPr lang="en-US" sz="1400" dirty="0"/>
          </a:p>
        </p:txBody>
      </p:sp>
      <p:sp>
        <p:nvSpPr>
          <p:cNvPr id="47" name="Text 45"/>
          <p:cNvSpPr txBox="1"/>
          <p:nvPr/>
        </p:nvSpPr>
        <p:spPr>
          <a:xfrm>
            <a:off x="8732520" y="3026664"/>
            <a:ext cx="2057400" cy="274320"/>
          </a:xfrm>
          <a:prstGeom prst="rect">
            <a:avLst/>
          </a:prstGeom>
          <a:noFill/>
          <a:ln/>
        </p:spPr>
        <p:txBody>
          <a:bodyPr wrap="square" lIns="381" tIns="381" rIns="381" bIns="381" rtlCol="0" anchor="ctr">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Ground</a:t>
            </a:r>
            <a:endParaRPr lang="en-US" sz="1200" dirty="0"/>
          </a:p>
        </p:txBody>
      </p:sp>
      <p:sp>
        <p:nvSpPr>
          <p:cNvPr id="48" name="Shape 46"/>
          <p:cNvSpPr/>
          <p:nvPr/>
        </p:nvSpPr>
        <p:spPr>
          <a:xfrm>
            <a:off x="5056632" y="3575304"/>
            <a:ext cx="5989320" cy="493776"/>
          </a:xfrm>
          <a:prstGeom prst="roundRect">
            <a:avLst>
              <a:gd name="adj" fmla="val 22222"/>
            </a:avLst>
          </a:prstGeom>
          <a:solidFill>
            <a:srgbClr val="19263D"/>
          </a:solidFill>
          <a:ln w="10160">
            <a:solidFill>
              <a:srgbClr val="19263D"/>
            </a:solidFill>
            <a:prstDash val="solid"/>
          </a:ln>
        </p:spPr>
      </p:sp>
      <p:sp>
        <p:nvSpPr>
          <p:cNvPr id="49" name="Text 47"/>
          <p:cNvSpPr txBox="1"/>
          <p:nvPr/>
        </p:nvSpPr>
        <p:spPr>
          <a:xfrm>
            <a:off x="5266944" y="3648456"/>
            <a:ext cx="1051560" cy="274320"/>
          </a:xfrm>
          <a:prstGeom prst="rect">
            <a:avLst/>
          </a:prstGeom>
          <a:noFill/>
          <a:ln/>
        </p:spPr>
        <p:txBody>
          <a:bodyPr wrap="square" lIns="381" tIns="381" rIns="381" bIns="381" rtlCol="0" anchor="ctr">
            <a:normAutofit/>
          </a:bodyPr>
          <a:lstStyle/>
          <a:p>
            <a:pPr marL="0" indent="0" algn="l">
              <a:buNone/>
            </a:pPr>
            <a:r>
              <a:rPr lang="en-US" sz="1400" b="1" dirty="0">
                <a:solidFill>
                  <a:srgbClr val="42E0CB"/>
                </a:solidFill>
                <a:latin typeface="Noto Sans" pitchFamily="34" charset="0"/>
                <a:ea typeface="Noto Sans" pitchFamily="34" charset="-122"/>
                <a:cs typeface="Noto Sans" pitchFamily="34" charset="-120"/>
              </a:rPr>
              <a:t>DIN</a:t>
            </a:r>
            <a:endParaRPr lang="en-US" sz="1400" dirty="0"/>
          </a:p>
        </p:txBody>
      </p:sp>
      <p:sp>
        <p:nvSpPr>
          <p:cNvPr id="50" name="Text 48"/>
          <p:cNvSpPr txBox="1"/>
          <p:nvPr/>
        </p:nvSpPr>
        <p:spPr>
          <a:xfrm>
            <a:off x="6839712" y="3648456"/>
            <a:ext cx="1005840" cy="274320"/>
          </a:xfrm>
          <a:prstGeom prst="rect">
            <a:avLst/>
          </a:prstGeom>
          <a:noFill/>
          <a:ln/>
        </p:spPr>
        <p:txBody>
          <a:bodyPr wrap="square" lIns="381" tIns="381" rIns="381" bIns="381" rtlCol="0" anchor="ctr">
            <a:normAutofit/>
          </a:bodyPr>
          <a:lstStyle/>
          <a:p>
            <a:pPr marL="0" indent="0" algn="l">
              <a:buNone/>
            </a:pPr>
            <a:r>
              <a:rPr lang="en-US" sz="1400" b="1" dirty="0">
                <a:solidFill>
                  <a:srgbClr val="F3F7FC"/>
                </a:solidFill>
                <a:latin typeface="Noto Sans" pitchFamily="34" charset="0"/>
                <a:ea typeface="Noto Sans" pitchFamily="34" charset="-122"/>
                <a:cs typeface="Noto Sans" pitchFamily="34" charset="-120"/>
              </a:rPr>
              <a:t>11</a:t>
            </a:r>
            <a:endParaRPr lang="en-US" sz="1400" dirty="0"/>
          </a:p>
        </p:txBody>
      </p:sp>
      <p:sp>
        <p:nvSpPr>
          <p:cNvPr id="51" name="Text 49"/>
          <p:cNvSpPr txBox="1"/>
          <p:nvPr/>
        </p:nvSpPr>
        <p:spPr>
          <a:xfrm>
            <a:off x="8732520" y="3648456"/>
            <a:ext cx="2057400" cy="274320"/>
          </a:xfrm>
          <a:prstGeom prst="rect">
            <a:avLst/>
          </a:prstGeom>
          <a:noFill/>
          <a:ln/>
        </p:spPr>
        <p:txBody>
          <a:bodyPr wrap="square" lIns="381" tIns="381" rIns="381" bIns="381" rtlCol="0" anchor="ctr">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Data masuk</a:t>
            </a:r>
            <a:endParaRPr lang="en-US" sz="1200" dirty="0"/>
          </a:p>
        </p:txBody>
      </p:sp>
      <p:sp>
        <p:nvSpPr>
          <p:cNvPr id="52" name="Text 50"/>
          <p:cNvSpPr txBox="1"/>
          <p:nvPr/>
        </p:nvSpPr>
        <p:spPr>
          <a:xfrm>
            <a:off x="5266944" y="4270248"/>
            <a:ext cx="1051560" cy="274320"/>
          </a:xfrm>
          <a:prstGeom prst="rect">
            <a:avLst/>
          </a:prstGeom>
          <a:noFill/>
          <a:ln/>
        </p:spPr>
        <p:txBody>
          <a:bodyPr wrap="square" lIns="381" tIns="381" rIns="381" bIns="381" rtlCol="0" anchor="ctr">
            <a:normAutofit/>
          </a:bodyPr>
          <a:lstStyle/>
          <a:p>
            <a:pPr marL="0" indent="0" algn="l">
              <a:buNone/>
            </a:pPr>
            <a:r>
              <a:rPr lang="en-US" sz="1400" b="1" dirty="0">
                <a:solidFill>
                  <a:srgbClr val="8FE3A1"/>
                </a:solidFill>
                <a:latin typeface="Noto Sans" pitchFamily="34" charset="0"/>
                <a:ea typeface="Noto Sans" pitchFamily="34" charset="-122"/>
                <a:cs typeface="Noto Sans" pitchFamily="34" charset="-120"/>
              </a:rPr>
              <a:t>CS</a:t>
            </a:r>
            <a:endParaRPr lang="en-US" sz="1400" dirty="0"/>
          </a:p>
        </p:txBody>
      </p:sp>
      <p:sp>
        <p:nvSpPr>
          <p:cNvPr id="53" name="Text 51"/>
          <p:cNvSpPr txBox="1"/>
          <p:nvPr/>
        </p:nvSpPr>
        <p:spPr>
          <a:xfrm>
            <a:off x="6839712" y="4270248"/>
            <a:ext cx="1005840" cy="274320"/>
          </a:xfrm>
          <a:prstGeom prst="rect">
            <a:avLst/>
          </a:prstGeom>
          <a:noFill/>
          <a:ln/>
        </p:spPr>
        <p:txBody>
          <a:bodyPr wrap="square" lIns="381" tIns="381" rIns="381" bIns="381" rtlCol="0" anchor="ctr">
            <a:normAutofit/>
          </a:bodyPr>
          <a:lstStyle/>
          <a:p>
            <a:pPr marL="0" indent="0" algn="l">
              <a:buNone/>
            </a:pPr>
            <a:r>
              <a:rPr lang="en-US" sz="1400" b="1" dirty="0">
                <a:solidFill>
                  <a:srgbClr val="F3F7FC"/>
                </a:solidFill>
                <a:latin typeface="Noto Sans" pitchFamily="34" charset="0"/>
                <a:ea typeface="Noto Sans" pitchFamily="34" charset="-122"/>
                <a:cs typeface="Noto Sans" pitchFamily="34" charset="-120"/>
              </a:rPr>
              <a:t>10</a:t>
            </a:r>
            <a:endParaRPr lang="en-US" sz="1400" dirty="0"/>
          </a:p>
        </p:txBody>
      </p:sp>
      <p:sp>
        <p:nvSpPr>
          <p:cNvPr id="54" name="Text 52"/>
          <p:cNvSpPr txBox="1"/>
          <p:nvPr/>
        </p:nvSpPr>
        <p:spPr>
          <a:xfrm>
            <a:off x="8732520" y="4270248"/>
            <a:ext cx="2057400" cy="274320"/>
          </a:xfrm>
          <a:prstGeom prst="rect">
            <a:avLst/>
          </a:prstGeom>
          <a:noFill/>
          <a:ln/>
        </p:spPr>
        <p:txBody>
          <a:bodyPr wrap="square" lIns="381" tIns="381" rIns="381" bIns="381" rtlCol="0" anchor="ctr">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Chip select</a:t>
            </a:r>
            <a:endParaRPr lang="en-US" sz="1200" dirty="0"/>
          </a:p>
        </p:txBody>
      </p:sp>
      <p:sp>
        <p:nvSpPr>
          <p:cNvPr id="55" name="Shape 53"/>
          <p:cNvSpPr/>
          <p:nvPr/>
        </p:nvSpPr>
        <p:spPr>
          <a:xfrm>
            <a:off x="5056632" y="4818888"/>
            <a:ext cx="5989320" cy="493776"/>
          </a:xfrm>
          <a:prstGeom prst="roundRect">
            <a:avLst>
              <a:gd name="adj" fmla="val 22222"/>
            </a:avLst>
          </a:prstGeom>
          <a:solidFill>
            <a:srgbClr val="19263D"/>
          </a:solidFill>
          <a:ln w="10160">
            <a:solidFill>
              <a:srgbClr val="19263D"/>
            </a:solidFill>
            <a:prstDash val="solid"/>
          </a:ln>
        </p:spPr>
      </p:sp>
      <p:sp>
        <p:nvSpPr>
          <p:cNvPr id="56" name="Text 54"/>
          <p:cNvSpPr txBox="1"/>
          <p:nvPr/>
        </p:nvSpPr>
        <p:spPr>
          <a:xfrm>
            <a:off x="5266944" y="4892040"/>
            <a:ext cx="1051560" cy="274320"/>
          </a:xfrm>
          <a:prstGeom prst="rect">
            <a:avLst/>
          </a:prstGeom>
          <a:noFill/>
          <a:ln/>
        </p:spPr>
        <p:txBody>
          <a:bodyPr wrap="square" lIns="381" tIns="381" rIns="381" bIns="381" rtlCol="0" anchor="ctr">
            <a:normAutofit/>
          </a:bodyPr>
          <a:lstStyle/>
          <a:p>
            <a:pPr marL="0" indent="0" algn="l">
              <a:buNone/>
            </a:pPr>
            <a:r>
              <a:rPr lang="en-US" sz="1400" b="1" dirty="0">
                <a:solidFill>
                  <a:srgbClr val="F4D66E"/>
                </a:solidFill>
                <a:latin typeface="Noto Sans" pitchFamily="34" charset="0"/>
                <a:ea typeface="Noto Sans" pitchFamily="34" charset="-122"/>
                <a:cs typeface="Noto Sans" pitchFamily="34" charset="-120"/>
              </a:rPr>
              <a:t>CLK</a:t>
            </a:r>
            <a:endParaRPr lang="en-US" sz="1400" dirty="0"/>
          </a:p>
        </p:txBody>
      </p:sp>
      <p:sp>
        <p:nvSpPr>
          <p:cNvPr id="57" name="Text 55"/>
          <p:cNvSpPr txBox="1"/>
          <p:nvPr/>
        </p:nvSpPr>
        <p:spPr>
          <a:xfrm>
            <a:off x="6839712" y="4892040"/>
            <a:ext cx="1005840" cy="274320"/>
          </a:xfrm>
          <a:prstGeom prst="rect">
            <a:avLst/>
          </a:prstGeom>
          <a:noFill/>
          <a:ln/>
        </p:spPr>
        <p:txBody>
          <a:bodyPr wrap="square" lIns="381" tIns="381" rIns="381" bIns="381" rtlCol="0" anchor="ctr">
            <a:normAutofit/>
          </a:bodyPr>
          <a:lstStyle/>
          <a:p>
            <a:pPr marL="0" indent="0" algn="l">
              <a:buNone/>
            </a:pPr>
            <a:r>
              <a:rPr lang="en-US" sz="1400" b="1" dirty="0">
                <a:solidFill>
                  <a:srgbClr val="F3F7FC"/>
                </a:solidFill>
                <a:latin typeface="Noto Sans" pitchFamily="34" charset="0"/>
                <a:ea typeface="Noto Sans" pitchFamily="34" charset="-122"/>
                <a:cs typeface="Noto Sans" pitchFamily="34" charset="-120"/>
              </a:rPr>
              <a:t>13</a:t>
            </a:r>
            <a:endParaRPr lang="en-US" sz="1400" dirty="0"/>
          </a:p>
        </p:txBody>
      </p:sp>
      <p:sp>
        <p:nvSpPr>
          <p:cNvPr id="58" name="Text 56"/>
          <p:cNvSpPr txBox="1"/>
          <p:nvPr/>
        </p:nvSpPr>
        <p:spPr>
          <a:xfrm>
            <a:off x="8732520" y="4892040"/>
            <a:ext cx="2057400" cy="274320"/>
          </a:xfrm>
          <a:prstGeom prst="rect">
            <a:avLst/>
          </a:prstGeom>
          <a:noFill/>
          <a:ln/>
        </p:spPr>
        <p:txBody>
          <a:bodyPr wrap="square" lIns="381" tIns="381" rIns="381" bIns="381" rtlCol="0" anchor="ctr">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Clock</a:t>
            </a:r>
            <a:endParaRPr lang="en-US" sz="1200" dirty="0"/>
          </a:p>
        </p:txBody>
      </p:sp>
      <p:sp>
        <p:nvSpPr>
          <p:cNvPr id="59" name="Shape 57"/>
          <p:cNvSpPr/>
          <p:nvPr/>
        </p:nvSpPr>
        <p:spPr>
          <a:xfrm>
            <a:off x="5184648" y="5486400"/>
            <a:ext cx="2331720" cy="292608"/>
          </a:xfrm>
          <a:prstGeom prst="roundRect">
            <a:avLst>
              <a:gd name="adj" fmla="val 37500"/>
            </a:avLst>
          </a:prstGeom>
          <a:solidFill>
            <a:srgbClr val="42E0CB">
              <a:alpha val="16000"/>
            </a:srgbClr>
          </a:solidFill>
          <a:ln w="10160">
            <a:solidFill>
              <a:srgbClr val="42E0CB">
                <a:alpha val="80000"/>
              </a:srgbClr>
            </a:solidFill>
            <a:prstDash val="solid"/>
          </a:ln>
        </p:spPr>
      </p:sp>
      <p:sp>
        <p:nvSpPr>
          <p:cNvPr id="60" name="Text 58"/>
          <p:cNvSpPr txBox="1"/>
          <p:nvPr/>
        </p:nvSpPr>
        <p:spPr>
          <a:xfrm>
            <a:off x="5266944" y="5500116"/>
            <a:ext cx="2167128" cy="256032"/>
          </a:xfrm>
          <a:prstGeom prst="rect">
            <a:avLst/>
          </a:prstGeom>
          <a:noFill/>
          <a:ln/>
        </p:spPr>
        <p:txBody>
          <a:bodyPr wrap="square" lIns="381" tIns="381" rIns="381" bIns="381" rtlCol="0" anchor="ctr">
            <a:normAutofit/>
          </a:bodyPr>
          <a:lstStyle/>
          <a:p>
            <a:pPr marL="0" indent="0" algn="ctr">
              <a:buNone/>
            </a:pPr>
            <a:r>
              <a:rPr lang="en-US" sz="900" b="1" dirty="0">
                <a:solidFill>
                  <a:srgbClr val="42E0CB"/>
                </a:solidFill>
                <a:latin typeface="Noto Sans" pitchFamily="34" charset="0"/>
                <a:ea typeface="Noto Sans" pitchFamily="34" charset="-122"/>
                <a:cs typeface="Noto Sans" pitchFamily="34" charset="-120"/>
              </a:rPr>
              <a:t>4 MODUL LED MATRIX 8×8</a:t>
            </a:r>
            <a:endParaRPr lang="en-US" sz="900" dirty="0"/>
          </a:p>
        </p:txBody>
      </p:sp>
      <p:sp>
        <p:nvSpPr>
          <p:cNvPr id="61"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KODE • KONSEP</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300" b="1" dirty="0">
                <a:solidFill>
                  <a:srgbClr val="F3F7FC"/>
                </a:solidFill>
                <a:latin typeface="Noto Sans" pitchFamily="34" charset="0"/>
                <a:ea typeface="Noto Sans" pitchFamily="34" charset="-122"/>
                <a:cs typeface="Noto Sans" pitchFamily="34" charset="-120"/>
              </a:rPr>
              <a:t>Library membantu kita membuat animasi teks</a:t>
            </a:r>
            <a:endParaRPr lang="en-US" sz="23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Library adalah kumpulan kode siap pakai yang mempermudah pemrograman.</a:t>
            </a:r>
            <a:endParaRPr lang="en-US" sz="1100" dirty="0"/>
          </a:p>
        </p:txBody>
      </p:sp>
      <p:sp>
        <p:nvSpPr>
          <p:cNvPr id="11" name="Shape 9"/>
          <p:cNvSpPr/>
          <p:nvPr/>
        </p:nvSpPr>
        <p:spPr>
          <a:xfrm>
            <a:off x="749808" y="1664208"/>
            <a:ext cx="3063240" cy="4389120"/>
          </a:xfrm>
          <a:prstGeom prst="roundRect">
            <a:avLst>
              <a:gd name="adj" fmla="val 3582"/>
            </a:avLst>
          </a:prstGeom>
          <a:solidFill>
            <a:srgbClr val="131E33"/>
          </a:solidFill>
          <a:ln w="10160">
            <a:solidFill>
              <a:srgbClr val="42E0CB"/>
            </a:solidFill>
            <a:prstDash val="solid"/>
          </a:ln>
        </p:spPr>
      </p:sp>
      <p:sp>
        <p:nvSpPr>
          <p:cNvPr id="12" name="Shape 10"/>
          <p:cNvSpPr/>
          <p:nvPr/>
        </p:nvSpPr>
        <p:spPr>
          <a:xfrm>
            <a:off x="987552" y="1938528"/>
            <a:ext cx="2377440" cy="292608"/>
          </a:xfrm>
          <a:prstGeom prst="roundRect">
            <a:avLst>
              <a:gd name="adj" fmla="val 37500"/>
            </a:avLst>
          </a:prstGeom>
          <a:solidFill>
            <a:srgbClr val="42E0CB">
              <a:alpha val="16000"/>
            </a:srgbClr>
          </a:solidFill>
          <a:ln w="10160">
            <a:solidFill>
              <a:srgbClr val="42E0CB">
                <a:alpha val="80000"/>
              </a:srgbClr>
            </a:solidFill>
            <a:prstDash val="solid"/>
          </a:ln>
        </p:spPr>
      </p:sp>
      <p:sp>
        <p:nvSpPr>
          <p:cNvPr id="13" name="Text 11"/>
          <p:cNvSpPr txBox="1"/>
          <p:nvPr/>
        </p:nvSpPr>
        <p:spPr>
          <a:xfrm>
            <a:off x="1069848" y="1952244"/>
            <a:ext cx="2212848" cy="256032"/>
          </a:xfrm>
          <a:prstGeom prst="rect">
            <a:avLst/>
          </a:prstGeom>
          <a:noFill/>
          <a:ln/>
        </p:spPr>
        <p:txBody>
          <a:bodyPr wrap="square" lIns="381" tIns="381" rIns="381" bIns="381" rtlCol="0" anchor="ctr">
            <a:normAutofit/>
          </a:bodyPr>
          <a:lstStyle/>
          <a:p>
            <a:pPr marL="0" indent="0" algn="ctr">
              <a:buNone/>
            </a:pPr>
            <a:r>
              <a:rPr lang="en-US" sz="900" b="1" dirty="0">
                <a:solidFill>
                  <a:srgbClr val="42E0CB"/>
                </a:solidFill>
                <a:latin typeface="Noto Sans" pitchFamily="34" charset="0"/>
                <a:ea typeface="Noto Sans" pitchFamily="34" charset="-122"/>
                <a:cs typeface="Noto Sans" pitchFamily="34" charset="-120"/>
              </a:rPr>
              <a:t>WOKWI • LIBRARY MANAGER</a:t>
            </a:r>
            <a:endParaRPr lang="en-US" sz="900" dirty="0"/>
          </a:p>
        </p:txBody>
      </p:sp>
      <p:sp>
        <p:nvSpPr>
          <p:cNvPr id="14" name="Text 12"/>
          <p:cNvSpPr txBox="1"/>
          <p:nvPr/>
        </p:nvSpPr>
        <p:spPr>
          <a:xfrm>
            <a:off x="996696" y="2487168"/>
            <a:ext cx="2468880" cy="365760"/>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Tambahkan dua library:</a:t>
            </a:r>
            <a:endParaRPr lang="en-US" sz="1500" dirty="0"/>
          </a:p>
        </p:txBody>
      </p:sp>
      <p:sp>
        <p:nvSpPr>
          <p:cNvPr id="15" name="Text 13"/>
          <p:cNvSpPr txBox="1"/>
          <p:nvPr/>
        </p:nvSpPr>
        <p:spPr>
          <a:xfrm>
            <a:off x="1005840" y="3017520"/>
            <a:ext cx="2331720" cy="960120"/>
          </a:xfrm>
          <a:prstGeom prst="rect">
            <a:avLst/>
          </a:prstGeom>
          <a:noFill/>
          <a:ln/>
        </p:spPr>
        <p:txBody>
          <a:bodyPr wrap="square" lIns="381" tIns="381" rIns="381" bIns="381" rtlCol="0" anchor="t">
            <a:normAutofit/>
          </a:bodyPr>
          <a:lstStyle/>
          <a:p>
            <a:pPr marL="0" indent="0" algn="l">
              <a:buNone/>
            </a:pPr>
            <a:r>
              <a:rPr lang="en-US" sz="2200" b="1" dirty="0">
                <a:solidFill>
                  <a:srgbClr val="A4F5E8"/>
                </a:solidFill>
                <a:latin typeface="Noto Sans" pitchFamily="34" charset="0"/>
                <a:ea typeface="Noto Sans" pitchFamily="34" charset="-122"/>
                <a:cs typeface="Noto Sans" pitchFamily="34" charset="-120"/>
              </a:rPr>
              <a:t>MD_Parola</a:t>
            </a:r>
            <a:endParaRPr lang="en-US" sz="2200" dirty="0"/>
          </a:p>
          <a:p>
            <a:pPr marL="0" indent="0" algn="l">
              <a:buNone/>
            </a:pPr>
            <a:r>
              <a:rPr lang="en-US" sz="2200" b="1" dirty="0">
                <a:solidFill>
                  <a:srgbClr val="A4F5E8"/>
                </a:solidFill>
                <a:latin typeface="Noto Sans" pitchFamily="34" charset="0"/>
                <a:ea typeface="Noto Sans" pitchFamily="34" charset="-122"/>
                <a:cs typeface="Noto Sans" pitchFamily="34" charset="-120"/>
              </a:rPr>
              <a:t>MD_MAX72XX</a:t>
            </a:r>
            <a:endParaRPr lang="en-US" sz="2200" dirty="0"/>
          </a:p>
        </p:txBody>
      </p:sp>
      <p:sp>
        <p:nvSpPr>
          <p:cNvPr id="16" name="Text 14"/>
          <p:cNvSpPr txBox="1"/>
          <p:nvPr/>
        </p:nvSpPr>
        <p:spPr>
          <a:xfrm>
            <a:off x="1005840" y="4416552"/>
            <a:ext cx="2423160" cy="822960"/>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MD_Parola mengatur tampilan teks dan animasi melalui fungsi siap pakai.</a:t>
            </a:r>
            <a:endParaRPr lang="en-US" sz="1200" dirty="0"/>
          </a:p>
        </p:txBody>
      </p:sp>
      <p:sp>
        <p:nvSpPr>
          <p:cNvPr id="17" name="Shape 15"/>
          <p:cNvSpPr/>
          <p:nvPr/>
        </p:nvSpPr>
        <p:spPr>
          <a:xfrm>
            <a:off x="4160520" y="1691640"/>
            <a:ext cx="7269480" cy="676656"/>
          </a:xfrm>
          <a:prstGeom prst="roundRect">
            <a:avLst>
              <a:gd name="adj" fmla="val 16216"/>
            </a:avLst>
          </a:prstGeom>
          <a:solidFill>
            <a:srgbClr val="19263D"/>
          </a:solidFill>
          <a:ln w="10160">
            <a:solidFill>
              <a:srgbClr val="2A3A54"/>
            </a:solidFill>
            <a:prstDash val="solid"/>
          </a:ln>
        </p:spPr>
      </p:sp>
      <p:sp>
        <p:nvSpPr>
          <p:cNvPr id="18" name="Text 16"/>
          <p:cNvSpPr txBox="1"/>
          <p:nvPr/>
        </p:nvSpPr>
        <p:spPr>
          <a:xfrm>
            <a:off x="4407408" y="1819656"/>
            <a:ext cx="1920240" cy="292608"/>
          </a:xfrm>
          <a:prstGeom prst="rect">
            <a:avLst/>
          </a:prstGeom>
          <a:noFill/>
          <a:ln/>
        </p:spPr>
        <p:txBody>
          <a:bodyPr wrap="square" lIns="381" tIns="381" rIns="381" bIns="381" rtlCol="0" anchor="ctr">
            <a:normAutofit/>
          </a:bodyPr>
          <a:lstStyle/>
          <a:p>
            <a:pPr marL="0" indent="0" algn="l">
              <a:buNone/>
            </a:pPr>
            <a:r>
              <a:rPr lang="en-US" sz="1200" b="1" dirty="0">
                <a:solidFill>
                  <a:srgbClr val="42E0CB"/>
                </a:solidFill>
                <a:latin typeface="DejaVu Sans Mono" pitchFamily="34" charset="0"/>
                <a:ea typeface="DejaVu Sans Mono" pitchFamily="34" charset="-122"/>
                <a:cs typeface="DejaVu Sans Mono" pitchFamily="34" charset="-120"/>
              </a:rPr>
              <a:t>begin()</a:t>
            </a:r>
            <a:endParaRPr lang="en-US" sz="1200" dirty="0"/>
          </a:p>
        </p:txBody>
      </p:sp>
      <p:sp>
        <p:nvSpPr>
          <p:cNvPr id="19" name="Text 17"/>
          <p:cNvSpPr txBox="1"/>
          <p:nvPr/>
        </p:nvSpPr>
        <p:spPr>
          <a:xfrm>
            <a:off x="6492240" y="1801368"/>
            <a:ext cx="4572000" cy="411480"/>
          </a:xfrm>
          <a:prstGeom prst="rect">
            <a:avLst/>
          </a:prstGeom>
          <a:noFill/>
          <a:ln/>
        </p:spPr>
        <p:txBody>
          <a:bodyPr wrap="square" lIns="381" tIns="381" rIns="381" bIns="381" rtlCol="0" anchor="ctr">
            <a:normAutofit/>
          </a:bodyPr>
          <a:lstStyle/>
          <a:p>
            <a:pPr marL="0" indent="0" algn="l">
              <a:buNone/>
            </a:pPr>
            <a:r>
              <a:rPr lang="en-US" sz="1200" dirty="0">
                <a:solidFill>
                  <a:srgbClr val="F3F7FC"/>
                </a:solidFill>
                <a:latin typeface="Noto Sans" pitchFamily="34" charset="0"/>
                <a:ea typeface="Noto Sans" pitchFamily="34" charset="-122"/>
                <a:cs typeface="Noto Sans" pitchFamily="34" charset="-120"/>
              </a:rPr>
              <a:t>Memulai tampilan</a:t>
            </a:r>
            <a:endParaRPr lang="en-US" sz="1200" dirty="0"/>
          </a:p>
        </p:txBody>
      </p:sp>
      <p:sp>
        <p:nvSpPr>
          <p:cNvPr id="20" name="Shape 18"/>
          <p:cNvSpPr/>
          <p:nvPr/>
        </p:nvSpPr>
        <p:spPr>
          <a:xfrm>
            <a:off x="4160520" y="2523744"/>
            <a:ext cx="7269480" cy="676656"/>
          </a:xfrm>
          <a:prstGeom prst="roundRect">
            <a:avLst>
              <a:gd name="adj" fmla="val 16216"/>
            </a:avLst>
          </a:prstGeom>
          <a:solidFill>
            <a:srgbClr val="19263D"/>
          </a:solidFill>
          <a:ln w="10160">
            <a:solidFill>
              <a:srgbClr val="2A3A54"/>
            </a:solidFill>
            <a:prstDash val="solid"/>
          </a:ln>
        </p:spPr>
      </p:sp>
      <p:sp>
        <p:nvSpPr>
          <p:cNvPr id="21" name="Text 19"/>
          <p:cNvSpPr txBox="1"/>
          <p:nvPr/>
        </p:nvSpPr>
        <p:spPr>
          <a:xfrm>
            <a:off x="4407408" y="2651760"/>
            <a:ext cx="1920240" cy="292608"/>
          </a:xfrm>
          <a:prstGeom prst="rect">
            <a:avLst/>
          </a:prstGeom>
          <a:noFill/>
          <a:ln/>
        </p:spPr>
        <p:txBody>
          <a:bodyPr wrap="square" lIns="381" tIns="381" rIns="381" bIns="381" rtlCol="0" anchor="ctr">
            <a:normAutofit/>
          </a:bodyPr>
          <a:lstStyle/>
          <a:p>
            <a:pPr marL="0" indent="0" algn="l">
              <a:buNone/>
            </a:pPr>
            <a:r>
              <a:rPr lang="en-US" sz="1200" b="1" dirty="0">
                <a:solidFill>
                  <a:srgbClr val="FFB45E"/>
                </a:solidFill>
                <a:latin typeface="DejaVu Sans Mono" pitchFamily="34" charset="0"/>
                <a:ea typeface="DejaVu Sans Mono" pitchFamily="34" charset="-122"/>
                <a:cs typeface="DejaVu Sans Mono" pitchFamily="34" charset="-120"/>
              </a:rPr>
              <a:t>setIntensity(n)</a:t>
            </a:r>
            <a:endParaRPr lang="en-US" sz="1200" dirty="0"/>
          </a:p>
        </p:txBody>
      </p:sp>
      <p:sp>
        <p:nvSpPr>
          <p:cNvPr id="22" name="Text 20"/>
          <p:cNvSpPr txBox="1"/>
          <p:nvPr/>
        </p:nvSpPr>
        <p:spPr>
          <a:xfrm>
            <a:off x="6492240" y="2633472"/>
            <a:ext cx="4572000" cy="411480"/>
          </a:xfrm>
          <a:prstGeom prst="rect">
            <a:avLst/>
          </a:prstGeom>
          <a:noFill/>
          <a:ln/>
        </p:spPr>
        <p:txBody>
          <a:bodyPr wrap="square" lIns="381" tIns="381" rIns="381" bIns="381" rtlCol="0" anchor="ctr">
            <a:normAutofit/>
          </a:bodyPr>
          <a:lstStyle/>
          <a:p>
            <a:pPr marL="0" indent="0" algn="l">
              <a:buNone/>
            </a:pPr>
            <a:r>
              <a:rPr lang="en-US" sz="1200" dirty="0">
                <a:solidFill>
                  <a:srgbClr val="F3F7FC"/>
                </a:solidFill>
                <a:latin typeface="Noto Sans" pitchFamily="34" charset="0"/>
                <a:ea typeface="Noto Sans" pitchFamily="34" charset="-122"/>
                <a:cs typeface="Noto Sans" pitchFamily="34" charset="-120"/>
              </a:rPr>
              <a:t>Mengatur kecerahan, 0–15</a:t>
            </a:r>
            <a:endParaRPr lang="en-US" sz="1200" dirty="0"/>
          </a:p>
        </p:txBody>
      </p:sp>
      <p:sp>
        <p:nvSpPr>
          <p:cNvPr id="23" name="Shape 21"/>
          <p:cNvSpPr/>
          <p:nvPr/>
        </p:nvSpPr>
        <p:spPr>
          <a:xfrm>
            <a:off x="4160520" y="3355848"/>
            <a:ext cx="7269480" cy="676656"/>
          </a:xfrm>
          <a:prstGeom prst="roundRect">
            <a:avLst>
              <a:gd name="adj" fmla="val 16216"/>
            </a:avLst>
          </a:prstGeom>
          <a:solidFill>
            <a:srgbClr val="19263D"/>
          </a:solidFill>
          <a:ln w="10160">
            <a:solidFill>
              <a:srgbClr val="2A3A54"/>
            </a:solidFill>
            <a:prstDash val="solid"/>
          </a:ln>
        </p:spPr>
      </p:sp>
      <p:sp>
        <p:nvSpPr>
          <p:cNvPr id="24" name="Text 22"/>
          <p:cNvSpPr txBox="1"/>
          <p:nvPr/>
        </p:nvSpPr>
        <p:spPr>
          <a:xfrm>
            <a:off x="4407408" y="3483864"/>
            <a:ext cx="1920240" cy="292608"/>
          </a:xfrm>
          <a:prstGeom prst="rect">
            <a:avLst/>
          </a:prstGeom>
          <a:noFill/>
          <a:ln/>
        </p:spPr>
        <p:txBody>
          <a:bodyPr wrap="square" lIns="381" tIns="381" rIns="381" bIns="381" rtlCol="0" anchor="ctr">
            <a:normAutofit/>
          </a:bodyPr>
          <a:lstStyle/>
          <a:p>
            <a:pPr marL="0" indent="0" algn="l">
              <a:buNone/>
            </a:pPr>
            <a:r>
              <a:rPr lang="en-US" sz="1200" b="1" dirty="0">
                <a:solidFill>
                  <a:srgbClr val="8FE3A1"/>
                </a:solidFill>
                <a:latin typeface="DejaVu Sans Mono" pitchFamily="34" charset="0"/>
                <a:ea typeface="DejaVu Sans Mono" pitchFamily="34" charset="-122"/>
                <a:cs typeface="DejaVu Sans Mono" pitchFamily="34" charset="-120"/>
              </a:rPr>
              <a:t>displayText(...)</a:t>
            </a:r>
            <a:endParaRPr lang="en-US" sz="1200" dirty="0"/>
          </a:p>
        </p:txBody>
      </p:sp>
      <p:sp>
        <p:nvSpPr>
          <p:cNvPr id="25" name="Text 23"/>
          <p:cNvSpPr txBox="1"/>
          <p:nvPr/>
        </p:nvSpPr>
        <p:spPr>
          <a:xfrm>
            <a:off x="6492240" y="3465576"/>
            <a:ext cx="4572000" cy="411480"/>
          </a:xfrm>
          <a:prstGeom prst="rect">
            <a:avLst/>
          </a:prstGeom>
          <a:noFill/>
          <a:ln/>
        </p:spPr>
        <p:txBody>
          <a:bodyPr wrap="square" lIns="381" tIns="381" rIns="381" bIns="381" rtlCol="0" anchor="ctr">
            <a:normAutofit/>
          </a:bodyPr>
          <a:lstStyle/>
          <a:p>
            <a:pPr marL="0" indent="0" algn="l">
              <a:buNone/>
            </a:pPr>
            <a:r>
              <a:rPr lang="en-US" sz="1200" dirty="0">
                <a:solidFill>
                  <a:srgbClr val="F3F7FC"/>
                </a:solidFill>
                <a:latin typeface="Noto Sans" pitchFamily="34" charset="0"/>
                <a:ea typeface="Noto Sans" pitchFamily="34" charset="-122"/>
                <a:cs typeface="Noto Sans" pitchFamily="34" charset="-120"/>
              </a:rPr>
              <a:t>Menentukan teks, posisi, speed, pause, dan efek</a:t>
            </a:r>
            <a:endParaRPr lang="en-US" sz="1200" dirty="0"/>
          </a:p>
        </p:txBody>
      </p:sp>
      <p:sp>
        <p:nvSpPr>
          <p:cNvPr id="26" name="Shape 24"/>
          <p:cNvSpPr/>
          <p:nvPr/>
        </p:nvSpPr>
        <p:spPr>
          <a:xfrm>
            <a:off x="4160520" y="4187952"/>
            <a:ext cx="7269480" cy="676656"/>
          </a:xfrm>
          <a:prstGeom prst="roundRect">
            <a:avLst>
              <a:gd name="adj" fmla="val 16216"/>
            </a:avLst>
          </a:prstGeom>
          <a:solidFill>
            <a:srgbClr val="19263D"/>
          </a:solidFill>
          <a:ln w="10160">
            <a:solidFill>
              <a:srgbClr val="2A3A54"/>
            </a:solidFill>
            <a:prstDash val="solid"/>
          </a:ln>
        </p:spPr>
      </p:sp>
      <p:sp>
        <p:nvSpPr>
          <p:cNvPr id="27" name="Text 25"/>
          <p:cNvSpPr txBox="1"/>
          <p:nvPr/>
        </p:nvSpPr>
        <p:spPr>
          <a:xfrm>
            <a:off x="4407408" y="4315968"/>
            <a:ext cx="1920240" cy="292608"/>
          </a:xfrm>
          <a:prstGeom prst="rect">
            <a:avLst/>
          </a:prstGeom>
          <a:noFill/>
          <a:ln/>
        </p:spPr>
        <p:txBody>
          <a:bodyPr wrap="square" lIns="381" tIns="381" rIns="381" bIns="381" rtlCol="0" anchor="ctr">
            <a:normAutofit/>
          </a:bodyPr>
          <a:lstStyle/>
          <a:p>
            <a:pPr marL="0" indent="0" algn="l">
              <a:buNone/>
            </a:pPr>
            <a:r>
              <a:rPr lang="en-US" sz="1200" b="1" dirty="0">
                <a:solidFill>
                  <a:srgbClr val="F4D66E"/>
                </a:solidFill>
                <a:latin typeface="DejaVu Sans Mono" pitchFamily="34" charset="0"/>
                <a:ea typeface="DejaVu Sans Mono" pitchFamily="34" charset="-122"/>
                <a:cs typeface="DejaVu Sans Mono" pitchFamily="34" charset="-120"/>
              </a:rPr>
              <a:t>displayAnimate()</a:t>
            </a:r>
            <a:endParaRPr lang="en-US" sz="1200" dirty="0"/>
          </a:p>
        </p:txBody>
      </p:sp>
      <p:sp>
        <p:nvSpPr>
          <p:cNvPr id="28" name="Text 26"/>
          <p:cNvSpPr txBox="1"/>
          <p:nvPr/>
        </p:nvSpPr>
        <p:spPr>
          <a:xfrm>
            <a:off x="6492240" y="4297680"/>
            <a:ext cx="4572000" cy="411480"/>
          </a:xfrm>
          <a:prstGeom prst="rect">
            <a:avLst/>
          </a:prstGeom>
          <a:noFill/>
          <a:ln/>
        </p:spPr>
        <p:txBody>
          <a:bodyPr wrap="square" lIns="381" tIns="381" rIns="381" bIns="381" rtlCol="0" anchor="ctr">
            <a:normAutofit/>
          </a:bodyPr>
          <a:lstStyle/>
          <a:p>
            <a:pPr marL="0" indent="0" algn="l">
              <a:buNone/>
            </a:pPr>
            <a:r>
              <a:rPr lang="en-US" sz="1200" dirty="0">
                <a:solidFill>
                  <a:srgbClr val="F3F7FC"/>
                </a:solidFill>
                <a:latin typeface="Noto Sans" pitchFamily="34" charset="0"/>
                <a:ea typeface="Noto Sans" pitchFamily="34" charset="-122"/>
                <a:cs typeface="Noto Sans" pitchFamily="34" charset="-120"/>
              </a:rPr>
              <a:t>Menjalankan animasi; true saat satu putaran selesai</a:t>
            </a:r>
            <a:endParaRPr lang="en-US" sz="1200" dirty="0"/>
          </a:p>
        </p:txBody>
      </p:sp>
      <p:sp>
        <p:nvSpPr>
          <p:cNvPr id="29" name="Shape 27"/>
          <p:cNvSpPr/>
          <p:nvPr/>
        </p:nvSpPr>
        <p:spPr>
          <a:xfrm>
            <a:off x="4160520" y="5020056"/>
            <a:ext cx="7269480" cy="676656"/>
          </a:xfrm>
          <a:prstGeom prst="roundRect">
            <a:avLst>
              <a:gd name="adj" fmla="val 16216"/>
            </a:avLst>
          </a:prstGeom>
          <a:solidFill>
            <a:srgbClr val="19263D"/>
          </a:solidFill>
          <a:ln w="10160">
            <a:solidFill>
              <a:srgbClr val="2A3A54"/>
            </a:solidFill>
            <a:prstDash val="solid"/>
          </a:ln>
        </p:spPr>
      </p:sp>
      <p:sp>
        <p:nvSpPr>
          <p:cNvPr id="30" name="Text 28"/>
          <p:cNvSpPr txBox="1"/>
          <p:nvPr/>
        </p:nvSpPr>
        <p:spPr>
          <a:xfrm>
            <a:off x="4407408" y="5148072"/>
            <a:ext cx="1920240" cy="292608"/>
          </a:xfrm>
          <a:prstGeom prst="rect">
            <a:avLst/>
          </a:prstGeom>
          <a:noFill/>
          <a:ln/>
        </p:spPr>
        <p:txBody>
          <a:bodyPr wrap="square" lIns="381" tIns="381" rIns="381" bIns="381" rtlCol="0" anchor="ctr">
            <a:normAutofit/>
          </a:bodyPr>
          <a:lstStyle/>
          <a:p>
            <a:pPr marL="0" indent="0" algn="l">
              <a:buNone/>
            </a:pPr>
            <a:r>
              <a:rPr lang="en-US" sz="1200" b="1" dirty="0">
                <a:solidFill>
                  <a:srgbClr val="A4F5E8"/>
                </a:solidFill>
                <a:latin typeface="DejaVu Sans Mono" pitchFamily="34" charset="0"/>
                <a:ea typeface="DejaVu Sans Mono" pitchFamily="34" charset="-122"/>
                <a:cs typeface="DejaVu Sans Mono" pitchFamily="34" charset="-120"/>
              </a:rPr>
              <a:t>displayReset()</a:t>
            </a:r>
            <a:endParaRPr lang="en-US" sz="1200" dirty="0"/>
          </a:p>
        </p:txBody>
      </p:sp>
      <p:sp>
        <p:nvSpPr>
          <p:cNvPr id="31" name="Text 29"/>
          <p:cNvSpPr txBox="1"/>
          <p:nvPr/>
        </p:nvSpPr>
        <p:spPr>
          <a:xfrm>
            <a:off x="6492240" y="5129784"/>
            <a:ext cx="4572000" cy="411480"/>
          </a:xfrm>
          <a:prstGeom prst="rect">
            <a:avLst/>
          </a:prstGeom>
          <a:noFill/>
          <a:ln/>
        </p:spPr>
        <p:txBody>
          <a:bodyPr wrap="square" lIns="381" tIns="381" rIns="381" bIns="381" rtlCol="0" anchor="ctr">
            <a:normAutofit/>
          </a:bodyPr>
          <a:lstStyle/>
          <a:p>
            <a:pPr marL="0" indent="0" algn="l">
              <a:buNone/>
            </a:pPr>
            <a:r>
              <a:rPr lang="en-US" sz="1200" dirty="0">
                <a:solidFill>
                  <a:srgbClr val="F3F7FC"/>
                </a:solidFill>
                <a:latin typeface="Noto Sans" pitchFamily="34" charset="0"/>
                <a:ea typeface="Noto Sans" pitchFamily="34" charset="-122"/>
                <a:cs typeface="Noto Sans" pitchFamily="34" charset="-120"/>
              </a:rPr>
              <a:t>Mengulang animasi dari awal</a:t>
            </a:r>
            <a:endParaRPr lang="en-US" sz="1200" dirty="0"/>
          </a:p>
        </p:txBody>
      </p:sp>
      <p:sp>
        <p:nvSpPr>
          <p:cNvPr id="32"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KODE • DEMONSTRASI</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Program running text dasar</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Contoh pada modul: menampilkan “SMA NEGERI COLOMADU” dan mengulang animasi.</a:t>
            </a:r>
            <a:endParaRPr lang="en-US" sz="1100" dirty="0"/>
          </a:p>
        </p:txBody>
      </p:sp>
      <p:sp>
        <p:nvSpPr>
          <p:cNvPr id="11" name="Shape 9"/>
          <p:cNvSpPr/>
          <p:nvPr/>
        </p:nvSpPr>
        <p:spPr>
          <a:xfrm>
            <a:off x="731520" y="1572768"/>
            <a:ext cx="6446520" cy="4526280"/>
          </a:xfrm>
          <a:prstGeom prst="roundRect">
            <a:avLst>
              <a:gd name="adj" fmla="val 2424"/>
            </a:avLst>
          </a:prstGeom>
          <a:solidFill>
            <a:srgbClr val="070D17"/>
          </a:solidFill>
          <a:ln w="13970">
            <a:solidFill>
              <a:srgbClr val="31465C"/>
            </a:solidFill>
            <a:prstDash val="solid"/>
          </a:ln>
        </p:spPr>
      </p:sp>
      <p:sp>
        <p:nvSpPr>
          <p:cNvPr id="12" name="Text 10"/>
          <p:cNvSpPr txBox="1"/>
          <p:nvPr/>
        </p:nvSpPr>
        <p:spPr>
          <a:xfrm>
            <a:off x="960120" y="1783080"/>
            <a:ext cx="5989320" cy="4133088"/>
          </a:xfrm>
          <a:prstGeom prst="rect">
            <a:avLst/>
          </a:prstGeom>
          <a:noFill/>
          <a:ln/>
        </p:spPr>
        <p:txBody>
          <a:bodyPr wrap="square" lIns="254" tIns="254" rIns="254" bIns="254" rtlCol="0" anchor="t">
            <a:normAutofit/>
          </a:bodyPr>
          <a:lstStyle/>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#include &lt;MD_Parola.h&gt;</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#include &lt;MD_MAX72xx.h&gt;</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#include &lt;SPI.h&gt;</a:t>
            </a:r>
            <a:endParaRPr lang="en-US" sz="1050" dirty="0"/>
          </a:p>
          <a:p>
            <a:pPr marL="0" indent="0" algn="l">
              <a:buNone/>
            </a:pP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#define HARDWARE_TYPE MD_MAX72XX::FC16_HW</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#define MAX_DEVICES 4</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#define CS_PIN 10</a:t>
            </a:r>
            <a:endParaRPr lang="en-US" sz="1050" dirty="0"/>
          </a:p>
          <a:p>
            <a:pPr marL="0" indent="0" algn="l">
              <a:buNone/>
            </a:pP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MD_Parola layar(HARDWARE_TYPE, CS_PIN, MAX_DEVICES);</a:t>
            </a:r>
            <a:endParaRPr lang="en-US" sz="1050" dirty="0"/>
          </a:p>
          <a:p>
            <a:pPr marL="0" indent="0" algn="l">
              <a:buNone/>
            </a:pP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void setup() {</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  layar.begin();</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  layar.setIntensity(5);</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  layar.displayText("SMA NEGERI COLOMADU", PA_CENTER, 100, 0,</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                    PA_SCROLL_LEFT, PA_SCROLL_LEFT);</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a:t>
            </a:r>
            <a:endParaRPr lang="en-US" sz="1050" dirty="0"/>
          </a:p>
          <a:p>
            <a:pPr marL="0" indent="0" algn="l">
              <a:buNone/>
            </a:pP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void loop() {</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  if (layar.displayAnimate()) layar.displayReset();</a:t>
            </a:r>
            <a:endParaRPr lang="en-US" sz="1050" dirty="0"/>
          </a:p>
          <a:p>
            <a:pPr marL="0" indent="0" algn="l">
              <a:buNone/>
            </a:pPr>
            <a:r>
              <a:rPr lang="en-US" sz="1050" dirty="0">
                <a:solidFill>
                  <a:srgbClr val="D7E8F5"/>
                </a:solidFill>
                <a:latin typeface="DejaVu Sans Mono" pitchFamily="34" charset="0"/>
                <a:ea typeface="DejaVu Sans Mono" pitchFamily="34" charset="-122"/>
                <a:cs typeface="DejaVu Sans Mono" pitchFamily="34" charset="-120"/>
              </a:rPr>
              <a:t>}</a:t>
            </a:r>
            <a:endParaRPr lang="en-US" sz="1050" dirty="0"/>
          </a:p>
        </p:txBody>
      </p:sp>
      <p:sp>
        <p:nvSpPr>
          <p:cNvPr id="13" name="Shape 11"/>
          <p:cNvSpPr/>
          <p:nvPr/>
        </p:nvSpPr>
        <p:spPr>
          <a:xfrm>
            <a:off x="7498080" y="1746504"/>
            <a:ext cx="3867912" cy="1097280"/>
          </a:xfrm>
          <a:prstGeom prst="roundRect">
            <a:avLst>
              <a:gd name="adj" fmla="val 10000"/>
            </a:avLst>
          </a:prstGeom>
          <a:solidFill>
            <a:srgbClr val="131E33"/>
          </a:solidFill>
          <a:ln w="10160">
            <a:solidFill>
              <a:srgbClr val="42E0CB"/>
            </a:solidFill>
            <a:prstDash val="solid"/>
          </a:ln>
        </p:spPr>
      </p:sp>
      <p:sp>
        <p:nvSpPr>
          <p:cNvPr id="14" name="Text 12"/>
          <p:cNvSpPr txBox="1"/>
          <p:nvPr/>
        </p:nvSpPr>
        <p:spPr>
          <a:xfrm>
            <a:off x="7726680" y="1947672"/>
            <a:ext cx="411480" cy="411480"/>
          </a:xfrm>
          <a:prstGeom prst="rect">
            <a:avLst/>
          </a:prstGeom>
          <a:noFill/>
          <a:ln/>
        </p:spPr>
        <p:txBody>
          <a:bodyPr wrap="square" lIns="381" tIns="381" rIns="381" bIns="381" rtlCol="0" anchor="ctr">
            <a:normAutofit/>
          </a:bodyPr>
          <a:lstStyle/>
          <a:p>
            <a:pPr marL="0" indent="0" algn="l">
              <a:buNone/>
            </a:pPr>
            <a:r>
              <a:rPr lang="en-US" sz="2500" b="1" dirty="0">
                <a:solidFill>
                  <a:srgbClr val="42E0CB"/>
                </a:solidFill>
                <a:latin typeface="Noto Sans" pitchFamily="34" charset="0"/>
                <a:ea typeface="Noto Sans" pitchFamily="34" charset="-122"/>
                <a:cs typeface="Noto Sans" pitchFamily="34" charset="-120"/>
              </a:rPr>
              <a:t>1</a:t>
            </a:r>
            <a:endParaRPr lang="en-US" sz="2500" dirty="0"/>
          </a:p>
        </p:txBody>
      </p:sp>
      <p:sp>
        <p:nvSpPr>
          <p:cNvPr id="15" name="Text 13"/>
          <p:cNvSpPr txBox="1"/>
          <p:nvPr/>
        </p:nvSpPr>
        <p:spPr>
          <a:xfrm>
            <a:off x="8229600" y="1911096"/>
            <a:ext cx="2651760" cy="292608"/>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Inisialisasi</a:t>
            </a:r>
            <a:endParaRPr lang="en-US" sz="1500" dirty="0"/>
          </a:p>
        </p:txBody>
      </p:sp>
      <p:sp>
        <p:nvSpPr>
          <p:cNvPr id="16" name="Text 14"/>
          <p:cNvSpPr txBox="1"/>
          <p:nvPr/>
        </p:nvSpPr>
        <p:spPr>
          <a:xfrm>
            <a:off x="8229600" y="2267712"/>
            <a:ext cx="2697480" cy="393192"/>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Library, jenis hardware, jumlah modul, dan pin CS.</a:t>
            </a:r>
            <a:endParaRPr lang="en-US" sz="1050" dirty="0"/>
          </a:p>
        </p:txBody>
      </p:sp>
      <p:sp>
        <p:nvSpPr>
          <p:cNvPr id="17" name="Shape 15"/>
          <p:cNvSpPr/>
          <p:nvPr/>
        </p:nvSpPr>
        <p:spPr>
          <a:xfrm>
            <a:off x="7498080" y="3072384"/>
            <a:ext cx="3867912" cy="1097280"/>
          </a:xfrm>
          <a:prstGeom prst="roundRect">
            <a:avLst>
              <a:gd name="adj" fmla="val 10000"/>
            </a:avLst>
          </a:prstGeom>
          <a:solidFill>
            <a:srgbClr val="131E33"/>
          </a:solidFill>
          <a:ln w="10160">
            <a:solidFill>
              <a:srgbClr val="FFB45E"/>
            </a:solidFill>
            <a:prstDash val="solid"/>
          </a:ln>
        </p:spPr>
      </p:sp>
      <p:sp>
        <p:nvSpPr>
          <p:cNvPr id="18" name="Text 16"/>
          <p:cNvSpPr txBox="1"/>
          <p:nvPr/>
        </p:nvSpPr>
        <p:spPr>
          <a:xfrm>
            <a:off x="7726680" y="3273552"/>
            <a:ext cx="411480" cy="411480"/>
          </a:xfrm>
          <a:prstGeom prst="rect">
            <a:avLst/>
          </a:prstGeom>
          <a:noFill/>
          <a:ln/>
        </p:spPr>
        <p:txBody>
          <a:bodyPr wrap="square" lIns="381" tIns="381" rIns="381" bIns="381" rtlCol="0" anchor="ctr">
            <a:normAutofit/>
          </a:bodyPr>
          <a:lstStyle/>
          <a:p>
            <a:pPr marL="0" indent="0" algn="l">
              <a:buNone/>
            </a:pPr>
            <a:r>
              <a:rPr lang="en-US" sz="2500" b="1" dirty="0">
                <a:solidFill>
                  <a:srgbClr val="FFB45E"/>
                </a:solidFill>
                <a:latin typeface="Noto Sans" pitchFamily="34" charset="0"/>
                <a:ea typeface="Noto Sans" pitchFamily="34" charset="-122"/>
                <a:cs typeface="Noto Sans" pitchFamily="34" charset="-120"/>
              </a:rPr>
              <a:t>2</a:t>
            </a:r>
            <a:endParaRPr lang="en-US" sz="2500" dirty="0"/>
          </a:p>
        </p:txBody>
      </p:sp>
      <p:sp>
        <p:nvSpPr>
          <p:cNvPr id="19" name="Text 17"/>
          <p:cNvSpPr txBox="1"/>
          <p:nvPr/>
        </p:nvSpPr>
        <p:spPr>
          <a:xfrm>
            <a:off x="8229600" y="3236976"/>
            <a:ext cx="2651760" cy="292608"/>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Setup</a:t>
            </a:r>
            <a:endParaRPr lang="en-US" sz="1500" dirty="0"/>
          </a:p>
        </p:txBody>
      </p:sp>
      <p:sp>
        <p:nvSpPr>
          <p:cNvPr id="20" name="Text 18"/>
          <p:cNvSpPr txBox="1"/>
          <p:nvPr/>
        </p:nvSpPr>
        <p:spPr>
          <a:xfrm>
            <a:off x="8229600" y="3593592"/>
            <a:ext cx="2697480" cy="393192"/>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Mulai tampilan, atur kecerahan, tentukan teks dan efek.</a:t>
            </a:r>
            <a:endParaRPr lang="en-US" sz="1050" dirty="0"/>
          </a:p>
        </p:txBody>
      </p:sp>
      <p:sp>
        <p:nvSpPr>
          <p:cNvPr id="21" name="Shape 19"/>
          <p:cNvSpPr/>
          <p:nvPr/>
        </p:nvSpPr>
        <p:spPr>
          <a:xfrm>
            <a:off x="7498080" y="4398264"/>
            <a:ext cx="3867912" cy="1097280"/>
          </a:xfrm>
          <a:prstGeom prst="roundRect">
            <a:avLst>
              <a:gd name="adj" fmla="val 10000"/>
            </a:avLst>
          </a:prstGeom>
          <a:solidFill>
            <a:srgbClr val="131E33"/>
          </a:solidFill>
          <a:ln w="10160">
            <a:solidFill>
              <a:srgbClr val="8FE3A1"/>
            </a:solidFill>
            <a:prstDash val="solid"/>
          </a:ln>
        </p:spPr>
      </p:sp>
      <p:sp>
        <p:nvSpPr>
          <p:cNvPr id="22" name="Text 20"/>
          <p:cNvSpPr txBox="1"/>
          <p:nvPr/>
        </p:nvSpPr>
        <p:spPr>
          <a:xfrm>
            <a:off x="7726680" y="4599432"/>
            <a:ext cx="411480" cy="411480"/>
          </a:xfrm>
          <a:prstGeom prst="rect">
            <a:avLst/>
          </a:prstGeom>
          <a:noFill/>
          <a:ln/>
        </p:spPr>
        <p:txBody>
          <a:bodyPr wrap="square" lIns="381" tIns="381" rIns="381" bIns="381" rtlCol="0" anchor="ctr">
            <a:normAutofit/>
          </a:bodyPr>
          <a:lstStyle/>
          <a:p>
            <a:pPr marL="0" indent="0" algn="l">
              <a:buNone/>
            </a:pPr>
            <a:r>
              <a:rPr lang="en-US" sz="2500" b="1" dirty="0">
                <a:solidFill>
                  <a:srgbClr val="8FE3A1"/>
                </a:solidFill>
                <a:latin typeface="Noto Sans" pitchFamily="34" charset="0"/>
                <a:ea typeface="Noto Sans" pitchFamily="34" charset="-122"/>
                <a:cs typeface="Noto Sans" pitchFamily="34" charset="-120"/>
              </a:rPr>
              <a:t>3</a:t>
            </a:r>
            <a:endParaRPr lang="en-US" sz="2500" dirty="0"/>
          </a:p>
        </p:txBody>
      </p:sp>
      <p:sp>
        <p:nvSpPr>
          <p:cNvPr id="23" name="Text 21"/>
          <p:cNvSpPr txBox="1"/>
          <p:nvPr/>
        </p:nvSpPr>
        <p:spPr>
          <a:xfrm>
            <a:off x="8229600" y="4562856"/>
            <a:ext cx="2651760" cy="292608"/>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Loop</a:t>
            </a:r>
            <a:endParaRPr lang="en-US" sz="1500" dirty="0"/>
          </a:p>
        </p:txBody>
      </p:sp>
      <p:sp>
        <p:nvSpPr>
          <p:cNvPr id="24" name="Text 22"/>
          <p:cNvSpPr txBox="1"/>
          <p:nvPr/>
        </p:nvSpPr>
        <p:spPr>
          <a:xfrm>
            <a:off x="8229600" y="4919472"/>
            <a:ext cx="2697480" cy="393192"/>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Jalankan animasi; reset ketika satu putaran selesai.</a:t>
            </a:r>
            <a:endParaRPr lang="en-US" sz="1050" dirty="0"/>
          </a:p>
        </p:txBody>
      </p:sp>
      <p:sp>
        <p:nvSpPr>
          <p:cNvPr id="25"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AKTIVITAS • PERTEMUAN 1</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300" b="1" dirty="0">
                <a:solidFill>
                  <a:srgbClr val="F3F7FC"/>
                </a:solidFill>
                <a:latin typeface="Noto Sans" pitchFamily="34" charset="0"/>
                <a:ea typeface="Noto Sans" pitchFamily="34" charset="-122"/>
                <a:cs typeface="Noto Sans" pitchFamily="34" charset="-120"/>
              </a:rPr>
              <a:t>Praktik A — jalankan running text pertamamu</a:t>
            </a:r>
            <a:endParaRPr lang="en-US" sz="23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Kerjakan di Wokwi dan dokumentasikan pengamatan pada LKPD Bagian A.</a:t>
            </a:r>
            <a:endParaRPr lang="en-US" sz="1100" dirty="0"/>
          </a:p>
        </p:txBody>
      </p:sp>
      <p:sp>
        <p:nvSpPr>
          <p:cNvPr id="11" name="Shape 9"/>
          <p:cNvSpPr/>
          <p:nvPr/>
        </p:nvSpPr>
        <p:spPr>
          <a:xfrm>
            <a:off x="749808" y="1719072"/>
            <a:ext cx="5074920" cy="1298448"/>
          </a:xfrm>
          <a:prstGeom prst="roundRect">
            <a:avLst>
              <a:gd name="adj" fmla="val 8451"/>
            </a:avLst>
          </a:prstGeom>
          <a:solidFill>
            <a:srgbClr val="131E33"/>
          </a:solidFill>
          <a:ln w="10160">
            <a:solidFill>
              <a:srgbClr val="42E0CB"/>
            </a:solidFill>
            <a:prstDash val="solid"/>
          </a:ln>
        </p:spPr>
      </p:sp>
      <p:sp>
        <p:nvSpPr>
          <p:cNvPr id="12" name="Text 10"/>
          <p:cNvSpPr txBox="1"/>
          <p:nvPr/>
        </p:nvSpPr>
        <p:spPr>
          <a:xfrm>
            <a:off x="960120" y="1883664"/>
            <a:ext cx="594360" cy="475488"/>
          </a:xfrm>
          <a:prstGeom prst="rect">
            <a:avLst/>
          </a:prstGeom>
          <a:noFill/>
          <a:ln/>
        </p:spPr>
        <p:txBody>
          <a:bodyPr wrap="square" lIns="381" tIns="381" rIns="381" bIns="381" rtlCol="0" anchor="ctr">
            <a:normAutofit/>
          </a:bodyPr>
          <a:lstStyle/>
          <a:p>
            <a:pPr marL="0" indent="0" algn="l">
              <a:buNone/>
            </a:pPr>
            <a:r>
              <a:rPr lang="en-US" sz="2800" b="1" dirty="0">
                <a:solidFill>
                  <a:srgbClr val="42E0CB"/>
                </a:solidFill>
                <a:latin typeface="Noto Sans" pitchFamily="34" charset="0"/>
                <a:ea typeface="Noto Sans" pitchFamily="34" charset="-122"/>
                <a:cs typeface="Noto Sans" pitchFamily="34" charset="-120"/>
              </a:rPr>
              <a:t>01</a:t>
            </a:r>
            <a:endParaRPr lang="en-US" sz="2800" dirty="0"/>
          </a:p>
        </p:txBody>
      </p:sp>
      <p:sp>
        <p:nvSpPr>
          <p:cNvPr id="13" name="Text 11"/>
          <p:cNvSpPr txBox="1"/>
          <p:nvPr/>
        </p:nvSpPr>
        <p:spPr>
          <a:xfrm>
            <a:off x="1691640" y="1883664"/>
            <a:ext cx="3566160" cy="292608"/>
          </a:xfrm>
          <a:prstGeom prst="rect">
            <a:avLst/>
          </a:prstGeom>
          <a:noFill/>
          <a:ln/>
        </p:spPr>
        <p:txBody>
          <a:bodyPr wrap="square" lIns="381" tIns="381" rIns="381" bIns="381" rtlCol="0" anchor="ctr">
            <a:normAutofit/>
          </a:bodyPr>
          <a:lstStyle/>
          <a:p>
            <a:pPr marL="0" indent="0" algn="l">
              <a:buNone/>
            </a:pPr>
            <a:r>
              <a:rPr lang="en-US" sz="1600" b="1" dirty="0">
                <a:solidFill>
                  <a:srgbClr val="F3F7FC"/>
                </a:solidFill>
                <a:latin typeface="Noto Sans" pitchFamily="34" charset="0"/>
                <a:ea typeface="Noto Sans" pitchFamily="34" charset="-122"/>
                <a:cs typeface="Noto Sans" pitchFamily="34" charset="-120"/>
              </a:rPr>
              <a:t>Susun</a:t>
            </a:r>
            <a:endParaRPr lang="en-US" sz="1600" dirty="0"/>
          </a:p>
        </p:txBody>
      </p:sp>
      <p:sp>
        <p:nvSpPr>
          <p:cNvPr id="14" name="Text 12"/>
          <p:cNvSpPr txBox="1"/>
          <p:nvPr/>
        </p:nvSpPr>
        <p:spPr>
          <a:xfrm>
            <a:off x="1691640" y="2249424"/>
            <a:ext cx="3794760" cy="512064"/>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Tambahkan Arduino Uno dan 4 modul LED Matrix 8×8.</a:t>
            </a:r>
            <a:endParaRPr lang="en-US" sz="1200" dirty="0"/>
          </a:p>
        </p:txBody>
      </p:sp>
      <p:sp>
        <p:nvSpPr>
          <p:cNvPr id="15" name="Shape 13"/>
          <p:cNvSpPr/>
          <p:nvPr/>
        </p:nvSpPr>
        <p:spPr>
          <a:xfrm>
            <a:off x="6281928" y="1719072"/>
            <a:ext cx="5074920" cy="1298448"/>
          </a:xfrm>
          <a:prstGeom prst="roundRect">
            <a:avLst>
              <a:gd name="adj" fmla="val 8451"/>
            </a:avLst>
          </a:prstGeom>
          <a:solidFill>
            <a:srgbClr val="131E33"/>
          </a:solidFill>
          <a:ln w="10160">
            <a:solidFill>
              <a:srgbClr val="FFB45E"/>
            </a:solidFill>
            <a:prstDash val="solid"/>
          </a:ln>
        </p:spPr>
      </p:sp>
      <p:sp>
        <p:nvSpPr>
          <p:cNvPr id="16" name="Text 14"/>
          <p:cNvSpPr txBox="1"/>
          <p:nvPr/>
        </p:nvSpPr>
        <p:spPr>
          <a:xfrm>
            <a:off x="6492240" y="1883664"/>
            <a:ext cx="594360" cy="475488"/>
          </a:xfrm>
          <a:prstGeom prst="rect">
            <a:avLst/>
          </a:prstGeom>
          <a:noFill/>
          <a:ln/>
        </p:spPr>
        <p:txBody>
          <a:bodyPr wrap="square" lIns="381" tIns="381" rIns="381" bIns="381" rtlCol="0" anchor="ctr">
            <a:normAutofit/>
          </a:bodyPr>
          <a:lstStyle/>
          <a:p>
            <a:pPr marL="0" indent="0" algn="l">
              <a:buNone/>
            </a:pPr>
            <a:r>
              <a:rPr lang="en-US" sz="2800" b="1" dirty="0">
                <a:solidFill>
                  <a:srgbClr val="FFB45E"/>
                </a:solidFill>
                <a:latin typeface="Noto Sans" pitchFamily="34" charset="0"/>
                <a:ea typeface="Noto Sans" pitchFamily="34" charset="-122"/>
                <a:cs typeface="Noto Sans" pitchFamily="34" charset="-120"/>
              </a:rPr>
              <a:t>02</a:t>
            </a:r>
            <a:endParaRPr lang="en-US" sz="2800" dirty="0"/>
          </a:p>
        </p:txBody>
      </p:sp>
      <p:sp>
        <p:nvSpPr>
          <p:cNvPr id="17" name="Text 15"/>
          <p:cNvSpPr txBox="1"/>
          <p:nvPr/>
        </p:nvSpPr>
        <p:spPr>
          <a:xfrm>
            <a:off x="7223760" y="1883664"/>
            <a:ext cx="3566160" cy="292608"/>
          </a:xfrm>
          <a:prstGeom prst="rect">
            <a:avLst/>
          </a:prstGeom>
          <a:noFill/>
          <a:ln/>
        </p:spPr>
        <p:txBody>
          <a:bodyPr wrap="square" lIns="381" tIns="381" rIns="381" bIns="381" rtlCol="0" anchor="ctr">
            <a:normAutofit/>
          </a:bodyPr>
          <a:lstStyle/>
          <a:p>
            <a:pPr marL="0" indent="0" algn="l">
              <a:buNone/>
            </a:pPr>
            <a:r>
              <a:rPr lang="en-US" sz="1600" b="1" dirty="0">
                <a:solidFill>
                  <a:srgbClr val="F3F7FC"/>
                </a:solidFill>
                <a:latin typeface="Noto Sans" pitchFamily="34" charset="0"/>
                <a:ea typeface="Noto Sans" pitchFamily="34" charset="-122"/>
                <a:cs typeface="Noto Sans" pitchFamily="34" charset="-120"/>
              </a:rPr>
              <a:t>Hubungkan</a:t>
            </a:r>
            <a:endParaRPr lang="en-US" sz="1600" dirty="0"/>
          </a:p>
        </p:txBody>
      </p:sp>
      <p:sp>
        <p:nvSpPr>
          <p:cNvPr id="18" name="Text 16"/>
          <p:cNvSpPr txBox="1"/>
          <p:nvPr/>
        </p:nvSpPr>
        <p:spPr>
          <a:xfrm>
            <a:off x="7223760" y="2249424"/>
            <a:ext cx="3794760" cy="512064"/>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Gunakan peta pin: DIN–11, CLK–13, CS–10; VCC–5V; GND–GND.</a:t>
            </a:r>
            <a:endParaRPr lang="en-US" sz="1200" dirty="0"/>
          </a:p>
        </p:txBody>
      </p:sp>
      <p:sp>
        <p:nvSpPr>
          <p:cNvPr id="19" name="Shape 17"/>
          <p:cNvSpPr/>
          <p:nvPr/>
        </p:nvSpPr>
        <p:spPr>
          <a:xfrm>
            <a:off x="749808" y="3319272"/>
            <a:ext cx="5074920" cy="1298448"/>
          </a:xfrm>
          <a:prstGeom prst="roundRect">
            <a:avLst>
              <a:gd name="adj" fmla="val 8451"/>
            </a:avLst>
          </a:prstGeom>
          <a:solidFill>
            <a:srgbClr val="131E33"/>
          </a:solidFill>
          <a:ln w="10160">
            <a:solidFill>
              <a:srgbClr val="8FE3A1"/>
            </a:solidFill>
            <a:prstDash val="solid"/>
          </a:ln>
        </p:spPr>
      </p:sp>
      <p:sp>
        <p:nvSpPr>
          <p:cNvPr id="20" name="Text 18"/>
          <p:cNvSpPr txBox="1"/>
          <p:nvPr/>
        </p:nvSpPr>
        <p:spPr>
          <a:xfrm>
            <a:off x="960120" y="3483864"/>
            <a:ext cx="594360" cy="475488"/>
          </a:xfrm>
          <a:prstGeom prst="rect">
            <a:avLst/>
          </a:prstGeom>
          <a:noFill/>
          <a:ln/>
        </p:spPr>
        <p:txBody>
          <a:bodyPr wrap="square" lIns="381" tIns="381" rIns="381" bIns="381" rtlCol="0" anchor="ctr">
            <a:normAutofit/>
          </a:bodyPr>
          <a:lstStyle/>
          <a:p>
            <a:pPr marL="0" indent="0" algn="l">
              <a:buNone/>
            </a:pPr>
            <a:r>
              <a:rPr lang="en-US" sz="2800" b="1" dirty="0">
                <a:solidFill>
                  <a:srgbClr val="8FE3A1"/>
                </a:solidFill>
                <a:latin typeface="Noto Sans" pitchFamily="34" charset="0"/>
                <a:ea typeface="Noto Sans" pitchFamily="34" charset="-122"/>
                <a:cs typeface="Noto Sans" pitchFamily="34" charset="-120"/>
              </a:rPr>
              <a:t>03</a:t>
            </a:r>
            <a:endParaRPr lang="en-US" sz="2800" dirty="0"/>
          </a:p>
        </p:txBody>
      </p:sp>
      <p:sp>
        <p:nvSpPr>
          <p:cNvPr id="21" name="Text 19"/>
          <p:cNvSpPr txBox="1"/>
          <p:nvPr/>
        </p:nvSpPr>
        <p:spPr>
          <a:xfrm>
            <a:off x="1691640" y="3483864"/>
            <a:ext cx="3566160" cy="292608"/>
          </a:xfrm>
          <a:prstGeom prst="rect">
            <a:avLst/>
          </a:prstGeom>
          <a:noFill/>
          <a:ln/>
        </p:spPr>
        <p:txBody>
          <a:bodyPr wrap="square" lIns="381" tIns="381" rIns="381" bIns="381" rtlCol="0" anchor="ctr">
            <a:normAutofit/>
          </a:bodyPr>
          <a:lstStyle/>
          <a:p>
            <a:pPr marL="0" indent="0" algn="l">
              <a:buNone/>
            </a:pPr>
            <a:r>
              <a:rPr lang="en-US" sz="1600" b="1" dirty="0">
                <a:solidFill>
                  <a:srgbClr val="F3F7FC"/>
                </a:solidFill>
                <a:latin typeface="Noto Sans" pitchFamily="34" charset="0"/>
                <a:ea typeface="Noto Sans" pitchFamily="34" charset="-122"/>
                <a:cs typeface="Noto Sans" pitchFamily="34" charset="-120"/>
              </a:rPr>
              <a:t>Pasang library</a:t>
            </a:r>
            <a:endParaRPr lang="en-US" sz="1600" dirty="0"/>
          </a:p>
        </p:txBody>
      </p:sp>
      <p:sp>
        <p:nvSpPr>
          <p:cNvPr id="22" name="Text 20"/>
          <p:cNvSpPr txBox="1"/>
          <p:nvPr/>
        </p:nvSpPr>
        <p:spPr>
          <a:xfrm>
            <a:off x="1691640" y="3849624"/>
            <a:ext cx="3794760" cy="512064"/>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Tambahkan MD_Parola dan MD_MAX72XX.</a:t>
            </a:r>
            <a:endParaRPr lang="en-US" sz="1200" dirty="0"/>
          </a:p>
        </p:txBody>
      </p:sp>
      <p:sp>
        <p:nvSpPr>
          <p:cNvPr id="23" name="Shape 21"/>
          <p:cNvSpPr/>
          <p:nvPr/>
        </p:nvSpPr>
        <p:spPr>
          <a:xfrm>
            <a:off x="6281928" y="3319272"/>
            <a:ext cx="5074920" cy="1298448"/>
          </a:xfrm>
          <a:prstGeom prst="roundRect">
            <a:avLst>
              <a:gd name="adj" fmla="val 8451"/>
            </a:avLst>
          </a:prstGeom>
          <a:solidFill>
            <a:srgbClr val="131E33"/>
          </a:solidFill>
          <a:ln w="10160">
            <a:solidFill>
              <a:srgbClr val="F4D66E"/>
            </a:solidFill>
            <a:prstDash val="solid"/>
          </a:ln>
        </p:spPr>
      </p:sp>
      <p:sp>
        <p:nvSpPr>
          <p:cNvPr id="24" name="Text 22"/>
          <p:cNvSpPr txBox="1"/>
          <p:nvPr/>
        </p:nvSpPr>
        <p:spPr>
          <a:xfrm>
            <a:off x="6492240" y="3483864"/>
            <a:ext cx="594360" cy="475488"/>
          </a:xfrm>
          <a:prstGeom prst="rect">
            <a:avLst/>
          </a:prstGeom>
          <a:noFill/>
          <a:ln/>
        </p:spPr>
        <p:txBody>
          <a:bodyPr wrap="square" lIns="381" tIns="381" rIns="381" bIns="381" rtlCol="0" anchor="ctr">
            <a:normAutofit/>
          </a:bodyPr>
          <a:lstStyle/>
          <a:p>
            <a:pPr marL="0" indent="0" algn="l">
              <a:buNone/>
            </a:pPr>
            <a:r>
              <a:rPr lang="en-US" sz="2800" b="1" dirty="0">
                <a:solidFill>
                  <a:srgbClr val="F4D66E"/>
                </a:solidFill>
                <a:latin typeface="Noto Sans" pitchFamily="34" charset="0"/>
                <a:ea typeface="Noto Sans" pitchFamily="34" charset="-122"/>
                <a:cs typeface="Noto Sans" pitchFamily="34" charset="-120"/>
              </a:rPr>
              <a:t>04</a:t>
            </a:r>
            <a:endParaRPr lang="en-US" sz="2800" dirty="0"/>
          </a:p>
        </p:txBody>
      </p:sp>
      <p:sp>
        <p:nvSpPr>
          <p:cNvPr id="25" name="Text 23"/>
          <p:cNvSpPr txBox="1"/>
          <p:nvPr/>
        </p:nvSpPr>
        <p:spPr>
          <a:xfrm>
            <a:off x="7223760" y="3483864"/>
            <a:ext cx="3566160" cy="292608"/>
          </a:xfrm>
          <a:prstGeom prst="rect">
            <a:avLst/>
          </a:prstGeom>
          <a:noFill/>
          <a:ln/>
        </p:spPr>
        <p:txBody>
          <a:bodyPr wrap="square" lIns="381" tIns="381" rIns="381" bIns="381" rtlCol="0" anchor="ctr">
            <a:normAutofit/>
          </a:bodyPr>
          <a:lstStyle/>
          <a:p>
            <a:pPr marL="0" indent="0" algn="l">
              <a:buNone/>
            </a:pPr>
            <a:r>
              <a:rPr lang="en-US" sz="1600" b="1" dirty="0">
                <a:solidFill>
                  <a:srgbClr val="F3F7FC"/>
                </a:solidFill>
                <a:latin typeface="Noto Sans" pitchFamily="34" charset="0"/>
                <a:ea typeface="Noto Sans" pitchFamily="34" charset="-122"/>
                <a:cs typeface="Noto Sans" pitchFamily="34" charset="-120"/>
              </a:rPr>
              <a:t>Jalankan &amp; ubah</a:t>
            </a:r>
            <a:endParaRPr lang="en-US" sz="1600" dirty="0"/>
          </a:p>
        </p:txBody>
      </p:sp>
      <p:sp>
        <p:nvSpPr>
          <p:cNvPr id="26" name="Text 24"/>
          <p:cNvSpPr txBox="1"/>
          <p:nvPr/>
        </p:nvSpPr>
        <p:spPr>
          <a:xfrm>
            <a:off x="7223760" y="3849624"/>
            <a:ext cx="3794760" cy="512064"/>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Tempel program dasar, jalankan simulasi, ganti teks menjadi namamu.</a:t>
            </a:r>
            <a:endParaRPr lang="en-US" sz="1200" dirty="0"/>
          </a:p>
        </p:txBody>
      </p:sp>
      <p:sp>
        <p:nvSpPr>
          <p:cNvPr id="27" name="Shape 25"/>
          <p:cNvSpPr/>
          <p:nvPr/>
        </p:nvSpPr>
        <p:spPr>
          <a:xfrm>
            <a:off x="749808" y="5257800"/>
            <a:ext cx="10607040" cy="658368"/>
          </a:xfrm>
          <a:prstGeom prst="roundRect">
            <a:avLst>
              <a:gd name="adj" fmla="val 16667"/>
            </a:avLst>
          </a:prstGeom>
          <a:solidFill>
            <a:srgbClr val="0C1928"/>
          </a:solidFill>
          <a:ln w="10160">
            <a:solidFill>
              <a:srgbClr val="42E0CB"/>
            </a:solidFill>
            <a:prstDash val="solid"/>
          </a:ln>
        </p:spPr>
      </p:sp>
      <p:sp>
        <p:nvSpPr>
          <p:cNvPr id="28" name="Text 26"/>
          <p:cNvSpPr txBox="1"/>
          <p:nvPr/>
        </p:nvSpPr>
        <p:spPr>
          <a:xfrm>
            <a:off x="1024128" y="5431536"/>
            <a:ext cx="10012680" cy="274320"/>
          </a:xfrm>
          <a:prstGeom prst="rect">
            <a:avLst/>
          </a:prstGeom>
          <a:noFill/>
          <a:ln/>
        </p:spPr>
        <p:txBody>
          <a:bodyPr wrap="square" lIns="381" tIns="381" rIns="381" bIns="381" rtlCol="0" anchor="ctr">
            <a:normAutofit/>
          </a:bodyPr>
          <a:lstStyle/>
          <a:p>
            <a:pPr marL="0" indent="0" algn="ctr">
              <a:buNone/>
            </a:pPr>
            <a:r>
              <a:rPr lang="en-US" sz="1300" b="1" dirty="0">
                <a:solidFill>
                  <a:srgbClr val="A4F5E8"/>
                </a:solidFill>
                <a:latin typeface="Noto Sans" pitchFamily="34" charset="0"/>
                <a:ea typeface="Noto Sans" pitchFamily="34" charset="-122"/>
                <a:cs typeface="Noto Sans" pitchFamily="34" charset="-120"/>
              </a:rPr>
              <a:t>Catat pada LKPD: teks yang ditampilkan • hasil pengamatan • sambungan pin yang sudah diperiksa</a:t>
            </a:r>
            <a:endParaRPr lang="en-US" sz="1300" dirty="0"/>
          </a:p>
        </p:txBody>
      </p:sp>
      <p:sp>
        <p:nvSpPr>
          <p:cNvPr id="29"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PJBL • TAHAP 1–2</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Rancang proyek individumu</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Pertanyaan mendasar: “Bagaimana membuat papan informasi digital untuk kelas kita?”</a:t>
            </a:r>
            <a:endParaRPr lang="en-US" sz="1100" dirty="0"/>
          </a:p>
        </p:txBody>
      </p:sp>
      <p:sp>
        <p:nvSpPr>
          <p:cNvPr id="11" name="Shape 9"/>
          <p:cNvSpPr/>
          <p:nvPr/>
        </p:nvSpPr>
        <p:spPr>
          <a:xfrm>
            <a:off x="749808" y="1664208"/>
            <a:ext cx="3794760" cy="4407408"/>
          </a:xfrm>
          <a:prstGeom prst="roundRect">
            <a:avLst>
              <a:gd name="adj" fmla="val 2892"/>
            </a:avLst>
          </a:prstGeom>
          <a:solidFill>
            <a:srgbClr val="131E33"/>
          </a:solidFill>
          <a:ln w="10160">
            <a:solidFill>
              <a:srgbClr val="42E0CB"/>
            </a:solidFill>
            <a:prstDash val="solid"/>
          </a:ln>
        </p:spPr>
      </p:sp>
      <p:sp>
        <p:nvSpPr>
          <p:cNvPr id="12" name="Text 10"/>
          <p:cNvSpPr txBox="1"/>
          <p:nvPr/>
        </p:nvSpPr>
        <p:spPr>
          <a:xfrm>
            <a:off x="1005840" y="1920240"/>
            <a:ext cx="2651760" cy="320040"/>
          </a:xfrm>
          <a:prstGeom prst="rect">
            <a:avLst/>
          </a:prstGeom>
          <a:noFill/>
          <a:ln/>
        </p:spPr>
        <p:txBody>
          <a:bodyPr wrap="square" lIns="381" tIns="381" rIns="381" bIns="381" rtlCol="0" anchor="ctr">
            <a:normAutofit/>
          </a:bodyPr>
          <a:lstStyle/>
          <a:p>
            <a:pPr marL="0" indent="0" algn="l">
              <a:buNone/>
            </a:pPr>
            <a:r>
              <a:rPr lang="en-US" sz="2000" b="1" dirty="0">
                <a:solidFill>
                  <a:srgbClr val="42E0CB"/>
                </a:solidFill>
                <a:latin typeface="Noto Sans" pitchFamily="34" charset="0"/>
                <a:ea typeface="Noto Sans" pitchFamily="34" charset="-122"/>
                <a:cs typeface="Noto Sans" pitchFamily="34" charset="-120"/>
              </a:rPr>
              <a:t>IDE PROYEK</a:t>
            </a:r>
            <a:endParaRPr lang="en-US" sz="2000" dirty="0"/>
          </a:p>
        </p:txBody>
      </p:sp>
      <p:sp>
        <p:nvSpPr>
          <p:cNvPr id="13" name="Text 11"/>
          <p:cNvSpPr txBox="1"/>
          <p:nvPr/>
        </p:nvSpPr>
        <p:spPr>
          <a:xfrm>
            <a:off x="1005840" y="2423160"/>
            <a:ext cx="3108960" cy="548640"/>
          </a:xfrm>
          <a:prstGeom prst="rect">
            <a:avLst/>
          </a:prstGeom>
          <a:noFill/>
          <a:ln/>
        </p:spPr>
        <p:txBody>
          <a:bodyPr wrap="square" lIns="381" tIns="381" rIns="381" bIns="381" rtlCol="0" anchor="ctr">
            <a:normAutofit/>
          </a:bodyPr>
          <a:lstStyle/>
          <a:p>
            <a:pPr marL="0" indent="0" algn="l">
              <a:buNone/>
            </a:pPr>
            <a:r>
              <a:rPr lang="en-US" sz="2300" b="1" dirty="0">
                <a:solidFill>
                  <a:srgbClr val="F3F7FC"/>
                </a:solidFill>
                <a:latin typeface="Noto Sans" pitchFamily="34" charset="0"/>
                <a:ea typeface="Noto Sans" pitchFamily="34" charset="-122"/>
                <a:cs typeface="Noto Sans" pitchFamily="34" charset="-120"/>
              </a:rPr>
              <a:t>Papan Informasi Digital</a:t>
            </a:r>
            <a:endParaRPr lang="en-US" sz="2300" dirty="0"/>
          </a:p>
        </p:txBody>
      </p:sp>
      <p:sp>
        <p:nvSpPr>
          <p:cNvPr id="14" name="Shape 12"/>
          <p:cNvSpPr/>
          <p:nvPr/>
        </p:nvSpPr>
        <p:spPr>
          <a:xfrm>
            <a:off x="1024128" y="3273552"/>
            <a:ext cx="3108960" cy="960120"/>
          </a:xfrm>
          <a:prstGeom prst="roundRect">
            <a:avLst>
              <a:gd name="adj" fmla="val 11429"/>
            </a:avLst>
          </a:prstGeom>
          <a:solidFill>
            <a:srgbClr val="08131D"/>
          </a:solidFill>
          <a:ln w="15240">
            <a:solidFill>
              <a:srgbClr val="3A5967"/>
            </a:solidFill>
            <a:prstDash val="solid"/>
          </a:ln>
        </p:spPr>
      </p:sp>
      <p:sp>
        <p:nvSpPr>
          <p:cNvPr id="15" name="Shape 13"/>
          <p:cNvSpPr/>
          <p:nvPr/>
        </p:nvSpPr>
        <p:spPr>
          <a:xfrm>
            <a:off x="1137788" y="3383280"/>
            <a:ext cx="64008" cy="64008"/>
          </a:xfrm>
          <a:prstGeom prst="ellipse">
            <a:avLst/>
          </a:prstGeom>
          <a:solidFill>
            <a:srgbClr val="26364E">
              <a:alpha val="84000"/>
            </a:srgbClr>
          </a:solidFill>
          <a:ln w="3810">
            <a:solidFill>
              <a:srgbClr val="26364E">
                <a:alpha val="0"/>
              </a:srgbClr>
            </a:solidFill>
            <a:prstDash val="solid"/>
          </a:ln>
        </p:spPr>
      </p:sp>
      <p:sp>
        <p:nvSpPr>
          <p:cNvPr id="16" name="Shape 14"/>
          <p:cNvSpPr/>
          <p:nvPr/>
        </p:nvSpPr>
        <p:spPr>
          <a:xfrm>
            <a:off x="1228679" y="3383280"/>
            <a:ext cx="64008" cy="64008"/>
          </a:xfrm>
          <a:prstGeom prst="ellipse">
            <a:avLst/>
          </a:prstGeom>
          <a:solidFill>
            <a:srgbClr val="26364E">
              <a:alpha val="84000"/>
            </a:srgbClr>
          </a:solidFill>
          <a:ln w="3810">
            <a:solidFill>
              <a:srgbClr val="26364E">
                <a:alpha val="0"/>
              </a:srgbClr>
            </a:solidFill>
            <a:prstDash val="solid"/>
          </a:ln>
        </p:spPr>
      </p:sp>
      <p:sp>
        <p:nvSpPr>
          <p:cNvPr id="17" name="Shape 15"/>
          <p:cNvSpPr/>
          <p:nvPr/>
        </p:nvSpPr>
        <p:spPr>
          <a:xfrm>
            <a:off x="1319571" y="3383280"/>
            <a:ext cx="64008" cy="64008"/>
          </a:xfrm>
          <a:prstGeom prst="ellipse">
            <a:avLst/>
          </a:prstGeom>
          <a:solidFill>
            <a:srgbClr val="42E0CB"/>
          </a:solidFill>
          <a:ln w="3810">
            <a:solidFill>
              <a:srgbClr val="42E0CB">
                <a:alpha val="0"/>
              </a:srgbClr>
            </a:solidFill>
            <a:prstDash val="solid"/>
          </a:ln>
        </p:spPr>
      </p:sp>
      <p:sp>
        <p:nvSpPr>
          <p:cNvPr id="18" name="Shape 16"/>
          <p:cNvSpPr/>
          <p:nvPr/>
        </p:nvSpPr>
        <p:spPr>
          <a:xfrm>
            <a:off x="1410462" y="3383280"/>
            <a:ext cx="64008" cy="64008"/>
          </a:xfrm>
          <a:prstGeom prst="ellipse">
            <a:avLst/>
          </a:prstGeom>
          <a:solidFill>
            <a:srgbClr val="26364E">
              <a:alpha val="84000"/>
            </a:srgbClr>
          </a:solidFill>
          <a:ln w="3810">
            <a:solidFill>
              <a:srgbClr val="26364E">
                <a:alpha val="0"/>
              </a:srgbClr>
            </a:solidFill>
            <a:prstDash val="solid"/>
          </a:ln>
        </p:spPr>
      </p:sp>
      <p:sp>
        <p:nvSpPr>
          <p:cNvPr id="19" name="Shape 17"/>
          <p:cNvSpPr/>
          <p:nvPr/>
        </p:nvSpPr>
        <p:spPr>
          <a:xfrm>
            <a:off x="1501353" y="3383280"/>
            <a:ext cx="64008" cy="64008"/>
          </a:xfrm>
          <a:prstGeom prst="ellipse">
            <a:avLst/>
          </a:prstGeom>
          <a:solidFill>
            <a:srgbClr val="26364E">
              <a:alpha val="84000"/>
            </a:srgbClr>
          </a:solidFill>
          <a:ln w="3810">
            <a:solidFill>
              <a:srgbClr val="26364E">
                <a:alpha val="0"/>
              </a:srgbClr>
            </a:solidFill>
            <a:prstDash val="solid"/>
          </a:ln>
        </p:spPr>
      </p:sp>
      <p:sp>
        <p:nvSpPr>
          <p:cNvPr id="20" name="Shape 18"/>
          <p:cNvSpPr/>
          <p:nvPr/>
        </p:nvSpPr>
        <p:spPr>
          <a:xfrm>
            <a:off x="1592245" y="3383280"/>
            <a:ext cx="64008" cy="64008"/>
          </a:xfrm>
          <a:prstGeom prst="ellipse">
            <a:avLst/>
          </a:prstGeom>
          <a:solidFill>
            <a:srgbClr val="26364E">
              <a:alpha val="84000"/>
            </a:srgbClr>
          </a:solidFill>
          <a:ln w="3810">
            <a:solidFill>
              <a:srgbClr val="26364E">
                <a:alpha val="0"/>
              </a:srgbClr>
            </a:solidFill>
            <a:prstDash val="solid"/>
          </a:ln>
        </p:spPr>
      </p:sp>
      <p:sp>
        <p:nvSpPr>
          <p:cNvPr id="21" name="Shape 19"/>
          <p:cNvSpPr/>
          <p:nvPr/>
        </p:nvSpPr>
        <p:spPr>
          <a:xfrm>
            <a:off x="1683136" y="3383280"/>
            <a:ext cx="64008" cy="64008"/>
          </a:xfrm>
          <a:prstGeom prst="ellipse">
            <a:avLst/>
          </a:prstGeom>
          <a:solidFill>
            <a:srgbClr val="26364E">
              <a:alpha val="84000"/>
            </a:srgbClr>
          </a:solidFill>
          <a:ln w="3810">
            <a:solidFill>
              <a:srgbClr val="26364E">
                <a:alpha val="0"/>
              </a:srgbClr>
            </a:solidFill>
            <a:prstDash val="solid"/>
          </a:ln>
        </p:spPr>
      </p:sp>
      <p:sp>
        <p:nvSpPr>
          <p:cNvPr id="22" name="Shape 20"/>
          <p:cNvSpPr/>
          <p:nvPr/>
        </p:nvSpPr>
        <p:spPr>
          <a:xfrm>
            <a:off x="1774027" y="3383280"/>
            <a:ext cx="64008" cy="64008"/>
          </a:xfrm>
          <a:prstGeom prst="ellipse">
            <a:avLst/>
          </a:prstGeom>
          <a:solidFill>
            <a:srgbClr val="26364E">
              <a:alpha val="84000"/>
            </a:srgbClr>
          </a:solidFill>
          <a:ln w="3810">
            <a:solidFill>
              <a:srgbClr val="26364E">
                <a:alpha val="0"/>
              </a:srgbClr>
            </a:solidFill>
            <a:prstDash val="solid"/>
          </a:ln>
        </p:spPr>
      </p:sp>
      <p:sp>
        <p:nvSpPr>
          <p:cNvPr id="23" name="Shape 21"/>
          <p:cNvSpPr/>
          <p:nvPr/>
        </p:nvSpPr>
        <p:spPr>
          <a:xfrm>
            <a:off x="1864919" y="3383280"/>
            <a:ext cx="64008" cy="64008"/>
          </a:xfrm>
          <a:prstGeom prst="ellipse">
            <a:avLst/>
          </a:prstGeom>
          <a:solidFill>
            <a:srgbClr val="26364E">
              <a:alpha val="84000"/>
            </a:srgbClr>
          </a:solidFill>
          <a:ln w="3810">
            <a:solidFill>
              <a:srgbClr val="26364E">
                <a:alpha val="0"/>
              </a:srgbClr>
            </a:solidFill>
            <a:prstDash val="solid"/>
          </a:ln>
        </p:spPr>
      </p:sp>
      <p:sp>
        <p:nvSpPr>
          <p:cNvPr id="24" name="Shape 22"/>
          <p:cNvSpPr/>
          <p:nvPr/>
        </p:nvSpPr>
        <p:spPr>
          <a:xfrm>
            <a:off x="1955810" y="3383280"/>
            <a:ext cx="64008" cy="64008"/>
          </a:xfrm>
          <a:prstGeom prst="ellipse">
            <a:avLst/>
          </a:prstGeom>
          <a:solidFill>
            <a:srgbClr val="26364E">
              <a:alpha val="84000"/>
            </a:srgbClr>
          </a:solidFill>
          <a:ln w="3810">
            <a:solidFill>
              <a:srgbClr val="26364E">
                <a:alpha val="0"/>
              </a:srgbClr>
            </a:solidFill>
            <a:prstDash val="solid"/>
          </a:ln>
        </p:spPr>
      </p:sp>
      <p:sp>
        <p:nvSpPr>
          <p:cNvPr id="25" name="Shape 23"/>
          <p:cNvSpPr/>
          <p:nvPr/>
        </p:nvSpPr>
        <p:spPr>
          <a:xfrm>
            <a:off x="2046702" y="3383280"/>
            <a:ext cx="64008" cy="64008"/>
          </a:xfrm>
          <a:prstGeom prst="ellipse">
            <a:avLst/>
          </a:prstGeom>
          <a:solidFill>
            <a:srgbClr val="26364E">
              <a:alpha val="84000"/>
            </a:srgbClr>
          </a:solidFill>
          <a:ln w="3810">
            <a:solidFill>
              <a:srgbClr val="26364E">
                <a:alpha val="0"/>
              </a:srgbClr>
            </a:solidFill>
            <a:prstDash val="solid"/>
          </a:ln>
        </p:spPr>
      </p:sp>
      <p:sp>
        <p:nvSpPr>
          <p:cNvPr id="26" name="Shape 24"/>
          <p:cNvSpPr/>
          <p:nvPr/>
        </p:nvSpPr>
        <p:spPr>
          <a:xfrm>
            <a:off x="2137593" y="3383280"/>
            <a:ext cx="64008" cy="64008"/>
          </a:xfrm>
          <a:prstGeom prst="ellipse">
            <a:avLst/>
          </a:prstGeom>
          <a:solidFill>
            <a:srgbClr val="26364E">
              <a:alpha val="84000"/>
            </a:srgbClr>
          </a:solidFill>
          <a:ln w="3810">
            <a:solidFill>
              <a:srgbClr val="26364E">
                <a:alpha val="0"/>
              </a:srgbClr>
            </a:solidFill>
            <a:prstDash val="solid"/>
          </a:ln>
        </p:spPr>
      </p:sp>
      <p:sp>
        <p:nvSpPr>
          <p:cNvPr id="27" name="Shape 25"/>
          <p:cNvSpPr/>
          <p:nvPr/>
        </p:nvSpPr>
        <p:spPr>
          <a:xfrm>
            <a:off x="2228484" y="3383280"/>
            <a:ext cx="64008" cy="64008"/>
          </a:xfrm>
          <a:prstGeom prst="ellipse">
            <a:avLst/>
          </a:prstGeom>
          <a:solidFill>
            <a:srgbClr val="26364E">
              <a:alpha val="84000"/>
            </a:srgbClr>
          </a:solidFill>
          <a:ln w="3810">
            <a:solidFill>
              <a:srgbClr val="26364E">
                <a:alpha val="0"/>
              </a:srgbClr>
            </a:solidFill>
            <a:prstDash val="solid"/>
          </a:ln>
        </p:spPr>
      </p:sp>
      <p:sp>
        <p:nvSpPr>
          <p:cNvPr id="28" name="Shape 26"/>
          <p:cNvSpPr/>
          <p:nvPr/>
        </p:nvSpPr>
        <p:spPr>
          <a:xfrm>
            <a:off x="2319376" y="3383280"/>
            <a:ext cx="64008" cy="64008"/>
          </a:xfrm>
          <a:prstGeom prst="ellipse">
            <a:avLst/>
          </a:prstGeom>
          <a:solidFill>
            <a:srgbClr val="26364E">
              <a:alpha val="84000"/>
            </a:srgbClr>
          </a:solidFill>
          <a:ln w="3810">
            <a:solidFill>
              <a:srgbClr val="26364E">
                <a:alpha val="0"/>
              </a:srgbClr>
            </a:solidFill>
            <a:prstDash val="solid"/>
          </a:ln>
        </p:spPr>
      </p:sp>
      <p:sp>
        <p:nvSpPr>
          <p:cNvPr id="29" name="Shape 27"/>
          <p:cNvSpPr/>
          <p:nvPr/>
        </p:nvSpPr>
        <p:spPr>
          <a:xfrm>
            <a:off x="2410267" y="3383280"/>
            <a:ext cx="64008" cy="64008"/>
          </a:xfrm>
          <a:prstGeom prst="ellipse">
            <a:avLst/>
          </a:prstGeom>
          <a:solidFill>
            <a:srgbClr val="26364E">
              <a:alpha val="84000"/>
            </a:srgbClr>
          </a:solidFill>
          <a:ln w="3810">
            <a:solidFill>
              <a:srgbClr val="26364E">
                <a:alpha val="0"/>
              </a:srgbClr>
            </a:solidFill>
            <a:prstDash val="solid"/>
          </a:ln>
        </p:spPr>
      </p:sp>
      <p:sp>
        <p:nvSpPr>
          <p:cNvPr id="30" name="Shape 28"/>
          <p:cNvSpPr/>
          <p:nvPr/>
        </p:nvSpPr>
        <p:spPr>
          <a:xfrm>
            <a:off x="2501158" y="3383280"/>
            <a:ext cx="64008" cy="64008"/>
          </a:xfrm>
          <a:prstGeom prst="ellipse">
            <a:avLst/>
          </a:prstGeom>
          <a:solidFill>
            <a:srgbClr val="26364E">
              <a:alpha val="84000"/>
            </a:srgbClr>
          </a:solidFill>
          <a:ln w="3810">
            <a:solidFill>
              <a:srgbClr val="26364E">
                <a:alpha val="0"/>
              </a:srgbClr>
            </a:solidFill>
            <a:prstDash val="solid"/>
          </a:ln>
        </p:spPr>
      </p:sp>
      <p:sp>
        <p:nvSpPr>
          <p:cNvPr id="31" name="Shape 29"/>
          <p:cNvSpPr/>
          <p:nvPr/>
        </p:nvSpPr>
        <p:spPr>
          <a:xfrm>
            <a:off x="2592050" y="3383280"/>
            <a:ext cx="64008" cy="64008"/>
          </a:xfrm>
          <a:prstGeom prst="ellipse">
            <a:avLst/>
          </a:prstGeom>
          <a:solidFill>
            <a:srgbClr val="26364E">
              <a:alpha val="84000"/>
            </a:srgbClr>
          </a:solidFill>
          <a:ln w="3810">
            <a:solidFill>
              <a:srgbClr val="26364E">
                <a:alpha val="0"/>
              </a:srgbClr>
            </a:solidFill>
            <a:prstDash val="solid"/>
          </a:ln>
        </p:spPr>
      </p:sp>
      <p:sp>
        <p:nvSpPr>
          <p:cNvPr id="32" name="Shape 30"/>
          <p:cNvSpPr/>
          <p:nvPr/>
        </p:nvSpPr>
        <p:spPr>
          <a:xfrm>
            <a:off x="2682941" y="3383280"/>
            <a:ext cx="64008" cy="64008"/>
          </a:xfrm>
          <a:prstGeom prst="ellipse">
            <a:avLst/>
          </a:prstGeom>
          <a:solidFill>
            <a:srgbClr val="26364E">
              <a:alpha val="84000"/>
            </a:srgbClr>
          </a:solidFill>
          <a:ln w="3810">
            <a:solidFill>
              <a:srgbClr val="26364E">
                <a:alpha val="0"/>
              </a:srgbClr>
            </a:solidFill>
            <a:prstDash val="solid"/>
          </a:ln>
        </p:spPr>
      </p:sp>
      <p:sp>
        <p:nvSpPr>
          <p:cNvPr id="33" name="Shape 31"/>
          <p:cNvSpPr/>
          <p:nvPr/>
        </p:nvSpPr>
        <p:spPr>
          <a:xfrm>
            <a:off x="2773832" y="3383280"/>
            <a:ext cx="64008" cy="64008"/>
          </a:xfrm>
          <a:prstGeom prst="ellipse">
            <a:avLst/>
          </a:prstGeom>
          <a:solidFill>
            <a:srgbClr val="26364E">
              <a:alpha val="84000"/>
            </a:srgbClr>
          </a:solidFill>
          <a:ln w="3810">
            <a:solidFill>
              <a:srgbClr val="26364E">
                <a:alpha val="0"/>
              </a:srgbClr>
            </a:solidFill>
            <a:prstDash val="solid"/>
          </a:ln>
        </p:spPr>
      </p:sp>
      <p:sp>
        <p:nvSpPr>
          <p:cNvPr id="34" name="Shape 32"/>
          <p:cNvSpPr/>
          <p:nvPr/>
        </p:nvSpPr>
        <p:spPr>
          <a:xfrm>
            <a:off x="2864724" y="3383280"/>
            <a:ext cx="64008" cy="64008"/>
          </a:xfrm>
          <a:prstGeom prst="ellipse">
            <a:avLst/>
          </a:prstGeom>
          <a:solidFill>
            <a:srgbClr val="26364E">
              <a:alpha val="84000"/>
            </a:srgbClr>
          </a:solidFill>
          <a:ln w="3810">
            <a:solidFill>
              <a:srgbClr val="26364E">
                <a:alpha val="0"/>
              </a:srgbClr>
            </a:solidFill>
            <a:prstDash val="solid"/>
          </a:ln>
        </p:spPr>
      </p:sp>
      <p:sp>
        <p:nvSpPr>
          <p:cNvPr id="35" name="Shape 33"/>
          <p:cNvSpPr/>
          <p:nvPr/>
        </p:nvSpPr>
        <p:spPr>
          <a:xfrm>
            <a:off x="2955615" y="3383280"/>
            <a:ext cx="64008" cy="64008"/>
          </a:xfrm>
          <a:prstGeom prst="ellipse">
            <a:avLst/>
          </a:prstGeom>
          <a:solidFill>
            <a:srgbClr val="26364E">
              <a:alpha val="84000"/>
            </a:srgbClr>
          </a:solidFill>
          <a:ln w="3810">
            <a:solidFill>
              <a:srgbClr val="26364E">
                <a:alpha val="0"/>
              </a:srgbClr>
            </a:solidFill>
            <a:prstDash val="solid"/>
          </a:ln>
        </p:spPr>
      </p:sp>
      <p:sp>
        <p:nvSpPr>
          <p:cNvPr id="36" name="Shape 34"/>
          <p:cNvSpPr/>
          <p:nvPr/>
        </p:nvSpPr>
        <p:spPr>
          <a:xfrm>
            <a:off x="3046506" y="3383280"/>
            <a:ext cx="64008" cy="64008"/>
          </a:xfrm>
          <a:prstGeom prst="ellipse">
            <a:avLst/>
          </a:prstGeom>
          <a:solidFill>
            <a:srgbClr val="26364E">
              <a:alpha val="84000"/>
            </a:srgbClr>
          </a:solidFill>
          <a:ln w="3810">
            <a:solidFill>
              <a:srgbClr val="26364E">
                <a:alpha val="0"/>
              </a:srgbClr>
            </a:solidFill>
            <a:prstDash val="solid"/>
          </a:ln>
        </p:spPr>
      </p:sp>
      <p:sp>
        <p:nvSpPr>
          <p:cNvPr id="37" name="Shape 35"/>
          <p:cNvSpPr/>
          <p:nvPr/>
        </p:nvSpPr>
        <p:spPr>
          <a:xfrm>
            <a:off x="3137398" y="3383280"/>
            <a:ext cx="64008" cy="64008"/>
          </a:xfrm>
          <a:prstGeom prst="ellipse">
            <a:avLst/>
          </a:prstGeom>
          <a:solidFill>
            <a:srgbClr val="26364E">
              <a:alpha val="84000"/>
            </a:srgbClr>
          </a:solidFill>
          <a:ln w="3810">
            <a:solidFill>
              <a:srgbClr val="26364E">
                <a:alpha val="0"/>
              </a:srgbClr>
            </a:solidFill>
            <a:prstDash val="solid"/>
          </a:ln>
        </p:spPr>
      </p:sp>
      <p:sp>
        <p:nvSpPr>
          <p:cNvPr id="38" name="Shape 36"/>
          <p:cNvSpPr/>
          <p:nvPr/>
        </p:nvSpPr>
        <p:spPr>
          <a:xfrm>
            <a:off x="3228289" y="3383280"/>
            <a:ext cx="64008" cy="64008"/>
          </a:xfrm>
          <a:prstGeom prst="ellipse">
            <a:avLst/>
          </a:prstGeom>
          <a:solidFill>
            <a:srgbClr val="26364E">
              <a:alpha val="84000"/>
            </a:srgbClr>
          </a:solidFill>
          <a:ln w="3810">
            <a:solidFill>
              <a:srgbClr val="26364E">
                <a:alpha val="0"/>
              </a:srgbClr>
            </a:solidFill>
            <a:prstDash val="solid"/>
          </a:ln>
        </p:spPr>
      </p:sp>
      <p:sp>
        <p:nvSpPr>
          <p:cNvPr id="39" name="Shape 37"/>
          <p:cNvSpPr/>
          <p:nvPr/>
        </p:nvSpPr>
        <p:spPr>
          <a:xfrm>
            <a:off x="3319181" y="3383280"/>
            <a:ext cx="64008" cy="64008"/>
          </a:xfrm>
          <a:prstGeom prst="ellipse">
            <a:avLst/>
          </a:prstGeom>
          <a:solidFill>
            <a:srgbClr val="26364E">
              <a:alpha val="84000"/>
            </a:srgbClr>
          </a:solidFill>
          <a:ln w="3810">
            <a:solidFill>
              <a:srgbClr val="26364E">
                <a:alpha val="0"/>
              </a:srgbClr>
            </a:solidFill>
            <a:prstDash val="solid"/>
          </a:ln>
        </p:spPr>
      </p:sp>
      <p:sp>
        <p:nvSpPr>
          <p:cNvPr id="40" name="Shape 38"/>
          <p:cNvSpPr/>
          <p:nvPr/>
        </p:nvSpPr>
        <p:spPr>
          <a:xfrm>
            <a:off x="3410072" y="3383280"/>
            <a:ext cx="64008" cy="64008"/>
          </a:xfrm>
          <a:prstGeom prst="ellipse">
            <a:avLst/>
          </a:prstGeom>
          <a:solidFill>
            <a:srgbClr val="26364E">
              <a:alpha val="84000"/>
            </a:srgbClr>
          </a:solidFill>
          <a:ln w="3810">
            <a:solidFill>
              <a:srgbClr val="26364E">
                <a:alpha val="0"/>
              </a:srgbClr>
            </a:solidFill>
            <a:prstDash val="solid"/>
          </a:ln>
        </p:spPr>
      </p:sp>
      <p:sp>
        <p:nvSpPr>
          <p:cNvPr id="41" name="Shape 39"/>
          <p:cNvSpPr/>
          <p:nvPr/>
        </p:nvSpPr>
        <p:spPr>
          <a:xfrm>
            <a:off x="3500963" y="3383280"/>
            <a:ext cx="64008" cy="64008"/>
          </a:xfrm>
          <a:prstGeom prst="ellipse">
            <a:avLst/>
          </a:prstGeom>
          <a:solidFill>
            <a:srgbClr val="26364E">
              <a:alpha val="84000"/>
            </a:srgbClr>
          </a:solidFill>
          <a:ln w="3810">
            <a:solidFill>
              <a:srgbClr val="26364E">
                <a:alpha val="0"/>
              </a:srgbClr>
            </a:solidFill>
            <a:prstDash val="solid"/>
          </a:ln>
        </p:spPr>
      </p:sp>
      <p:sp>
        <p:nvSpPr>
          <p:cNvPr id="42" name="Shape 40"/>
          <p:cNvSpPr/>
          <p:nvPr/>
        </p:nvSpPr>
        <p:spPr>
          <a:xfrm>
            <a:off x="3591855" y="3383280"/>
            <a:ext cx="64008" cy="64008"/>
          </a:xfrm>
          <a:prstGeom prst="ellipse">
            <a:avLst/>
          </a:prstGeom>
          <a:solidFill>
            <a:srgbClr val="26364E">
              <a:alpha val="84000"/>
            </a:srgbClr>
          </a:solidFill>
          <a:ln w="3810">
            <a:solidFill>
              <a:srgbClr val="26364E">
                <a:alpha val="0"/>
              </a:srgbClr>
            </a:solidFill>
            <a:prstDash val="solid"/>
          </a:ln>
        </p:spPr>
      </p:sp>
      <p:sp>
        <p:nvSpPr>
          <p:cNvPr id="43" name="Shape 41"/>
          <p:cNvSpPr/>
          <p:nvPr/>
        </p:nvSpPr>
        <p:spPr>
          <a:xfrm>
            <a:off x="3682746" y="3383280"/>
            <a:ext cx="64008" cy="64008"/>
          </a:xfrm>
          <a:prstGeom prst="ellipse">
            <a:avLst/>
          </a:prstGeom>
          <a:solidFill>
            <a:srgbClr val="26364E">
              <a:alpha val="84000"/>
            </a:srgbClr>
          </a:solidFill>
          <a:ln w="3810">
            <a:solidFill>
              <a:srgbClr val="26364E">
                <a:alpha val="0"/>
              </a:srgbClr>
            </a:solidFill>
            <a:prstDash val="solid"/>
          </a:ln>
        </p:spPr>
      </p:sp>
      <p:sp>
        <p:nvSpPr>
          <p:cNvPr id="44" name="Shape 42"/>
          <p:cNvSpPr/>
          <p:nvPr/>
        </p:nvSpPr>
        <p:spPr>
          <a:xfrm>
            <a:off x="3773637" y="3383280"/>
            <a:ext cx="64008" cy="64008"/>
          </a:xfrm>
          <a:prstGeom prst="ellipse">
            <a:avLst/>
          </a:prstGeom>
          <a:solidFill>
            <a:srgbClr val="26364E">
              <a:alpha val="84000"/>
            </a:srgbClr>
          </a:solidFill>
          <a:ln w="3810">
            <a:solidFill>
              <a:srgbClr val="26364E">
                <a:alpha val="0"/>
              </a:srgbClr>
            </a:solidFill>
            <a:prstDash val="solid"/>
          </a:ln>
        </p:spPr>
      </p:sp>
      <p:sp>
        <p:nvSpPr>
          <p:cNvPr id="45" name="Shape 43"/>
          <p:cNvSpPr/>
          <p:nvPr/>
        </p:nvSpPr>
        <p:spPr>
          <a:xfrm>
            <a:off x="3864529" y="3383280"/>
            <a:ext cx="64008" cy="64008"/>
          </a:xfrm>
          <a:prstGeom prst="ellipse">
            <a:avLst/>
          </a:prstGeom>
          <a:solidFill>
            <a:srgbClr val="42E0CB"/>
          </a:solidFill>
          <a:ln w="3810">
            <a:solidFill>
              <a:srgbClr val="42E0CB">
                <a:alpha val="0"/>
              </a:srgbClr>
            </a:solidFill>
            <a:prstDash val="solid"/>
          </a:ln>
        </p:spPr>
      </p:sp>
      <p:sp>
        <p:nvSpPr>
          <p:cNvPr id="46" name="Shape 44"/>
          <p:cNvSpPr/>
          <p:nvPr/>
        </p:nvSpPr>
        <p:spPr>
          <a:xfrm>
            <a:off x="3955420" y="3383280"/>
            <a:ext cx="64008" cy="64008"/>
          </a:xfrm>
          <a:prstGeom prst="ellipse">
            <a:avLst/>
          </a:prstGeom>
          <a:solidFill>
            <a:srgbClr val="26364E">
              <a:alpha val="84000"/>
            </a:srgbClr>
          </a:solidFill>
          <a:ln w="3810">
            <a:solidFill>
              <a:srgbClr val="26364E">
                <a:alpha val="0"/>
              </a:srgbClr>
            </a:solidFill>
            <a:prstDash val="solid"/>
          </a:ln>
        </p:spPr>
      </p:sp>
      <p:sp>
        <p:nvSpPr>
          <p:cNvPr id="47" name="Shape 45"/>
          <p:cNvSpPr/>
          <p:nvPr/>
        </p:nvSpPr>
        <p:spPr>
          <a:xfrm>
            <a:off x="1137788" y="3474171"/>
            <a:ext cx="64008" cy="64008"/>
          </a:xfrm>
          <a:prstGeom prst="ellipse">
            <a:avLst/>
          </a:prstGeom>
          <a:solidFill>
            <a:srgbClr val="42E0CB"/>
          </a:solidFill>
          <a:ln w="3810">
            <a:solidFill>
              <a:srgbClr val="42E0CB">
                <a:alpha val="0"/>
              </a:srgbClr>
            </a:solidFill>
            <a:prstDash val="solid"/>
          </a:ln>
        </p:spPr>
      </p:sp>
      <p:sp>
        <p:nvSpPr>
          <p:cNvPr id="48" name="Shape 46"/>
          <p:cNvSpPr/>
          <p:nvPr/>
        </p:nvSpPr>
        <p:spPr>
          <a:xfrm>
            <a:off x="1228679" y="3474171"/>
            <a:ext cx="64008" cy="64008"/>
          </a:xfrm>
          <a:prstGeom prst="ellipse">
            <a:avLst/>
          </a:prstGeom>
          <a:solidFill>
            <a:srgbClr val="26364E">
              <a:alpha val="84000"/>
            </a:srgbClr>
          </a:solidFill>
          <a:ln w="3810">
            <a:solidFill>
              <a:srgbClr val="26364E">
                <a:alpha val="0"/>
              </a:srgbClr>
            </a:solidFill>
            <a:prstDash val="solid"/>
          </a:ln>
        </p:spPr>
      </p:sp>
      <p:sp>
        <p:nvSpPr>
          <p:cNvPr id="49" name="Shape 47"/>
          <p:cNvSpPr/>
          <p:nvPr/>
        </p:nvSpPr>
        <p:spPr>
          <a:xfrm>
            <a:off x="1319571" y="3474171"/>
            <a:ext cx="64008" cy="64008"/>
          </a:xfrm>
          <a:prstGeom prst="ellipse">
            <a:avLst/>
          </a:prstGeom>
          <a:solidFill>
            <a:srgbClr val="42E0CB"/>
          </a:solidFill>
          <a:ln w="3810">
            <a:solidFill>
              <a:srgbClr val="42E0CB">
                <a:alpha val="0"/>
              </a:srgbClr>
            </a:solidFill>
            <a:prstDash val="solid"/>
          </a:ln>
        </p:spPr>
      </p:sp>
      <p:sp>
        <p:nvSpPr>
          <p:cNvPr id="50" name="Shape 48"/>
          <p:cNvSpPr/>
          <p:nvPr/>
        </p:nvSpPr>
        <p:spPr>
          <a:xfrm>
            <a:off x="1410462" y="3474171"/>
            <a:ext cx="64008" cy="64008"/>
          </a:xfrm>
          <a:prstGeom prst="ellipse">
            <a:avLst/>
          </a:prstGeom>
          <a:solidFill>
            <a:srgbClr val="26364E">
              <a:alpha val="84000"/>
            </a:srgbClr>
          </a:solidFill>
          <a:ln w="3810">
            <a:solidFill>
              <a:srgbClr val="26364E">
                <a:alpha val="0"/>
              </a:srgbClr>
            </a:solidFill>
            <a:prstDash val="solid"/>
          </a:ln>
        </p:spPr>
      </p:sp>
      <p:sp>
        <p:nvSpPr>
          <p:cNvPr id="51" name="Shape 49"/>
          <p:cNvSpPr/>
          <p:nvPr/>
        </p:nvSpPr>
        <p:spPr>
          <a:xfrm>
            <a:off x="1501353" y="3474171"/>
            <a:ext cx="64008" cy="64008"/>
          </a:xfrm>
          <a:prstGeom prst="ellipse">
            <a:avLst/>
          </a:prstGeom>
          <a:solidFill>
            <a:srgbClr val="42E0CB"/>
          </a:solidFill>
          <a:ln w="3810">
            <a:solidFill>
              <a:srgbClr val="42E0CB">
                <a:alpha val="0"/>
              </a:srgbClr>
            </a:solidFill>
            <a:prstDash val="solid"/>
          </a:ln>
        </p:spPr>
      </p:sp>
      <p:sp>
        <p:nvSpPr>
          <p:cNvPr id="52" name="Shape 50"/>
          <p:cNvSpPr/>
          <p:nvPr/>
        </p:nvSpPr>
        <p:spPr>
          <a:xfrm>
            <a:off x="1592245" y="3474171"/>
            <a:ext cx="64008" cy="64008"/>
          </a:xfrm>
          <a:prstGeom prst="ellipse">
            <a:avLst/>
          </a:prstGeom>
          <a:solidFill>
            <a:srgbClr val="26364E">
              <a:alpha val="84000"/>
            </a:srgbClr>
          </a:solidFill>
          <a:ln w="3810">
            <a:solidFill>
              <a:srgbClr val="26364E">
                <a:alpha val="0"/>
              </a:srgbClr>
            </a:solidFill>
            <a:prstDash val="solid"/>
          </a:ln>
        </p:spPr>
      </p:sp>
      <p:sp>
        <p:nvSpPr>
          <p:cNvPr id="53" name="Shape 51"/>
          <p:cNvSpPr/>
          <p:nvPr/>
        </p:nvSpPr>
        <p:spPr>
          <a:xfrm>
            <a:off x="1683136" y="3474171"/>
            <a:ext cx="64008" cy="64008"/>
          </a:xfrm>
          <a:prstGeom prst="ellipse">
            <a:avLst/>
          </a:prstGeom>
          <a:solidFill>
            <a:srgbClr val="26364E">
              <a:alpha val="84000"/>
            </a:srgbClr>
          </a:solidFill>
          <a:ln w="3810">
            <a:solidFill>
              <a:srgbClr val="26364E">
                <a:alpha val="0"/>
              </a:srgbClr>
            </a:solidFill>
            <a:prstDash val="solid"/>
          </a:ln>
        </p:spPr>
      </p:sp>
      <p:sp>
        <p:nvSpPr>
          <p:cNvPr id="54" name="Shape 52"/>
          <p:cNvSpPr/>
          <p:nvPr/>
        </p:nvSpPr>
        <p:spPr>
          <a:xfrm>
            <a:off x="1774027" y="3474171"/>
            <a:ext cx="64008" cy="64008"/>
          </a:xfrm>
          <a:prstGeom prst="ellipse">
            <a:avLst/>
          </a:prstGeom>
          <a:solidFill>
            <a:srgbClr val="42E0CB"/>
          </a:solidFill>
          <a:ln w="3810">
            <a:solidFill>
              <a:srgbClr val="42E0CB">
                <a:alpha val="0"/>
              </a:srgbClr>
            </a:solidFill>
            <a:prstDash val="solid"/>
          </a:ln>
        </p:spPr>
      </p:sp>
      <p:sp>
        <p:nvSpPr>
          <p:cNvPr id="55" name="Shape 53"/>
          <p:cNvSpPr/>
          <p:nvPr/>
        </p:nvSpPr>
        <p:spPr>
          <a:xfrm>
            <a:off x="1864919" y="3474171"/>
            <a:ext cx="64008" cy="64008"/>
          </a:xfrm>
          <a:prstGeom prst="ellipse">
            <a:avLst/>
          </a:prstGeom>
          <a:solidFill>
            <a:srgbClr val="26364E">
              <a:alpha val="84000"/>
            </a:srgbClr>
          </a:solidFill>
          <a:ln w="3810">
            <a:solidFill>
              <a:srgbClr val="26364E">
                <a:alpha val="0"/>
              </a:srgbClr>
            </a:solidFill>
            <a:prstDash val="solid"/>
          </a:ln>
        </p:spPr>
      </p:sp>
      <p:sp>
        <p:nvSpPr>
          <p:cNvPr id="56" name="Shape 54"/>
          <p:cNvSpPr/>
          <p:nvPr/>
        </p:nvSpPr>
        <p:spPr>
          <a:xfrm>
            <a:off x="1955810" y="3474171"/>
            <a:ext cx="64008" cy="64008"/>
          </a:xfrm>
          <a:prstGeom prst="ellipse">
            <a:avLst/>
          </a:prstGeom>
          <a:solidFill>
            <a:srgbClr val="26364E">
              <a:alpha val="84000"/>
            </a:srgbClr>
          </a:solidFill>
          <a:ln w="3810">
            <a:solidFill>
              <a:srgbClr val="26364E">
                <a:alpha val="0"/>
              </a:srgbClr>
            </a:solidFill>
            <a:prstDash val="solid"/>
          </a:ln>
        </p:spPr>
      </p:sp>
      <p:sp>
        <p:nvSpPr>
          <p:cNvPr id="57" name="Shape 55"/>
          <p:cNvSpPr/>
          <p:nvPr/>
        </p:nvSpPr>
        <p:spPr>
          <a:xfrm>
            <a:off x="2046702" y="3474171"/>
            <a:ext cx="64008" cy="64008"/>
          </a:xfrm>
          <a:prstGeom prst="ellipse">
            <a:avLst/>
          </a:prstGeom>
          <a:solidFill>
            <a:srgbClr val="26364E">
              <a:alpha val="84000"/>
            </a:srgbClr>
          </a:solidFill>
          <a:ln w="3810">
            <a:solidFill>
              <a:srgbClr val="26364E">
                <a:alpha val="0"/>
              </a:srgbClr>
            </a:solidFill>
            <a:prstDash val="solid"/>
          </a:ln>
        </p:spPr>
      </p:sp>
      <p:sp>
        <p:nvSpPr>
          <p:cNvPr id="58" name="Shape 56"/>
          <p:cNvSpPr/>
          <p:nvPr/>
        </p:nvSpPr>
        <p:spPr>
          <a:xfrm>
            <a:off x="2137593" y="3474171"/>
            <a:ext cx="64008" cy="64008"/>
          </a:xfrm>
          <a:prstGeom prst="ellipse">
            <a:avLst/>
          </a:prstGeom>
          <a:solidFill>
            <a:srgbClr val="26364E">
              <a:alpha val="84000"/>
            </a:srgbClr>
          </a:solidFill>
          <a:ln w="3810">
            <a:solidFill>
              <a:srgbClr val="26364E">
                <a:alpha val="0"/>
              </a:srgbClr>
            </a:solidFill>
            <a:prstDash val="solid"/>
          </a:ln>
        </p:spPr>
      </p:sp>
      <p:sp>
        <p:nvSpPr>
          <p:cNvPr id="59" name="Shape 57"/>
          <p:cNvSpPr/>
          <p:nvPr/>
        </p:nvSpPr>
        <p:spPr>
          <a:xfrm>
            <a:off x="2228484" y="3474171"/>
            <a:ext cx="64008" cy="64008"/>
          </a:xfrm>
          <a:prstGeom prst="ellipse">
            <a:avLst/>
          </a:prstGeom>
          <a:solidFill>
            <a:srgbClr val="26364E">
              <a:alpha val="84000"/>
            </a:srgbClr>
          </a:solidFill>
          <a:ln w="3810">
            <a:solidFill>
              <a:srgbClr val="26364E">
                <a:alpha val="0"/>
              </a:srgbClr>
            </a:solidFill>
            <a:prstDash val="solid"/>
          </a:ln>
        </p:spPr>
      </p:sp>
      <p:sp>
        <p:nvSpPr>
          <p:cNvPr id="60" name="Shape 58"/>
          <p:cNvSpPr/>
          <p:nvPr/>
        </p:nvSpPr>
        <p:spPr>
          <a:xfrm>
            <a:off x="2319376" y="3474171"/>
            <a:ext cx="64008" cy="64008"/>
          </a:xfrm>
          <a:prstGeom prst="ellipse">
            <a:avLst/>
          </a:prstGeom>
          <a:solidFill>
            <a:srgbClr val="42E0CB"/>
          </a:solidFill>
          <a:ln w="3810">
            <a:solidFill>
              <a:srgbClr val="42E0CB">
                <a:alpha val="0"/>
              </a:srgbClr>
            </a:solidFill>
            <a:prstDash val="solid"/>
          </a:ln>
        </p:spPr>
      </p:sp>
      <p:sp>
        <p:nvSpPr>
          <p:cNvPr id="61" name="Shape 59"/>
          <p:cNvSpPr/>
          <p:nvPr/>
        </p:nvSpPr>
        <p:spPr>
          <a:xfrm>
            <a:off x="2410267" y="3474171"/>
            <a:ext cx="64008" cy="64008"/>
          </a:xfrm>
          <a:prstGeom prst="ellipse">
            <a:avLst/>
          </a:prstGeom>
          <a:solidFill>
            <a:srgbClr val="26364E">
              <a:alpha val="84000"/>
            </a:srgbClr>
          </a:solidFill>
          <a:ln w="3810">
            <a:solidFill>
              <a:srgbClr val="26364E">
                <a:alpha val="0"/>
              </a:srgbClr>
            </a:solidFill>
            <a:prstDash val="solid"/>
          </a:ln>
        </p:spPr>
      </p:sp>
      <p:sp>
        <p:nvSpPr>
          <p:cNvPr id="62" name="Shape 60"/>
          <p:cNvSpPr/>
          <p:nvPr/>
        </p:nvSpPr>
        <p:spPr>
          <a:xfrm>
            <a:off x="2501158" y="3474171"/>
            <a:ext cx="64008" cy="64008"/>
          </a:xfrm>
          <a:prstGeom prst="ellipse">
            <a:avLst/>
          </a:prstGeom>
          <a:solidFill>
            <a:srgbClr val="26364E">
              <a:alpha val="84000"/>
            </a:srgbClr>
          </a:solidFill>
          <a:ln w="3810">
            <a:solidFill>
              <a:srgbClr val="26364E">
                <a:alpha val="0"/>
              </a:srgbClr>
            </a:solidFill>
            <a:prstDash val="solid"/>
          </a:ln>
        </p:spPr>
      </p:sp>
      <p:sp>
        <p:nvSpPr>
          <p:cNvPr id="63" name="Shape 61"/>
          <p:cNvSpPr/>
          <p:nvPr/>
        </p:nvSpPr>
        <p:spPr>
          <a:xfrm>
            <a:off x="2592050" y="3474171"/>
            <a:ext cx="64008" cy="64008"/>
          </a:xfrm>
          <a:prstGeom prst="ellipse">
            <a:avLst/>
          </a:prstGeom>
          <a:solidFill>
            <a:srgbClr val="26364E">
              <a:alpha val="84000"/>
            </a:srgbClr>
          </a:solidFill>
          <a:ln w="3810">
            <a:solidFill>
              <a:srgbClr val="26364E">
                <a:alpha val="0"/>
              </a:srgbClr>
            </a:solidFill>
            <a:prstDash val="solid"/>
          </a:ln>
        </p:spPr>
      </p:sp>
      <p:sp>
        <p:nvSpPr>
          <p:cNvPr id="64" name="Shape 62"/>
          <p:cNvSpPr/>
          <p:nvPr/>
        </p:nvSpPr>
        <p:spPr>
          <a:xfrm>
            <a:off x="2682941" y="3474171"/>
            <a:ext cx="64008" cy="64008"/>
          </a:xfrm>
          <a:prstGeom prst="ellipse">
            <a:avLst/>
          </a:prstGeom>
          <a:solidFill>
            <a:srgbClr val="26364E">
              <a:alpha val="84000"/>
            </a:srgbClr>
          </a:solidFill>
          <a:ln w="3810">
            <a:solidFill>
              <a:srgbClr val="26364E">
                <a:alpha val="0"/>
              </a:srgbClr>
            </a:solidFill>
            <a:prstDash val="solid"/>
          </a:ln>
        </p:spPr>
      </p:sp>
      <p:sp>
        <p:nvSpPr>
          <p:cNvPr id="65" name="Shape 63"/>
          <p:cNvSpPr/>
          <p:nvPr/>
        </p:nvSpPr>
        <p:spPr>
          <a:xfrm>
            <a:off x="2773832" y="3474171"/>
            <a:ext cx="64008" cy="64008"/>
          </a:xfrm>
          <a:prstGeom prst="ellipse">
            <a:avLst/>
          </a:prstGeom>
          <a:solidFill>
            <a:srgbClr val="26364E">
              <a:alpha val="84000"/>
            </a:srgbClr>
          </a:solidFill>
          <a:ln w="3810">
            <a:solidFill>
              <a:srgbClr val="26364E">
                <a:alpha val="0"/>
              </a:srgbClr>
            </a:solidFill>
            <a:prstDash val="solid"/>
          </a:ln>
        </p:spPr>
      </p:sp>
      <p:sp>
        <p:nvSpPr>
          <p:cNvPr id="66" name="Shape 64"/>
          <p:cNvSpPr/>
          <p:nvPr/>
        </p:nvSpPr>
        <p:spPr>
          <a:xfrm>
            <a:off x="2864724" y="3474171"/>
            <a:ext cx="64008" cy="64008"/>
          </a:xfrm>
          <a:prstGeom prst="ellipse">
            <a:avLst/>
          </a:prstGeom>
          <a:solidFill>
            <a:srgbClr val="42E0CB"/>
          </a:solidFill>
          <a:ln w="3810">
            <a:solidFill>
              <a:srgbClr val="42E0CB">
                <a:alpha val="0"/>
              </a:srgbClr>
            </a:solidFill>
            <a:prstDash val="solid"/>
          </a:ln>
        </p:spPr>
      </p:sp>
      <p:sp>
        <p:nvSpPr>
          <p:cNvPr id="67" name="Shape 65"/>
          <p:cNvSpPr/>
          <p:nvPr/>
        </p:nvSpPr>
        <p:spPr>
          <a:xfrm>
            <a:off x="2955615" y="3474171"/>
            <a:ext cx="64008" cy="64008"/>
          </a:xfrm>
          <a:prstGeom prst="ellipse">
            <a:avLst/>
          </a:prstGeom>
          <a:solidFill>
            <a:srgbClr val="26364E">
              <a:alpha val="84000"/>
            </a:srgbClr>
          </a:solidFill>
          <a:ln w="3810">
            <a:solidFill>
              <a:srgbClr val="26364E">
                <a:alpha val="0"/>
              </a:srgbClr>
            </a:solidFill>
            <a:prstDash val="solid"/>
          </a:ln>
        </p:spPr>
      </p:sp>
      <p:sp>
        <p:nvSpPr>
          <p:cNvPr id="68" name="Shape 66"/>
          <p:cNvSpPr/>
          <p:nvPr/>
        </p:nvSpPr>
        <p:spPr>
          <a:xfrm>
            <a:off x="3046506" y="3474171"/>
            <a:ext cx="64008" cy="64008"/>
          </a:xfrm>
          <a:prstGeom prst="ellipse">
            <a:avLst/>
          </a:prstGeom>
          <a:solidFill>
            <a:srgbClr val="26364E">
              <a:alpha val="84000"/>
            </a:srgbClr>
          </a:solidFill>
          <a:ln w="3810">
            <a:solidFill>
              <a:srgbClr val="26364E">
                <a:alpha val="0"/>
              </a:srgbClr>
            </a:solidFill>
            <a:prstDash val="solid"/>
          </a:ln>
        </p:spPr>
      </p:sp>
      <p:sp>
        <p:nvSpPr>
          <p:cNvPr id="69" name="Shape 67"/>
          <p:cNvSpPr/>
          <p:nvPr/>
        </p:nvSpPr>
        <p:spPr>
          <a:xfrm>
            <a:off x="3137398" y="3474171"/>
            <a:ext cx="64008" cy="64008"/>
          </a:xfrm>
          <a:prstGeom prst="ellipse">
            <a:avLst/>
          </a:prstGeom>
          <a:solidFill>
            <a:srgbClr val="26364E">
              <a:alpha val="84000"/>
            </a:srgbClr>
          </a:solidFill>
          <a:ln w="3810">
            <a:solidFill>
              <a:srgbClr val="26364E">
                <a:alpha val="0"/>
              </a:srgbClr>
            </a:solidFill>
            <a:prstDash val="solid"/>
          </a:ln>
        </p:spPr>
      </p:sp>
      <p:sp>
        <p:nvSpPr>
          <p:cNvPr id="70" name="Shape 68"/>
          <p:cNvSpPr/>
          <p:nvPr/>
        </p:nvSpPr>
        <p:spPr>
          <a:xfrm>
            <a:off x="3228289" y="3474171"/>
            <a:ext cx="64008" cy="64008"/>
          </a:xfrm>
          <a:prstGeom prst="ellipse">
            <a:avLst/>
          </a:prstGeom>
          <a:solidFill>
            <a:srgbClr val="26364E">
              <a:alpha val="84000"/>
            </a:srgbClr>
          </a:solidFill>
          <a:ln w="3810">
            <a:solidFill>
              <a:srgbClr val="26364E">
                <a:alpha val="0"/>
              </a:srgbClr>
            </a:solidFill>
            <a:prstDash val="solid"/>
          </a:ln>
        </p:spPr>
      </p:sp>
      <p:sp>
        <p:nvSpPr>
          <p:cNvPr id="71" name="Shape 69"/>
          <p:cNvSpPr/>
          <p:nvPr/>
        </p:nvSpPr>
        <p:spPr>
          <a:xfrm>
            <a:off x="3319181" y="3474171"/>
            <a:ext cx="64008" cy="64008"/>
          </a:xfrm>
          <a:prstGeom prst="ellipse">
            <a:avLst/>
          </a:prstGeom>
          <a:solidFill>
            <a:srgbClr val="26364E">
              <a:alpha val="84000"/>
            </a:srgbClr>
          </a:solidFill>
          <a:ln w="3810">
            <a:solidFill>
              <a:srgbClr val="26364E">
                <a:alpha val="0"/>
              </a:srgbClr>
            </a:solidFill>
            <a:prstDash val="solid"/>
          </a:ln>
        </p:spPr>
      </p:sp>
      <p:sp>
        <p:nvSpPr>
          <p:cNvPr id="72" name="Shape 70"/>
          <p:cNvSpPr/>
          <p:nvPr/>
        </p:nvSpPr>
        <p:spPr>
          <a:xfrm>
            <a:off x="3410072" y="3474171"/>
            <a:ext cx="64008" cy="64008"/>
          </a:xfrm>
          <a:prstGeom prst="ellipse">
            <a:avLst/>
          </a:prstGeom>
          <a:solidFill>
            <a:srgbClr val="42E0CB"/>
          </a:solidFill>
          <a:ln w="3810">
            <a:solidFill>
              <a:srgbClr val="42E0CB">
                <a:alpha val="0"/>
              </a:srgbClr>
            </a:solidFill>
            <a:prstDash val="solid"/>
          </a:ln>
        </p:spPr>
      </p:sp>
      <p:sp>
        <p:nvSpPr>
          <p:cNvPr id="73" name="Shape 71"/>
          <p:cNvSpPr/>
          <p:nvPr/>
        </p:nvSpPr>
        <p:spPr>
          <a:xfrm>
            <a:off x="3500963" y="3474171"/>
            <a:ext cx="64008" cy="64008"/>
          </a:xfrm>
          <a:prstGeom prst="ellipse">
            <a:avLst/>
          </a:prstGeom>
          <a:solidFill>
            <a:srgbClr val="26364E">
              <a:alpha val="84000"/>
            </a:srgbClr>
          </a:solidFill>
          <a:ln w="3810">
            <a:solidFill>
              <a:srgbClr val="26364E">
                <a:alpha val="0"/>
              </a:srgbClr>
            </a:solidFill>
            <a:prstDash val="solid"/>
          </a:ln>
        </p:spPr>
      </p:sp>
      <p:sp>
        <p:nvSpPr>
          <p:cNvPr id="74" name="Shape 72"/>
          <p:cNvSpPr/>
          <p:nvPr/>
        </p:nvSpPr>
        <p:spPr>
          <a:xfrm>
            <a:off x="3591855" y="3474171"/>
            <a:ext cx="64008" cy="64008"/>
          </a:xfrm>
          <a:prstGeom prst="ellipse">
            <a:avLst/>
          </a:prstGeom>
          <a:solidFill>
            <a:srgbClr val="26364E">
              <a:alpha val="84000"/>
            </a:srgbClr>
          </a:solidFill>
          <a:ln w="3810">
            <a:solidFill>
              <a:srgbClr val="26364E">
                <a:alpha val="0"/>
              </a:srgbClr>
            </a:solidFill>
            <a:prstDash val="solid"/>
          </a:ln>
        </p:spPr>
      </p:sp>
      <p:sp>
        <p:nvSpPr>
          <p:cNvPr id="75" name="Shape 73"/>
          <p:cNvSpPr/>
          <p:nvPr/>
        </p:nvSpPr>
        <p:spPr>
          <a:xfrm>
            <a:off x="3682746" y="3474171"/>
            <a:ext cx="64008" cy="64008"/>
          </a:xfrm>
          <a:prstGeom prst="ellipse">
            <a:avLst/>
          </a:prstGeom>
          <a:solidFill>
            <a:srgbClr val="26364E">
              <a:alpha val="84000"/>
            </a:srgbClr>
          </a:solidFill>
          <a:ln w="3810">
            <a:solidFill>
              <a:srgbClr val="26364E">
                <a:alpha val="0"/>
              </a:srgbClr>
            </a:solidFill>
            <a:prstDash val="solid"/>
          </a:ln>
        </p:spPr>
      </p:sp>
      <p:sp>
        <p:nvSpPr>
          <p:cNvPr id="76" name="Shape 74"/>
          <p:cNvSpPr/>
          <p:nvPr/>
        </p:nvSpPr>
        <p:spPr>
          <a:xfrm>
            <a:off x="3773637" y="3474171"/>
            <a:ext cx="64008" cy="64008"/>
          </a:xfrm>
          <a:prstGeom prst="ellipse">
            <a:avLst/>
          </a:prstGeom>
          <a:solidFill>
            <a:srgbClr val="26364E">
              <a:alpha val="84000"/>
            </a:srgbClr>
          </a:solidFill>
          <a:ln w="3810">
            <a:solidFill>
              <a:srgbClr val="26364E">
                <a:alpha val="0"/>
              </a:srgbClr>
            </a:solidFill>
            <a:prstDash val="solid"/>
          </a:ln>
        </p:spPr>
      </p:sp>
      <p:sp>
        <p:nvSpPr>
          <p:cNvPr id="77" name="Shape 75"/>
          <p:cNvSpPr/>
          <p:nvPr/>
        </p:nvSpPr>
        <p:spPr>
          <a:xfrm>
            <a:off x="3864529" y="3474171"/>
            <a:ext cx="64008" cy="64008"/>
          </a:xfrm>
          <a:prstGeom prst="ellipse">
            <a:avLst/>
          </a:prstGeom>
          <a:solidFill>
            <a:srgbClr val="42E0CB"/>
          </a:solidFill>
          <a:ln w="3810">
            <a:solidFill>
              <a:srgbClr val="42E0CB">
                <a:alpha val="0"/>
              </a:srgbClr>
            </a:solidFill>
            <a:prstDash val="solid"/>
          </a:ln>
        </p:spPr>
      </p:sp>
      <p:sp>
        <p:nvSpPr>
          <p:cNvPr id="78" name="Shape 76"/>
          <p:cNvSpPr/>
          <p:nvPr/>
        </p:nvSpPr>
        <p:spPr>
          <a:xfrm>
            <a:off x="3955420" y="3474171"/>
            <a:ext cx="64008" cy="64008"/>
          </a:xfrm>
          <a:prstGeom prst="ellipse">
            <a:avLst/>
          </a:prstGeom>
          <a:solidFill>
            <a:srgbClr val="26364E">
              <a:alpha val="84000"/>
            </a:srgbClr>
          </a:solidFill>
          <a:ln w="3810">
            <a:solidFill>
              <a:srgbClr val="26364E">
                <a:alpha val="0"/>
              </a:srgbClr>
            </a:solidFill>
            <a:prstDash val="solid"/>
          </a:ln>
        </p:spPr>
      </p:sp>
      <p:sp>
        <p:nvSpPr>
          <p:cNvPr id="79" name="Shape 77"/>
          <p:cNvSpPr/>
          <p:nvPr/>
        </p:nvSpPr>
        <p:spPr>
          <a:xfrm>
            <a:off x="1137788" y="3565063"/>
            <a:ext cx="64008" cy="64008"/>
          </a:xfrm>
          <a:prstGeom prst="ellipse">
            <a:avLst/>
          </a:prstGeom>
          <a:solidFill>
            <a:srgbClr val="26364E">
              <a:alpha val="84000"/>
            </a:srgbClr>
          </a:solidFill>
          <a:ln w="3810">
            <a:solidFill>
              <a:srgbClr val="26364E">
                <a:alpha val="0"/>
              </a:srgbClr>
            </a:solidFill>
            <a:prstDash val="solid"/>
          </a:ln>
        </p:spPr>
      </p:sp>
      <p:sp>
        <p:nvSpPr>
          <p:cNvPr id="80" name="Shape 78"/>
          <p:cNvSpPr/>
          <p:nvPr/>
        </p:nvSpPr>
        <p:spPr>
          <a:xfrm>
            <a:off x="1228679" y="3565063"/>
            <a:ext cx="64008" cy="64008"/>
          </a:xfrm>
          <a:prstGeom prst="ellipse">
            <a:avLst/>
          </a:prstGeom>
          <a:solidFill>
            <a:srgbClr val="26364E">
              <a:alpha val="84000"/>
            </a:srgbClr>
          </a:solidFill>
          <a:ln w="3810">
            <a:solidFill>
              <a:srgbClr val="26364E">
                <a:alpha val="0"/>
              </a:srgbClr>
            </a:solidFill>
            <a:prstDash val="solid"/>
          </a:ln>
        </p:spPr>
      </p:sp>
      <p:sp>
        <p:nvSpPr>
          <p:cNvPr id="81" name="Shape 79"/>
          <p:cNvSpPr/>
          <p:nvPr/>
        </p:nvSpPr>
        <p:spPr>
          <a:xfrm>
            <a:off x="1319571" y="3565063"/>
            <a:ext cx="64008" cy="64008"/>
          </a:xfrm>
          <a:prstGeom prst="ellipse">
            <a:avLst/>
          </a:prstGeom>
          <a:solidFill>
            <a:srgbClr val="26364E">
              <a:alpha val="84000"/>
            </a:srgbClr>
          </a:solidFill>
          <a:ln w="3810">
            <a:solidFill>
              <a:srgbClr val="26364E">
                <a:alpha val="0"/>
              </a:srgbClr>
            </a:solidFill>
            <a:prstDash val="solid"/>
          </a:ln>
        </p:spPr>
      </p:sp>
      <p:sp>
        <p:nvSpPr>
          <p:cNvPr id="82" name="Shape 80"/>
          <p:cNvSpPr/>
          <p:nvPr/>
        </p:nvSpPr>
        <p:spPr>
          <a:xfrm>
            <a:off x="1410462" y="3565063"/>
            <a:ext cx="64008" cy="64008"/>
          </a:xfrm>
          <a:prstGeom prst="ellipse">
            <a:avLst/>
          </a:prstGeom>
          <a:solidFill>
            <a:srgbClr val="26364E">
              <a:alpha val="84000"/>
            </a:srgbClr>
          </a:solidFill>
          <a:ln w="3810">
            <a:solidFill>
              <a:srgbClr val="26364E">
                <a:alpha val="0"/>
              </a:srgbClr>
            </a:solidFill>
            <a:prstDash val="solid"/>
          </a:ln>
        </p:spPr>
      </p:sp>
      <p:sp>
        <p:nvSpPr>
          <p:cNvPr id="83" name="Shape 81"/>
          <p:cNvSpPr/>
          <p:nvPr/>
        </p:nvSpPr>
        <p:spPr>
          <a:xfrm>
            <a:off x="1501353" y="3565063"/>
            <a:ext cx="64008" cy="64008"/>
          </a:xfrm>
          <a:prstGeom prst="ellipse">
            <a:avLst/>
          </a:prstGeom>
          <a:solidFill>
            <a:srgbClr val="26364E">
              <a:alpha val="84000"/>
            </a:srgbClr>
          </a:solidFill>
          <a:ln w="3810">
            <a:solidFill>
              <a:srgbClr val="26364E">
                <a:alpha val="0"/>
              </a:srgbClr>
            </a:solidFill>
            <a:prstDash val="solid"/>
          </a:ln>
        </p:spPr>
      </p:sp>
      <p:sp>
        <p:nvSpPr>
          <p:cNvPr id="84" name="Shape 82"/>
          <p:cNvSpPr/>
          <p:nvPr/>
        </p:nvSpPr>
        <p:spPr>
          <a:xfrm>
            <a:off x="1592245" y="3565063"/>
            <a:ext cx="64008" cy="64008"/>
          </a:xfrm>
          <a:prstGeom prst="ellipse">
            <a:avLst/>
          </a:prstGeom>
          <a:solidFill>
            <a:srgbClr val="26364E">
              <a:alpha val="84000"/>
            </a:srgbClr>
          </a:solidFill>
          <a:ln w="3810">
            <a:solidFill>
              <a:srgbClr val="26364E">
                <a:alpha val="0"/>
              </a:srgbClr>
            </a:solidFill>
            <a:prstDash val="solid"/>
          </a:ln>
        </p:spPr>
      </p:sp>
      <p:sp>
        <p:nvSpPr>
          <p:cNvPr id="85" name="Shape 83"/>
          <p:cNvSpPr/>
          <p:nvPr/>
        </p:nvSpPr>
        <p:spPr>
          <a:xfrm>
            <a:off x="1683136" y="3565063"/>
            <a:ext cx="64008" cy="64008"/>
          </a:xfrm>
          <a:prstGeom prst="ellipse">
            <a:avLst/>
          </a:prstGeom>
          <a:solidFill>
            <a:srgbClr val="26364E">
              <a:alpha val="84000"/>
            </a:srgbClr>
          </a:solidFill>
          <a:ln w="3810">
            <a:solidFill>
              <a:srgbClr val="26364E">
                <a:alpha val="0"/>
              </a:srgbClr>
            </a:solidFill>
            <a:prstDash val="solid"/>
          </a:ln>
        </p:spPr>
      </p:sp>
      <p:sp>
        <p:nvSpPr>
          <p:cNvPr id="86" name="Shape 84"/>
          <p:cNvSpPr/>
          <p:nvPr/>
        </p:nvSpPr>
        <p:spPr>
          <a:xfrm>
            <a:off x="1774027" y="3565063"/>
            <a:ext cx="64008" cy="64008"/>
          </a:xfrm>
          <a:prstGeom prst="ellipse">
            <a:avLst/>
          </a:prstGeom>
          <a:solidFill>
            <a:srgbClr val="42E0CB"/>
          </a:solidFill>
          <a:ln w="3810">
            <a:solidFill>
              <a:srgbClr val="42E0CB">
                <a:alpha val="0"/>
              </a:srgbClr>
            </a:solidFill>
            <a:prstDash val="solid"/>
          </a:ln>
        </p:spPr>
      </p:sp>
      <p:sp>
        <p:nvSpPr>
          <p:cNvPr id="87" name="Shape 85"/>
          <p:cNvSpPr/>
          <p:nvPr/>
        </p:nvSpPr>
        <p:spPr>
          <a:xfrm>
            <a:off x="1864919" y="3565063"/>
            <a:ext cx="64008" cy="64008"/>
          </a:xfrm>
          <a:prstGeom prst="ellipse">
            <a:avLst/>
          </a:prstGeom>
          <a:solidFill>
            <a:srgbClr val="26364E">
              <a:alpha val="84000"/>
            </a:srgbClr>
          </a:solidFill>
          <a:ln w="3810">
            <a:solidFill>
              <a:srgbClr val="26364E">
                <a:alpha val="0"/>
              </a:srgbClr>
            </a:solidFill>
            <a:prstDash val="solid"/>
          </a:ln>
        </p:spPr>
      </p:sp>
      <p:sp>
        <p:nvSpPr>
          <p:cNvPr id="88" name="Shape 86"/>
          <p:cNvSpPr/>
          <p:nvPr/>
        </p:nvSpPr>
        <p:spPr>
          <a:xfrm>
            <a:off x="1955810" y="3565063"/>
            <a:ext cx="64008" cy="64008"/>
          </a:xfrm>
          <a:prstGeom prst="ellipse">
            <a:avLst/>
          </a:prstGeom>
          <a:solidFill>
            <a:srgbClr val="26364E">
              <a:alpha val="84000"/>
            </a:srgbClr>
          </a:solidFill>
          <a:ln w="3810">
            <a:solidFill>
              <a:srgbClr val="26364E">
                <a:alpha val="0"/>
              </a:srgbClr>
            </a:solidFill>
            <a:prstDash val="solid"/>
          </a:ln>
        </p:spPr>
      </p:sp>
      <p:sp>
        <p:nvSpPr>
          <p:cNvPr id="89" name="Shape 87"/>
          <p:cNvSpPr/>
          <p:nvPr/>
        </p:nvSpPr>
        <p:spPr>
          <a:xfrm>
            <a:off x="2046702" y="3565063"/>
            <a:ext cx="64008" cy="64008"/>
          </a:xfrm>
          <a:prstGeom prst="ellipse">
            <a:avLst/>
          </a:prstGeom>
          <a:solidFill>
            <a:srgbClr val="42E0CB"/>
          </a:solidFill>
          <a:ln w="3810">
            <a:solidFill>
              <a:srgbClr val="42E0CB">
                <a:alpha val="0"/>
              </a:srgbClr>
            </a:solidFill>
            <a:prstDash val="solid"/>
          </a:ln>
        </p:spPr>
      </p:sp>
      <p:sp>
        <p:nvSpPr>
          <p:cNvPr id="90" name="Shape 88"/>
          <p:cNvSpPr/>
          <p:nvPr/>
        </p:nvSpPr>
        <p:spPr>
          <a:xfrm>
            <a:off x="2137593" y="3565063"/>
            <a:ext cx="64008" cy="64008"/>
          </a:xfrm>
          <a:prstGeom prst="ellipse">
            <a:avLst/>
          </a:prstGeom>
          <a:solidFill>
            <a:srgbClr val="26364E">
              <a:alpha val="84000"/>
            </a:srgbClr>
          </a:solidFill>
          <a:ln w="3810">
            <a:solidFill>
              <a:srgbClr val="26364E">
                <a:alpha val="0"/>
              </a:srgbClr>
            </a:solidFill>
            <a:prstDash val="solid"/>
          </a:ln>
        </p:spPr>
      </p:sp>
      <p:sp>
        <p:nvSpPr>
          <p:cNvPr id="91" name="Shape 89"/>
          <p:cNvSpPr/>
          <p:nvPr/>
        </p:nvSpPr>
        <p:spPr>
          <a:xfrm>
            <a:off x="2228484" y="3565063"/>
            <a:ext cx="64008" cy="64008"/>
          </a:xfrm>
          <a:prstGeom prst="ellipse">
            <a:avLst/>
          </a:prstGeom>
          <a:solidFill>
            <a:srgbClr val="26364E">
              <a:alpha val="84000"/>
            </a:srgbClr>
          </a:solidFill>
          <a:ln w="3810">
            <a:solidFill>
              <a:srgbClr val="26364E">
                <a:alpha val="0"/>
              </a:srgbClr>
            </a:solidFill>
            <a:prstDash val="solid"/>
          </a:ln>
        </p:spPr>
      </p:sp>
      <p:sp>
        <p:nvSpPr>
          <p:cNvPr id="92" name="Shape 90"/>
          <p:cNvSpPr/>
          <p:nvPr/>
        </p:nvSpPr>
        <p:spPr>
          <a:xfrm>
            <a:off x="2319376" y="3565063"/>
            <a:ext cx="64008" cy="64008"/>
          </a:xfrm>
          <a:prstGeom prst="ellipse">
            <a:avLst/>
          </a:prstGeom>
          <a:solidFill>
            <a:srgbClr val="42E0CB"/>
          </a:solidFill>
          <a:ln w="3810">
            <a:solidFill>
              <a:srgbClr val="42E0CB">
                <a:alpha val="0"/>
              </a:srgbClr>
            </a:solidFill>
            <a:prstDash val="solid"/>
          </a:ln>
        </p:spPr>
      </p:sp>
      <p:sp>
        <p:nvSpPr>
          <p:cNvPr id="93" name="Shape 91"/>
          <p:cNvSpPr/>
          <p:nvPr/>
        </p:nvSpPr>
        <p:spPr>
          <a:xfrm>
            <a:off x="2410267" y="3565063"/>
            <a:ext cx="64008" cy="64008"/>
          </a:xfrm>
          <a:prstGeom prst="ellipse">
            <a:avLst/>
          </a:prstGeom>
          <a:solidFill>
            <a:srgbClr val="26364E">
              <a:alpha val="84000"/>
            </a:srgbClr>
          </a:solidFill>
          <a:ln w="3810">
            <a:solidFill>
              <a:srgbClr val="26364E">
                <a:alpha val="0"/>
              </a:srgbClr>
            </a:solidFill>
            <a:prstDash val="solid"/>
          </a:ln>
        </p:spPr>
      </p:sp>
      <p:sp>
        <p:nvSpPr>
          <p:cNvPr id="94" name="Shape 92"/>
          <p:cNvSpPr/>
          <p:nvPr/>
        </p:nvSpPr>
        <p:spPr>
          <a:xfrm>
            <a:off x="2501158" y="3565063"/>
            <a:ext cx="64008" cy="64008"/>
          </a:xfrm>
          <a:prstGeom prst="ellipse">
            <a:avLst/>
          </a:prstGeom>
          <a:solidFill>
            <a:srgbClr val="26364E">
              <a:alpha val="84000"/>
            </a:srgbClr>
          </a:solidFill>
          <a:ln w="3810">
            <a:solidFill>
              <a:srgbClr val="26364E">
                <a:alpha val="0"/>
              </a:srgbClr>
            </a:solidFill>
            <a:prstDash val="solid"/>
          </a:ln>
        </p:spPr>
      </p:sp>
      <p:sp>
        <p:nvSpPr>
          <p:cNvPr id="95" name="Shape 93"/>
          <p:cNvSpPr/>
          <p:nvPr/>
        </p:nvSpPr>
        <p:spPr>
          <a:xfrm>
            <a:off x="2592050" y="3565063"/>
            <a:ext cx="64008" cy="64008"/>
          </a:xfrm>
          <a:prstGeom prst="ellipse">
            <a:avLst/>
          </a:prstGeom>
          <a:solidFill>
            <a:srgbClr val="42E0CB"/>
          </a:solidFill>
          <a:ln w="3810">
            <a:solidFill>
              <a:srgbClr val="42E0CB">
                <a:alpha val="0"/>
              </a:srgbClr>
            </a:solidFill>
            <a:prstDash val="solid"/>
          </a:ln>
        </p:spPr>
      </p:sp>
      <p:sp>
        <p:nvSpPr>
          <p:cNvPr id="96" name="Shape 94"/>
          <p:cNvSpPr/>
          <p:nvPr/>
        </p:nvSpPr>
        <p:spPr>
          <a:xfrm>
            <a:off x="2682941" y="3565063"/>
            <a:ext cx="64008" cy="64008"/>
          </a:xfrm>
          <a:prstGeom prst="ellipse">
            <a:avLst/>
          </a:prstGeom>
          <a:solidFill>
            <a:srgbClr val="26364E">
              <a:alpha val="84000"/>
            </a:srgbClr>
          </a:solidFill>
          <a:ln w="3810">
            <a:solidFill>
              <a:srgbClr val="26364E">
                <a:alpha val="0"/>
              </a:srgbClr>
            </a:solidFill>
            <a:prstDash val="solid"/>
          </a:ln>
        </p:spPr>
      </p:sp>
      <p:sp>
        <p:nvSpPr>
          <p:cNvPr id="97" name="Shape 95"/>
          <p:cNvSpPr/>
          <p:nvPr/>
        </p:nvSpPr>
        <p:spPr>
          <a:xfrm>
            <a:off x="2773832" y="3565063"/>
            <a:ext cx="64008" cy="64008"/>
          </a:xfrm>
          <a:prstGeom prst="ellipse">
            <a:avLst/>
          </a:prstGeom>
          <a:solidFill>
            <a:srgbClr val="26364E">
              <a:alpha val="84000"/>
            </a:srgbClr>
          </a:solidFill>
          <a:ln w="3810">
            <a:solidFill>
              <a:srgbClr val="26364E">
                <a:alpha val="0"/>
              </a:srgbClr>
            </a:solidFill>
            <a:prstDash val="solid"/>
          </a:ln>
        </p:spPr>
      </p:sp>
      <p:sp>
        <p:nvSpPr>
          <p:cNvPr id="98" name="Shape 96"/>
          <p:cNvSpPr/>
          <p:nvPr/>
        </p:nvSpPr>
        <p:spPr>
          <a:xfrm>
            <a:off x="2864724" y="3565063"/>
            <a:ext cx="64008" cy="64008"/>
          </a:xfrm>
          <a:prstGeom prst="ellipse">
            <a:avLst/>
          </a:prstGeom>
          <a:solidFill>
            <a:srgbClr val="42E0CB"/>
          </a:solidFill>
          <a:ln w="3810">
            <a:solidFill>
              <a:srgbClr val="42E0CB">
                <a:alpha val="0"/>
              </a:srgbClr>
            </a:solidFill>
            <a:prstDash val="solid"/>
          </a:ln>
        </p:spPr>
      </p:sp>
      <p:sp>
        <p:nvSpPr>
          <p:cNvPr id="99" name="Shape 97"/>
          <p:cNvSpPr/>
          <p:nvPr/>
        </p:nvSpPr>
        <p:spPr>
          <a:xfrm>
            <a:off x="2955615" y="3565063"/>
            <a:ext cx="64008" cy="64008"/>
          </a:xfrm>
          <a:prstGeom prst="ellipse">
            <a:avLst/>
          </a:prstGeom>
          <a:solidFill>
            <a:srgbClr val="26364E">
              <a:alpha val="84000"/>
            </a:srgbClr>
          </a:solidFill>
          <a:ln w="3810">
            <a:solidFill>
              <a:srgbClr val="26364E">
                <a:alpha val="0"/>
              </a:srgbClr>
            </a:solidFill>
            <a:prstDash val="solid"/>
          </a:ln>
        </p:spPr>
      </p:sp>
      <p:sp>
        <p:nvSpPr>
          <p:cNvPr id="100" name="Shape 98"/>
          <p:cNvSpPr/>
          <p:nvPr/>
        </p:nvSpPr>
        <p:spPr>
          <a:xfrm>
            <a:off x="3046506" y="3565063"/>
            <a:ext cx="64008" cy="64008"/>
          </a:xfrm>
          <a:prstGeom prst="ellipse">
            <a:avLst/>
          </a:prstGeom>
          <a:solidFill>
            <a:srgbClr val="26364E">
              <a:alpha val="84000"/>
            </a:srgbClr>
          </a:solidFill>
          <a:ln w="3810">
            <a:solidFill>
              <a:srgbClr val="26364E">
                <a:alpha val="0"/>
              </a:srgbClr>
            </a:solidFill>
            <a:prstDash val="solid"/>
          </a:ln>
        </p:spPr>
      </p:sp>
      <p:sp>
        <p:nvSpPr>
          <p:cNvPr id="101" name="Shape 99"/>
          <p:cNvSpPr/>
          <p:nvPr/>
        </p:nvSpPr>
        <p:spPr>
          <a:xfrm>
            <a:off x="3137398" y="3565063"/>
            <a:ext cx="64008" cy="64008"/>
          </a:xfrm>
          <a:prstGeom prst="ellipse">
            <a:avLst/>
          </a:prstGeom>
          <a:solidFill>
            <a:srgbClr val="42E0CB"/>
          </a:solidFill>
          <a:ln w="3810">
            <a:solidFill>
              <a:srgbClr val="42E0CB">
                <a:alpha val="0"/>
              </a:srgbClr>
            </a:solidFill>
            <a:prstDash val="solid"/>
          </a:ln>
        </p:spPr>
      </p:sp>
      <p:sp>
        <p:nvSpPr>
          <p:cNvPr id="102" name="Shape 100"/>
          <p:cNvSpPr/>
          <p:nvPr/>
        </p:nvSpPr>
        <p:spPr>
          <a:xfrm>
            <a:off x="3228289" y="3565063"/>
            <a:ext cx="64008" cy="64008"/>
          </a:xfrm>
          <a:prstGeom prst="ellipse">
            <a:avLst/>
          </a:prstGeom>
          <a:solidFill>
            <a:srgbClr val="26364E">
              <a:alpha val="84000"/>
            </a:srgbClr>
          </a:solidFill>
          <a:ln w="3810">
            <a:solidFill>
              <a:srgbClr val="26364E">
                <a:alpha val="0"/>
              </a:srgbClr>
            </a:solidFill>
            <a:prstDash val="solid"/>
          </a:ln>
        </p:spPr>
      </p:sp>
      <p:sp>
        <p:nvSpPr>
          <p:cNvPr id="103" name="Shape 101"/>
          <p:cNvSpPr/>
          <p:nvPr/>
        </p:nvSpPr>
        <p:spPr>
          <a:xfrm>
            <a:off x="3319181" y="3565063"/>
            <a:ext cx="64008" cy="64008"/>
          </a:xfrm>
          <a:prstGeom prst="ellipse">
            <a:avLst/>
          </a:prstGeom>
          <a:solidFill>
            <a:srgbClr val="26364E">
              <a:alpha val="84000"/>
            </a:srgbClr>
          </a:solidFill>
          <a:ln w="3810">
            <a:solidFill>
              <a:srgbClr val="26364E">
                <a:alpha val="0"/>
              </a:srgbClr>
            </a:solidFill>
            <a:prstDash val="solid"/>
          </a:ln>
        </p:spPr>
      </p:sp>
      <p:sp>
        <p:nvSpPr>
          <p:cNvPr id="104" name="Shape 102"/>
          <p:cNvSpPr/>
          <p:nvPr/>
        </p:nvSpPr>
        <p:spPr>
          <a:xfrm>
            <a:off x="3410072" y="3565063"/>
            <a:ext cx="64008" cy="64008"/>
          </a:xfrm>
          <a:prstGeom prst="ellipse">
            <a:avLst/>
          </a:prstGeom>
          <a:solidFill>
            <a:srgbClr val="42E0CB"/>
          </a:solidFill>
          <a:ln w="3810">
            <a:solidFill>
              <a:srgbClr val="42E0CB">
                <a:alpha val="0"/>
              </a:srgbClr>
            </a:solidFill>
            <a:prstDash val="solid"/>
          </a:ln>
        </p:spPr>
      </p:sp>
      <p:sp>
        <p:nvSpPr>
          <p:cNvPr id="105" name="Shape 103"/>
          <p:cNvSpPr/>
          <p:nvPr/>
        </p:nvSpPr>
        <p:spPr>
          <a:xfrm>
            <a:off x="3500963" y="3565063"/>
            <a:ext cx="64008" cy="64008"/>
          </a:xfrm>
          <a:prstGeom prst="ellipse">
            <a:avLst/>
          </a:prstGeom>
          <a:solidFill>
            <a:srgbClr val="26364E">
              <a:alpha val="84000"/>
            </a:srgbClr>
          </a:solidFill>
          <a:ln w="3810">
            <a:solidFill>
              <a:srgbClr val="26364E">
                <a:alpha val="0"/>
              </a:srgbClr>
            </a:solidFill>
            <a:prstDash val="solid"/>
          </a:ln>
        </p:spPr>
      </p:sp>
      <p:sp>
        <p:nvSpPr>
          <p:cNvPr id="106" name="Shape 104"/>
          <p:cNvSpPr/>
          <p:nvPr/>
        </p:nvSpPr>
        <p:spPr>
          <a:xfrm>
            <a:off x="3591855" y="3565063"/>
            <a:ext cx="64008" cy="64008"/>
          </a:xfrm>
          <a:prstGeom prst="ellipse">
            <a:avLst/>
          </a:prstGeom>
          <a:solidFill>
            <a:srgbClr val="26364E">
              <a:alpha val="84000"/>
            </a:srgbClr>
          </a:solidFill>
          <a:ln w="3810">
            <a:solidFill>
              <a:srgbClr val="26364E">
                <a:alpha val="0"/>
              </a:srgbClr>
            </a:solidFill>
            <a:prstDash val="solid"/>
          </a:ln>
        </p:spPr>
      </p:sp>
      <p:sp>
        <p:nvSpPr>
          <p:cNvPr id="107" name="Shape 105"/>
          <p:cNvSpPr/>
          <p:nvPr/>
        </p:nvSpPr>
        <p:spPr>
          <a:xfrm>
            <a:off x="3682746" y="3565063"/>
            <a:ext cx="64008" cy="64008"/>
          </a:xfrm>
          <a:prstGeom prst="ellipse">
            <a:avLst/>
          </a:prstGeom>
          <a:solidFill>
            <a:srgbClr val="42E0CB"/>
          </a:solidFill>
          <a:ln w="3810">
            <a:solidFill>
              <a:srgbClr val="42E0CB">
                <a:alpha val="0"/>
              </a:srgbClr>
            </a:solidFill>
            <a:prstDash val="solid"/>
          </a:ln>
        </p:spPr>
      </p:sp>
      <p:sp>
        <p:nvSpPr>
          <p:cNvPr id="108" name="Shape 106"/>
          <p:cNvSpPr/>
          <p:nvPr/>
        </p:nvSpPr>
        <p:spPr>
          <a:xfrm>
            <a:off x="3773637" y="3565063"/>
            <a:ext cx="64008" cy="64008"/>
          </a:xfrm>
          <a:prstGeom prst="ellipse">
            <a:avLst/>
          </a:prstGeom>
          <a:solidFill>
            <a:srgbClr val="42E0CB"/>
          </a:solidFill>
          <a:ln w="3810">
            <a:solidFill>
              <a:srgbClr val="42E0CB">
                <a:alpha val="0"/>
              </a:srgbClr>
            </a:solidFill>
            <a:prstDash val="solid"/>
          </a:ln>
        </p:spPr>
      </p:sp>
      <p:sp>
        <p:nvSpPr>
          <p:cNvPr id="109" name="Shape 107"/>
          <p:cNvSpPr/>
          <p:nvPr/>
        </p:nvSpPr>
        <p:spPr>
          <a:xfrm>
            <a:off x="3864529" y="3565063"/>
            <a:ext cx="64008" cy="64008"/>
          </a:xfrm>
          <a:prstGeom prst="ellipse">
            <a:avLst/>
          </a:prstGeom>
          <a:solidFill>
            <a:srgbClr val="42E0CB"/>
          </a:solidFill>
          <a:ln w="3810">
            <a:solidFill>
              <a:srgbClr val="42E0CB">
                <a:alpha val="0"/>
              </a:srgbClr>
            </a:solidFill>
            <a:prstDash val="solid"/>
          </a:ln>
        </p:spPr>
      </p:sp>
      <p:sp>
        <p:nvSpPr>
          <p:cNvPr id="110" name="Shape 108"/>
          <p:cNvSpPr/>
          <p:nvPr/>
        </p:nvSpPr>
        <p:spPr>
          <a:xfrm>
            <a:off x="3955420" y="3565063"/>
            <a:ext cx="64008" cy="64008"/>
          </a:xfrm>
          <a:prstGeom prst="ellipse">
            <a:avLst/>
          </a:prstGeom>
          <a:solidFill>
            <a:srgbClr val="26364E">
              <a:alpha val="84000"/>
            </a:srgbClr>
          </a:solidFill>
          <a:ln w="3810">
            <a:solidFill>
              <a:srgbClr val="26364E">
                <a:alpha val="0"/>
              </a:srgbClr>
            </a:solidFill>
            <a:prstDash val="solid"/>
          </a:ln>
        </p:spPr>
      </p:sp>
      <p:sp>
        <p:nvSpPr>
          <p:cNvPr id="111" name="Shape 109"/>
          <p:cNvSpPr/>
          <p:nvPr/>
        </p:nvSpPr>
        <p:spPr>
          <a:xfrm>
            <a:off x="1137788" y="3655954"/>
            <a:ext cx="64008" cy="64008"/>
          </a:xfrm>
          <a:prstGeom prst="ellipse">
            <a:avLst/>
          </a:prstGeom>
          <a:solidFill>
            <a:srgbClr val="42E0CB"/>
          </a:solidFill>
          <a:ln w="3810">
            <a:solidFill>
              <a:srgbClr val="42E0CB">
                <a:alpha val="0"/>
              </a:srgbClr>
            </a:solidFill>
            <a:prstDash val="solid"/>
          </a:ln>
        </p:spPr>
      </p:sp>
      <p:sp>
        <p:nvSpPr>
          <p:cNvPr id="112" name="Shape 110"/>
          <p:cNvSpPr/>
          <p:nvPr/>
        </p:nvSpPr>
        <p:spPr>
          <a:xfrm>
            <a:off x="1228679" y="3655954"/>
            <a:ext cx="64008" cy="64008"/>
          </a:xfrm>
          <a:prstGeom prst="ellipse">
            <a:avLst/>
          </a:prstGeom>
          <a:solidFill>
            <a:srgbClr val="26364E">
              <a:alpha val="84000"/>
            </a:srgbClr>
          </a:solidFill>
          <a:ln w="3810">
            <a:solidFill>
              <a:srgbClr val="26364E">
                <a:alpha val="0"/>
              </a:srgbClr>
            </a:solidFill>
            <a:prstDash val="solid"/>
          </a:ln>
        </p:spPr>
      </p:sp>
      <p:sp>
        <p:nvSpPr>
          <p:cNvPr id="113" name="Shape 111"/>
          <p:cNvSpPr/>
          <p:nvPr/>
        </p:nvSpPr>
        <p:spPr>
          <a:xfrm>
            <a:off x="1319571" y="3655954"/>
            <a:ext cx="64008" cy="64008"/>
          </a:xfrm>
          <a:prstGeom prst="ellipse">
            <a:avLst/>
          </a:prstGeom>
          <a:solidFill>
            <a:srgbClr val="42E0CB"/>
          </a:solidFill>
          <a:ln w="3810">
            <a:solidFill>
              <a:srgbClr val="42E0CB">
                <a:alpha val="0"/>
              </a:srgbClr>
            </a:solidFill>
            <a:prstDash val="solid"/>
          </a:ln>
        </p:spPr>
      </p:sp>
      <p:sp>
        <p:nvSpPr>
          <p:cNvPr id="114" name="Shape 112"/>
          <p:cNvSpPr/>
          <p:nvPr/>
        </p:nvSpPr>
        <p:spPr>
          <a:xfrm>
            <a:off x="1410462" y="3655954"/>
            <a:ext cx="64008" cy="64008"/>
          </a:xfrm>
          <a:prstGeom prst="ellipse">
            <a:avLst/>
          </a:prstGeom>
          <a:solidFill>
            <a:srgbClr val="26364E">
              <a:alpha val="84000"/>
            </a:srgbClr>
          </a:solidFill>
          <a:ln w="3810">
            <a:solidFill>
              <a:srgbClr val="26364E">
                <a:alpha val="0"/>
              </a:srgbClr>
            </a:solidFill>
            <a:prstDash val="solid"/>
          </a:ln>
        </p:spPr>
      </p:sp>
      <p:sp>
        <p:nvSpPr>
          <p:cNvPr id="115" name="Shape 113"/>
          <p:cNvSpPr/>
          <p:nvPr/>
        </p:nvSpPr>
        <p:spPr>
          <a:xfrm>
            <a:off x="1501353" y="3655954"/>
            <a:ext cx="64008" cy="64008"/>
          </a:xfrm>
          <a:prstGeom prst="ellipse">
            <a:avLst/>
          </a:prstGeom>
          <a:solidFill>
            <a:srgbClr val="42E0CB"/>
          </a:solidFill>
          <a:ln w="3810">
            <a:solidFill>
              <a:srgbClr val="42E0CB">
                <a:alpha val="0"/>
              </a:srgbClr>
            </a:solidFill>
            <a:prstDash val="solid"/>
          </a:ln>
        </p:spPr>
      </p:sp>
      <p:sp>
        <p:nvSpPr>
          <p:cNvPr id="116" name="Shape 114"/>
          <p:cNvSpPr/>
          <p:nvPr/>
        </p:nvSpPr>
        <p:spPr>
          <a:xfrm>
            <a:off x="1592245" y="3655954"/>
            <a:ext cx="64008" cy="64008"/>
          </a:xfrm>
          <a:prstGeom prst="ellipse">
            <a:avLst/>
          </a:prstGeom>
          <a:solidFill>
            <a:srgbClr val="26364E">
              <a:alpha val="84000"/>
            </a:srgbClr>
          </a:solidFill>
          <a:ln w="3810">
            <a:solidFill>
              <a:srgbClr val="26364E">
                <a:alpha val="0"/>
              </a:srgbClr>
            </a:solidFill>
            <a:prstDash val="solid"/>
          </a:ln>
        </p:spPr>
      </p:sp>
      <p:sp>
        <p:nvSpPr>
          <p:cNvPr id="117" name="Shape 115"/>
          <p:cNvSpPr/>
          <p:nvPr/>
        </p:nvSpPr>
        <p:spPr>
          <a:xfrm>
            <a:off x="1683136" y="3655954"/>
            <a:ext cx="64008" cy="64008"/>
          </a:xfrm>
          <a:prstGeom prst="ellipse">
            <a:avLst/>
          </a:prstGeom>
          <a:solidFill>
            <a:srgbClr val="26364E">
              <a:alpha val="84000"/>
            </a:srgbClr>
          </a:solidFill>
          <a:ln w="3810">
            <a:solidFill>
              <a:srgbClr val="26364E">
                <a:alpha val="0"/>
              </a:srgbClr>
            </a:solidFill>
            <a:prstDash val="solid"/>
          </a:ln>
        </p:spPr>
      </p:sp>
      <p:sp>
        <p:nvSpPr>
          <p:cNvPr id="118" name="Shape 116"/>
          <p:cNvSpPr/>
          <p:nvPr/>
        </p:nvSpPr>
        <p:spPr>
          <a:xfrm>
            <a:off x="1774027" y="3655954"/>
            <a:ext cx="64008" cy="64008"/>
          </a:xfrm>
          <a:prstGeom prst="ellipse">
            <a:avLst/>
          </a:prstGeom>
          <a:solidFill>
            <a:srgbClr val="26364E">
              <a:alpha val="84000"/>
            </a:srgbClr>
          </a:solidFill>
          <a:ln w="3810">
            <a:solidFill>
              <a:srgbClr val="26364E">
                <a:alpha val="0"/>
              </a:srgbClr>
            </a:solidFill>
            <a:prstDash val="solid"/>
          </a:ln>
        </p:spPr>
      </p:sp>
      <p:sp>
        <p:nvSpPr>
          <p:cNvPr id="119" name="Shape 117"/>
          <p:cNvSpPr/>
          <p:nvPr/>
        </p:nvSpPr>
        <p:spPr>
          <a:xfrm>
            <a:off x="1864919" y="3655954"/>
            <a:ext cx="64008" cy="64008"/>
          </a:xfrm>
          <a:prstGeom prst="ellipse">
            <a:avLst/>
          </a:prstGeom>
          <a:solidFill>
            <a:srgbClr val="26364E">
              <a:alpha val="84000"/>
            </a:srgbClr>
          </a:solidFill>
          <a:ln w="3810">
            <a:solidFill>
              <a:srgbClr val="26364E">
                <a:alpha val="0"/>
              </a:srgbClr>
            </a:solidFill>
            <a:prstDash val="solid"/>
          </a:ln>
        </p:spPr>
      </p:sp>
      <p:sp>
        <p:nvSpPr>
          <p:cNvPr id="120" name="Shape 118"/>
          <p:cNvSpPr/>
          <p:nvPr/>
        </p:nvSpPr>
        <p:spPr>
          <a:xfrm>
            <a:off x="1955810" y="3655954"/>
            <a:ext cx="64008" cy="64008"/>
          </a:xfrm>
          <a:prstGeom prst="ellipse">
            <a:avLst/>
          </a:prstGeom>
          <a:solidFill>
            <a:srgbClr val="26364E">
              <a:alpha val="84000"/>
            </a:srgbClr>
          </a:solidFill>
          <a:ln w="3810">
            <a:solidFill>
              <a:srgbClr val="26364E">
                <a:alpha val="0"/>
              </a:srgbClr>
            </a:solidFill>
            <a:prstDash val="solid"/>
          </a:ln>
        </p:spPr>
      </p:sp>
      <p:sp>
        <p:nvSpPr>
          <p:cNvPr id="121" name="Shape 119"/>
          <p:cNvSpPr/>
          <p:nvPr/>
        </p:nvSpPr>
        <p:spPr>
          <a:xfrm>
            <a:off x="2046702" y="3655954"/>
            <a:ext cx="64008" cy="64008"/>
          </a:xfrm>
          <a:prstGeom prst="ellipse">
            <a:avLst/>
          </a:prstGeom>
          <a:solidFill>
            <a:srgbClr val="26364E">
              <a:alpha val="84000"/>
            </a:srgbClr>
          </a:solidFill>
          <a:ln w="3810">
            <a:solidFill>
              <a:srgbClr val="26364E">
                <a:alpha val="0"/>
              </a:srgbClr>
            </a:solidFill>
            <a:prstDash val="solid"/>
          </a:ln>
        </p:spPr>
      </p:sp>
      <p:sp>
        <p:nvSpPr>
          <p:cNvPr id="122" name="Shape 120"/>
          <p:cNvSpPr/>
          <p:nvPr/>
        </p:nvSpPr>
        <p:spPr>
          <a:xfrm>
            <a:off x="2137593" y="3655954"/>
            <a:ext cx="64008" cy="64008"/>
          </a:xfrm>
          <a:prstGeom prst="ellipse">
            <a:avLst/>
          </a:prstGeom>
          <a:solidFill>
            <a:srgbClr val="26364E">
              <a:alpha val="84000"/>
            </a:srgbClr>
          </a:solidFill>
          <a:ln w="3810">
            <a:solidFill>
              <a:srgbClr val="26364E">
                <a:alpha val="0"/>
              </a:srgbClr>
            </a:solidFill>
            <a:prstDash val="solid"/>
          </a:ln>
        </p:spPr>
      </p:sp>
      <p:sp>
        <p:nvSpPr>
          <p:cNvPr id="123" name="Shape 121"/>
          <p:cNvSpPr/>
          <p:nvPr/>
        </p:nvSpPr>
        <p:spPr>
          <a:xfrm>
            <a:off x="2228484" y="3655954"/>
            <a:ext cx="64008" cy="64008"/>
          </a:xfrm>
          <a:prstGeom prst="ellipse">
            <a:avLst/>
          </a:prstGeom>
          <a:solidFill>
            <a:srgbClr val="26364E">
              <a:alpha val="84000"/>
            </a:srgbClr>
          </a:solidFill>
          <a:ln w="3810">
            <a:solidFill>
              <a:srgbClr val="26364E">
                <a:alpha val="0"/>
              </a:srgbClr>
            </a:solidFill>
            <a:prstDash val="solid"/>
          </a:ln>
        </p:spPr>
      </p:sp>
      <p:sp>
        <p:nvSpPr>
          <p:cNvPr id="124" name="Shape 122"/>
          <p:cNvSpPr/>
          <p:nvPr/>
        </p:nvSpPr>
        <p:spPr>
          <a:xfrm>
            <a:off x="2319376" y="3655954"/>
            <a:ext cx="64008" cy="64008"/>
          </a:xfrm>
          <a:prstGeom prst="ellipse">
            <a:avLst/>
          </a:prstGeom>
          <a:solidFill>
            <a:srgbClr val="26364E">
              <a:alpha val="84000"/>
            </a:srgbClr>
          </a:solidFill>
          <a:ln w="3810">
            <a:solidFill>
              <a:srgbClr val="26364E">
                <a:alpha val="0"/>
              </a:srgbClr>
            </a:solidFill>
            <a:prstDash val="solid"/>
          </a:ln>
        </p:spPr>
      </p:sp>
      <p:sp>
        <p:nvSpPr>
          <p:cNvPr id="125" name="Shape 123"/>
          <p:cNvSpPr/>
          <p:nvPr/>
        </p:nvSpPr>
        <p:spPr>
          <a:xfrm>
            <a:off x="2410267" y="3655954"/>
            <a:ext cx="64008" cy="64008"/>
          </a:xfrm>
          <a:prstGeom prst="ellipse">
            <a:avLst/>
          </a:prstGeom>
          <a:solidFill>
            <a:srgbClr val="26364E">
              <a:alpha val="84000"/>
            </a:srgbClr>
          </a:solidFill>
          <a:ln w="3810">
            <a:solidFill>
              <a:srgbClr val="26364E">
                <a:alpha val="0"/>
              </a:srgbClr>
            </a:solidFill>
            <a:prstDash val="solid"/>
          </a:ln>
        </p:spPr>
      </p:sp>
      <p:sp>
        <p:nvSpPr>
          <p:cNvPr id="126" name="Shape 124"/>
          <p:cNvSpPr/>
          <p:nvPr/>
        </p:nvSpPr>
        <p:spPr>
          <a:xfrm>
            <a:off x="2501158" y="3655954"/>
            <a:ext cx="64008" cy="64008"/>
          </a:xfrm>
          <a:prstGeom prst="ellipse">
            <a:avLst/>
          </a:prstGeom>
          <a:solidFill>
            <a:srgbClr val="26364E">
              <a:alpha val="84000"/>
            </a:srgbClr>
          </a:solidFill>
          <a:ln w="3810">
            <a:solidFill>
              <a:srgbClr val="26364E">
                <a:alpha val="0"/>
              </a:srgbClr>
            </a:solidFill>
            <a:prstDash val="solid"/>
          </a:ln>
        </p:spPr>
      </p:sp>
      <p:sp>
        <p:nvSpPr>
          <p:cNvPr id="127" name="Shape 125"/>
          <p:cNvSpPr/>
          <p:nvPr/>
        </p:nvSpPr>
        <p:spPr>
          <a:xfrm>
            <a:off x="2592050" y="3655954"/>
            <a:ext cx="64008" cy="64008"/>
          </a:xfrm>
          <a:prstGeom prst="ellipse">
            <a:avLst/>
          </a:prstGeom>
          <a:solidFill>
            <a:srgbClr val="26364E">
              <a:alpha val="84000"/>
            </a:srgbClr>
          </a:solidFill>
          <a:ln w="3810">
            <a:solidFill>
              <a:srgbClr val="26364E">
                <a:alpha val="0"/>
              </a:srgbClr>
            </a:solidFill>
            <a:prstDash val="solid"/>
          </a:ln>
        </p:spPr>
      </p:sp>
      <p:sp>
        <p:nvSpPr>
          <p:cNvPr id="128" name="Shape 126"/>
          <p:cNvSpPr/>
          <p:nvPr/>
        </p:nvSpPr>
        <p:spPr>
          <a:xfrm>
            <a:off x="2682941" y="3655954"/>
            <a:ext cx="64008" cy="64008"/>
          </a:xfrm>
          <a:prstGeom prst="ellipse">
            <a:avLst/>
          </a:prstGeom>
          <a:solidFill>
            <a:srgbClr val="26364E">
              <a:alpha val="84000"/>
            </a:srgbClr>
          </a:solidFill>
          <a:ln w="3810">
            <a:solidFill>
              <a:srgbClr val="26364E">
                <a:alpha val="0"/>
              </a:srgbClr>
            </a:solidFill>
            <a:prstDash val="solid"/>
          </a:ln>
        </p:spPr>
      </p:sp>
      <p:sp>
        <p:nvSpPr>
          <p:cNvPr id="129" name="Shape 127"/>
          <p:cNvSpPr/>
          <p:nvPr/>
        </p:nvSpPr>
        <p:spPr>
          <a:xfrm>
            <a:off x="2773832" y="3655954"/>
            <a:ext cx="64008" cy="64008"/>
          </a:xfrm>
          <a:prstGeom prst="ellipse">
            <a:avLst/>
          </a:prstGeom>
          <a:solidFill>
            <a:srgbClr val="26364E">
              <a:alpha val="84000"/>
            </a:srgbClr>
          </a:solidFill>
          <a:ln w="3810">
            <a:solidFill>
              <a:srgbClr val="26364E">
                <a:alpha val="0"/>
              </a:srgbClr>
            </a:solidFill>
            <a:prstDash val="solid"/>
          </a:ln>
        </p:spPr>
      </p:sp>
      <p:sp>
        <p:nvSpPr>
          <p:cNvPr id="130" name="Shape 128"/>
          <p:cNvSpPr/>
          <p:nvPr/>
        </p:nvSpPr>
        <p:spPr>
          <a:xfrm>
            <a:off x="2864724" y="3655954"/>
            <a:ext cx="64008" cy="64008"/>
          </a:xfrm>
          <a:prstGeom prst="ellipse">
            <a:avLst/>
          </a:prstGeom>
          <a:solidFill>
            <a:srgbClr val="26364E">
              <a:alpha val="84000"/>
            </a:srgbClr>
          </a:solidFill>
          <a:ln w="3810">
            <a:solidFill>
              <a:srgbClr val="26364E">
                <a:alpha val="0"/>
              </a:srgbClr>
            </a:solidFill>
            <a:prstDash val="solid"/>
          </a:ln>
        </p:spPr>
      </p:sp>
      <p:sp>
        <p:nvSpPr>
          <p:cNvPr id="131" name="Shape 129"/>
          <p:cNvSpPr/>
          <p:nvPr/>
        </p:nvSpPr>
        <p:spPr>
          <a:xfrm>
            <a:off x="2955615" y="3655954"/>
            <a:ext cx="64008" cy="64008"/>
          </a:xfrm>
          <a:prstGeom prst="ellipse">
            <a:avLst/>
          </a:prstGeom>
          <a:solidFill>
            <a:srgbClr val="26364E">
              <a:alpha val="84000"/>
            </a:srgbClr>
          </a:solidFill>
          <a:ln w="3810">
            <a:solidFill>
              <a:srgbClr val="26364E">
                <a:alpha val="0"/>
              </a:srgbClr>
            </a:solidFill>
            <a:prstDash val="solid"/>
          </a:ln>
        </p:spPr>
      </p:sp>
      <p:sp>
        <p:nvSpPr>
          <p:cNvPr id="132" name="Shape 130"/>
          <p:cNvSpPr/>
          <p:nvPr/>
        </p:nvSpPr>
        <p:spPr>
          <a:xfrm>
            <a:off x="3046506" y="3655954"/>
            <a:ext cx="64008" cy="64008"/>
          </a:xfrm>
          <a:prstGeom prst="ellipse">
            <a:avLst/>
          </a:prstGeom>
          <a:solidFill>
            <a:srgbClr val="26364E">
              <a:alpha val="84000"/>
            </a:srgbClr>
          </a:solidFill>
          <a:ln w="3810">
            <a:solidFill>
              <a:srgbClr val="26364E">
                <a:alpha val="0"/>
              </a:srgbClr>
            </a:solidFill>
            <a:prstDash val="solid"/>
          </a:ln>
        </p:spPr>
      </p:sp>
      <p:sp>
        <p:nvSpPr>
          <p:cNvPr id="133" name="Shape 131"/>
          <p:cNvSpPr/>
          <p:nvPr/>
        </p:nvSpPr>
        <p:spPr>
          <a:xfrm>
            <a:off x="3137398" y="3655954"/>
            <a:ext cx="64008" cy="64008"/>
          </a:xfrm>
          <a:prstGeom prst="ellipse">
            <a:avLst/>
          </a:prstGeom>
          <a:solidFill>
            <a:srgbClr val="26364E">
              <a:alpha val="84000"/>
            </a:srgbClr>
          </a:solidFill>
          <a:ln w="3810">
            <a:solidFill>
              <a:srgbClr val="26364E">
                <a:alpha val="0"/>
              </a:srgbClr>
            </a:solidFill>
            <a:prstDash val="solid"/>
          </a:ln>
        </p:spPr>
      </p:sp>
      <p:sp>
        <p:nvSpPr>
          <p:cNvPr id="134" name="Shape 132"/>
          <p:cNvSpPr/>
          <p:nvPr/>
        </p:nvSpPr>
        <p:spPr>
          <a:xfrm>
            <a:off x="3228289" y="3655954"/>
            <a:ext cx="64008" cy="64008"/>
          </a:xfrm>
          <a:prstGeom prst="ellipse">
            <a:avLst/>
          </a:prstGeom>
          <a:solidFill>
            <a:srgbClr val="26364E">
              <a:alpha val="84000"/>
            </a:srgbClr>
          </a:solidFill>
          <a:ln w="3810">
            <a:solidFill>
              <a:srgbClr val="26364E">
                <a:alpha val="0"/>
              </a:srgbClr>
            </a:solidFill>
            <a:prstDash val="solid"/>
          </a:ln>
        </p:spPr>
      </p:sp>
      <p:sp>
        <p:nvSpPr>
          <p:cNvPr id="135" name="Shape 133"/>
          <p:cNvSpPr/>
          <p:nvPr/>
        </p:nvSpPr>
        <p:spPr>
          <a:xfrm>
            <a:off x="3319181" y="3655954"/>
            <a:ext cx="64008" cy="64008"/>
          </a:xfrm>
          <a:prstGeom prst="ellipse">
            <a:avLst/>
          </a:prstGeom>
          <a:solidFill>
            <a:srgbClr val="26364E">
              <a:alpha val="84000"/>
            </a:srgbClr>
          </a:solidFill>
          <a:ln w="3810">
            <a:solidFill>
              <a:srgbClr val="26364E">
                <a:alpha val="0"/>
              </a:srgbClr>
            </a:solidFill>
            <a:prstDash val="solid"/>
          </a:ln>
        </p:spPr>
      </p:sp>
      <p:sp>
        <p:nvSpPr>
          <p:cNvPr id="136" name="Shape 134"/>
          <p:cNvSpPr/>
          <p:nvPr/>
        </p:nvSpPr>
        <p:spPr>
          <a:xfrm>
            <a:off x="3410072" y="3655954"/>
            <a:ext cx="64008" cy="64008"/>
          </a:xfrm>
          <a:prstGeom prst="ellipse">
            <a:avLst/>
          </a:prstGeom>
          <a:solidFill>
            <a:srgbClr val="26364E">
              <a:alpha val="84000"/>
            </a:srgbClr>
          </a:solidFill>
          <a:ln w="3810">
            <a:solidFill>
              <a:srgbClr val="26364E">
                <a:alpha val="0"/>
              </a:srgbClr>
            </a:solidFill>
            <a:prstDash val="solid"/>
          </a:ln>
        </p:spPr>
      </p:sp>
      <p:sp>
        <p:nvSpPr>
          <p:cNvPr id="137" name="Shape 135"/>
          <p:cNvSpPr/>
          <p:nvPr/>
        </p:nvSpPr>
        <p:spPr>
          <a:xfrm>
            <a:off x="3500963" y="3655954"/>
            <a:ext cx="64008" cy="64008"/>
          </a:xfrm>
          <a:prstGeom prst="ellipse">
            <a:avLst/>
          </a:prstGeom>
          <a:solidFill>
            <a:srgbClr val="26364E">
              <a:alpha val="84000"/>
            </a:srgbClr>
          </a:solidFill>
          <a:ln w="3810">
            <a:solidFill>
              <a:srgbClr val="26364E">
                <a:alpha val="0"/>
              </a:srgbClr>
            </a:solidFill>
            <a:prstDash val="solid"/>
          </a:ln>
        </p:spPr>
      </p:sp>
      <p:sp>
        <p:nvSpPr>
          <p:cNvPr id="138" name="Shape 136"/>
          <p:cNvSpPr/>
          <p:nvPr/>
        </p:nvSpPr>
        <p:spPr>
          <a:xfrm>
            <a:off x="3591855" y="3655954"/>
            <a:ext cx="64008" cy="64008"/>
          </a:xfrm>
          <a:prstGeom prst="ellipse">
            <a:avLst/>
          </a:prstGeom>
          <a:solidFill>
            <a:srgbClr val="26364E">
              <a:alpha val="84000"/>
            </a:srgbClr>
          </a:solidFill>
          <a:ln w="3810">
            <a:solidFill>
              <a:srgbClr val="26364E">
                <a:alpha val="0"/>
              </a:srgbClr>
            </a:solidFill>
            <a:prstDash val="solid"/>
          </a:ln>
        </p:spPr>
      </p:sp>
      <p:sp>
        <p:nvSpPr>
          <p:cNvPr id="139" name="Shape 137"/>
          <p:cNvSpPr/>
          <p:nvPr/>
        </p:nvSpPr>
        <p:spPr>
          <a:xfrm>
            <a:off x="3682746" y="3655954"/>
            <a:ext cx="64008" cy="64008"/>
          </a:xfrm>
          <a:prstGeom prst="ellipse">
            <a:avLst/>
          </a:prstGeom>
          <a:solidFill>
            <a:srgbClr val="42E0CB"/>
          </a:solidFill>
          <a:ln w="3810">
            <a:solidFill>
              <a:srgbClr val="42E0CB">
                <a:alpha val="0"/>
              </a:srgbClr>
            </a:solidFill>
            <a:prstDash val="solid"/>
          </a:ln>
        </p:spPr>
      </p:sp>
      <p:sp>
        <p:nvSpPr>
          <p:cNvPr id="140" name="Shape 138"/>
          <p:cNvSpPr/>
          <p:nvPr/>
        </p:nvSpPr>
        <p:spPr>
          <a:xfrm>
            <a:off x="3773637" y="3655954"/>
            <a:ext cx="64008" cy="64008"/>
          </a:xfrm>
          <a:prstGeom prst="ellipse">
            <a:avLst/>
          </a:prstGeom>
          <a:solidFill>
            <a:srgbClr val="26364E">
              <a:alpha val="84000"/>
            </a:srgbClr>
          </a:solidFill>
          <a:ln w="3810">
            <a:solidFill>
              <a:srgbClr val="26364E">
                <a:alpha val="0"/>
              </a:srgbClr>
            </a:solidFill>
            <a:prstDash val="solid"/>
          </a:ln>
        </p:spPr>
      </p:sp>
      <p:sp>
        <p:nvSpPr>
          <p:cNvPr id="141" name="Shape 139"/>
          <p:cNvSpPr/>
          <p:nvPr/>
        </p:nvSpPr>
        <p:spPr>
          <a:xfrm>
            <a:off x="3864529" y="3655954"/>
            <a:ext cx="64008" cy="64008"/>
          </a:xfrm>
          <a:prstGeom prst="ellipse">
            <a:avLst/>
          </a:prstGeom>
          <a:solidFill>
            <a:srgbClr val="42E0CB"/>
          </a:solidFill>
          <a:ln w="3810">
            <a:solidFill>
              <a:srgbClr val="42E0CB">
                <a:alpha val="0"/>
              </a:srgbClr>
            </a:solidFill>
            <a:prstDash val="solid"/>
          </a:ln>
        </p:spPr>
      </p:sp>
      <p:sp>
        <p:nvSpPr>
          <p:cNvPr id="142" name="Shape 140"/>
          <p:cNvSpPr/>
          <p:nvPr/>
        </p:nvSpPr>
        <p:spPr>
          <a:xfrm>
            <a:off x="3955420" y="3655954"/>
            <a:ext cx="64008" cy="64008"/>
          </a:xfrm>
          <a:prstGeom prst="ellipse">
            <a:avLst/>
          </a:prstGeom>
          <a:solidFill>
            <a:srgbClr val="26364E">
              <a:alpha val="84000"/>
            </a:srgbClr>
          </a:solidFill>
          <a:ln w="3810">
            <a:solidFill>
              <a:srgbClr val="26364E">
                <a:alpha val="0"/>
              </a:srgbClr>
            </a:solidFill>
            <a:prstDash val="solid"/>
          </a:ln>
        </p:spPr>
      </p:sp>
      <p:sp>
        <p:nvSpPr>
          <p:cNvPr id="143" name="Shape 141"/>
          <p:cNvSpPr/>
          <p:nvPr/>
        </p:nvSpPr>
        <p:spPr>
          <a:xfrm>
            <a:off x="1137788" y="3746845"/>
            <a:ext cx="64008" cy="64008"/>
          </a:xfrm>
          <a:prstGeom prst="ellipse">
            <a:avLst/>
          </a:prstGeom>
          <a:solidFill>
            <a:srgbClr val="26364E">
              <a:alpha val="84000"/>
            </a:srgbClr>
          </a:solidFill>
          <a:ln w="3810">
            <a:solidFill>
              <a:srgbClr val="26364E">
                <a:alpha val="0"/>
              </a:srgbClr>
            </a:solidFill>
            <a:prstDash val="solid"/>
          </a:ln>
        </p:spPr>
      </p:sp>
      <p:sp>
        <p:nvSpPr>
          <p:cNvPr id="144" name="Shape 142"/>
          <p:cNvSpPr/>
          <p:nvPr/>
        </p:nvSpPr>
        <p:spPr>
          <a:xfrm>
            <a:off x="1228679" y="3746845"/>
            <a:ext cx="64008" cy="64008"/>
          </a:xfrm>
          <a:prstGeom prst="ellipse">
            <a:avLst/>
          </a:prstGeom>
          <a:solidFill>
            <a:srgbClr val="26364E">
              <a:alpha val="84000"/>
            </a:srgbClr>
          </a:solidFill>
          <a:ln w="3810">
            <a:solidFill>
              <a:srgbClr val="26364E">
                <a:alpha val="0"/>
              </a:srgbClr>
            </a:solidFill>
            <a:prstDash val="solid"/>
          </a:ln>
        </p:spPr>
      </p:sp>
      <p:sp>
        <p:nvSpPr>
          <p:cNvPr id="145" name="Shape 143"/>
          <p:cNvSpPr/>
          <p:nvPr/>
        </p:nvSpPr>
        <p:spPr>
          <a:xfrm>
            <a:off x="1319571" y="3746845"/>
            <a:ext cx="64008" cy="64008"/>
          </a:xfrm>
          <a:prstGeom prst="ellipse">
            <a:avLst/>
          </a:prstGeom>
          <a:solidFill>
            <a:srgbClr val="26364E">
              <a:alpha val="84000"/>
            </a:srgbClr>
          </a:solidFill>
          <a:ln w="3810">
            <a:solidFill>
              <a:srgbClr val="26364E">
                <a:alpha val="0"/>
              </a:srgbClr>
            </a:solidFill>
            <a:prstDash val="solid"/>
          </a:ln>
        </p:spPr>
      </p:sp>
      <p:sp>
        <p:nvSpPr>
          <p:cNvPr id="146" name="Shape 144"/>
          <p:cNvSpPr/>
          <p:nvPr/>
        </p:nvSpPr>
        <p:spPr>
          <a:xfrm>
            <a:off x="1410462" y="3746845"/>
            <a:ext cx="64008" cy="64008"/>
          </a:xfrm>
          <a:prstGeom prst="ellipse">
            <a:avLst/>
          </a:prstGeom>
          <a:solidFill>
            <a:srgbClr val="26364E">
              <a:alpha val="84000"/>
            </a:srgbClr>
          </a:solidFill>
          <a:ln w="3810">
            <a:solidFill>
              <a:srgbClr val="26364E">
                <a:alpha val="0"/>
              </a:srgbClr>
            </a:solidFill>
            <a:prstDash val="solid"/>
          </a:ln>
        </p:spPr>
      </p:sp>
      <p:sp>
        <p:nvSpPr>
          <p:cNvPr id="147" name="Shape 145"/>
          <p:cNvSpPr/>
          <p:nvPr/>
        </p:nvSpPr>
        <p:spPr>
          <a:xfrm>
            <a:off x="1501353" y="3746845"/>
            <a:ext cx="64008" cy="64008"/>
          </a:xfrm>
          <a:prstGeom prst="ellipse">
            <a:avLst/>
          </a:prstGeom>
          <a:solidFill>
            <a:srgbClr val="26364E">
              <a:alpha val="84000"/>
            </a:srgbClr>
          </a:solidFill>
          <a:ln w="3810">
            <a:solidFill>
              <a:srgbClr val="26364E">
                <a:alpha val="0"/>
              </a:srgbClr>
            </a:solidFill>
            <a:prstDash val="solid"/>
          </a:ln>
        </p:spPr>
      </p:sp>
      <p:sp>
        <p:nvSpPr>
          <p:cNvPr id="148" name="Shape 146"/>
          <p:cNvSpPr/>
          <p:nvPr/>
        </p:nvSpPr>
        <p:spPr>
          <a:xfrm>
            <a:off x="1592245" y="3746845"/>
            <a:ext cx="64008" cy="64008"/>
          </a:xfrm>
          <a:prstGeom prst="ellipse">
            <a:avLst/>
          </a:prstGeom>
          <a:solidFill>
            <a:srgbClr val="26364E">
              <a:alpha val="84000"/>
            </a:srgbClr>
          </a:solidFill>
          <a:ln w="3810">
            <a:solidFill>
              <a:srgbClr val="26364E">
                <a:alpha val="0"/>
              </a:srgbClr>
            </a:solidFill>
            <a:prstDash val="solid"/>
          </a:ln>
        </p:spPr>
      </p:sp>
      <p:sp>
        <p:nvSpPr>
          <p:cNvPr id="149" name="Shape 147"/>
          <p:cNvSpPr/>
          <p:nvPr/>
        </p:nvSpPr>
        <p:spPr>
          <a:xfrm>
            <a:off x="1683136" y="3746845"/>
            <a:ext cx="64008" cy="64008"/>
          </a:xfrm>
          <a:prstGeom prst="ellipse">
            <a:avLst/>
          </a:prstGeom>
          <a:solidFill>
            <a:srgbClr val="26364E">
              <a:alpha val="84000"/>
            </a:srgbClr>
          </a:solidFill>
          <a:ln w="3810">
            <a:solidFill>
              <a:srgbClr val="26364E">
                <a:alpha val="0"/>
              </a:srgbClr>
            </a:solidFill>
            <a:prstDash val="solid"/>
          </a:ln>
        </p:spPr>
      </p:sp>
      <p:sp>
        <p:nvSpPr>
          <p:cNvPr id="150" name="Shape 148"/>
          <p:cNvSpPr/>
          <p:nvPr/>
        </p:nvSpPr>
        <p:spPr>
          <a:xfrm>
            <a:off x="1774027" y="3746845"/>
            <a:ext cx="64008" cy="64008"/>
          </a:xfrm>
          <a:prstGeom prst="ellipse">
            <a:avLst/>
          </a:prstGeom>
          <a:solidFill>
            <a:srgbClr val="26364E">
              <a:alpha val="84000"/>
            </a:srgbClr>
          </a:solidFill>
          <a:ln w="3810">
            <a:solidFill>
              <a:srgbClr val="26364E">
                <a:alpha val="0"/>
              </a:srgbClr>
            </a:solidFill>
            <a:prstDash val="solid"/>
          </a:ln>
        </p:spPr>
      </p:sp>
      <p:sp>
        <p:nvSpPr>
          <p:cNvPr id="151" name="Shape 149"/>
          <p:cNvSpPr/>
          <p:nvPr/>
        </p:nvSpPr>
        <p:spPr>
          <a:xfrm>
            <a:off x="1864919" y="3746845"/>
            <a:ext cx="64008" cy="64008"/>
          </a:xfrm>
          <a:prstGeom prst="ellipse">
            <a:avLst/>
          </a:prstGeom>
          <a:solidFill>
            <a:srgbClr val="26364E">
              <a:alpha val="84000"/>
            </a:srgbClr>
          </a:solidFill>
          <a:ln w="3810">
            <a:solidFill>
              <a:srgbClr val="26364E">
                <a:alpha val="0"/>
              </a:srgbClr>
            </a:solidFill>
            <a:prstDash val="solid"/>
          </a:ln>
        </p:spPr>
      </p:sp>
      <p:sp>
        <p:nvSpPr>
          <p:cNvPr id="152" name="Shape 150"/>
          <p:cNvSpPr/>
          <p:nvPr/>
        </p:nvSpPr>
        <p:spPr>
          <a:xfrm>
            <a:off x="1955810" y="3746845"/>
            <a:ext cx="64008" cy="64008"/>
          </a:xfrm>
          <a:prstGeom prst="ellipse">
            <a:avLst/>
          </a:prstGeom>
          <a:solidFill>
            <a:srgbClr val="26364E">
              <a:alpha val="84000"/>
            </a:srgbClr>
          </a:solidFill>
          <a:ln w="3810">
            <a:solidFill>
              <a:srgbClr val="26364E">
                <a:alpha val="0"/>
              </a:srgbClr>
            </a:solidFill>
            <a:prstDash val="solid"/>
          </a:ln>
        </p:spPr>
      </p:sp>
      <p:sp>
        <p:nvSpPr>
          <p:cNvPr id="153" name="Shape 151"/>
          <p:cNvSpPr/>
          <p:nvPr/>
        </p:nvSpPr>
        <p:spPr>
          <a:xfrm>
            <a:off x="2046702" y="3746845"/>
            <a:ext cx="64008" cy="64008"/>
          </a:xfrm>
          <a:prstGeom prst="ellipse">
            <a:avLst/>
          </a:prstGeom>
          <a:solidFill>
            <a:srgbClr val="26364E">
              <a:alpha val="84000"/>
            </a:srgbClr>
          </a:solidFill>
          <a:ln w="3810">
            <a:solidFill>
              <a:srgbClr val="26364E">
                <a:alpha val="0"/>
              </a:srgbClr>
            </a:solidFill>
            <a:prstDash val="solid"/>
          </a:ln>
        </p:spPr>
      </p:sp>
      <p:sp>
        <p:nvSpPr>
          <p:cNvPr id="154" name="Shape 152"/>
          <p:cNvSpPr/>
          <p:nvPr/>
        </p:nvSpPr>
        <p:spPr>
          <a:xfrm>
            <a:off x="2137593" y="3746845"/>
            <a:ext cx="64008" cy="64008"/>
          </a:xfrm>
          <a:prstGeom prst="ellipse">
            <a:avLst/>
          </a:prstGeom>
          <a:solidFill>
            <a:srgbClr val="26364E">
              <a:alpha val="84000"/>
            </a:srgbClr>
          </a:solidFill>
          <a:ln w="3810">
            <a:solidFill>
              <a:srgbClr val="26364E">
                <a:alpha val="0"/>
              </a:srgbClr>
            </a:solidFill>
            <a:prstDash val="solid"/>
          </a:ln>
        </p:spPr>
      </p:sp>
      <p:sp>
        <p:nvSpPr>
          <p:cNvPr id="155" name="Shape 153"/>
          <p:cNvSpPr/>
          <p:nvPr/>
        </p:nvSpPr>
        <p:spPr>
          <a:xfrm>
            <a:off x="2228484" y="3746845"/>
            <a:ext cx="64008" cy="64008"/>
          </a:xfrm>
          <a:prstGeom prst="ellipse">
            <a:avLst/>
          </a:prstGeom>
          <a:solidFill>
            <a:srgbClr val="26364E">
              <a:alpha val="84000"/>
            </a:srgbClr>
          </a:solidFill>
          <a:ln w="3810">
            <a:solidFill>
              <a:srgbClr val="26364E">
                <a:alpha val="0"/>
              </a:srgbClr>
            </a:solidFill>
            <a:prstDash val="solid"/>
          </a:ln>
        </p:spPr>
      </p:sp>
      <p:sp>
        <p:nvSpPr>
          <p:cNvPr id="156" name="Shape 154"/>
          <p:cNvSpPr/>
          <p:nvPr/>
        </p:nvSpPr>
        <p:spPr>
          <a:xfrm>
            <a:off x="2319376" y="3746845"/>
            <a:ext cx="64008" cy="64008"/>
          </a:xfrm>
          <a:prstGeom prst="ellipse">
            <a:avLst/>
          </a:prstGeom>
          <a:solidFill>
            <a:srgbClr val="26364E">
              <a:alpha val="84000"/>
            </a:srgbClr>
          </a:solidFill>
          <a:ln w="3810">
            <a:solidFill>
              <a:srgbClr val="26364E">
                <a:alpha val="0"/>
              </a:srgbClr>
            </a:solidFill>
            <a:prstDash val="solid"/>
          </a:ln>
        </p:spPr>
      </p:sp>
      <p:sp>
        <p:nvSpPr>
          <p:cNvPr id="157" name="Shape 155"/>
          <p:cNvSpPr/>
          <p:nvPr/>
        </p:nvSpPr>
        <p:spPr>
          <a:xfrm>
            <a:off x="2410267" y="3746845"/>
            <a:ext cx="64008" cy="64008"/>
          </a:xfrm>
          <a:prstGeom prst="ellipse">
            <a:avLst/>
          </a:prstGeom>
          <a:solidFill>
            <a:srgbClr val="26364E">
              <a:alpha val="84000"/>
            </a:srgbClr>
          </a:solidFill>
          <a:ln w="3810">
            <a:solidFill>
              <a:srgbClr val="26364E">
                <a:alpha val="0"/>
              </a:srgbClr>
            </a:solidFill>
            <a:prstDash val="solid"/>
          </a:ln>
        </p:spPr>
      </p:sp>
      <p:sp>
        <p:nvSpPr>
          <p:cNvPr id="158" name="Shape 156"/>
          <p:cNvSpPr/>
          <p:nvPr/>
        </p:nvSpPr>
        <p:spPr>
          <a:xfrm>
            <a:off x="2501158" y="3746845"/>
            <a:ext cx="64008" cy="64008"/>
          </a:xfrm>
          <a:prstGeom prst="ellipse">
            <a:avLst/>
          </a:prstGeom>
          <a:solidFill>
            <a:srgbClr val="26364E">
              <a:alpha val="84000"/>
            </a:srgbClr>
          </a:solidFill>
          <a:ln w="3810">
            <a:solidFill>
              <a:srgbClr val="26364E">
                <a:alpha val="0"/>
              </a:srgbClr>
            </a:solidFill>
            <a:prstDash val="solid"/>
          </a:ln>
        </p:spPr>
      </p:sp>
      <p:sp>
        <p:nvSpPr>
          <p:cNvPr id="159" name="Shape 157"/>
          <p:cNvSpPr/>
          <p:nvPr/>
        </p:nvSpPr>
        <p:spPr>
          <a:xfrm>
            <a:off x="2592050" y="3746845"/>
            <a:ext cx="64008" cy="64008"/>
          </a:xfrm>
          <a:prstGeom prst="ellipse">
            <a:avLst/>
          </a:prstGeom>
          <a:solidFill>
            <a:srgbClr val="26364E">
              <a:alpha val="84000"/>
            </a:srgbClr>
          </a:solidFill>
          <a:ln w="3810">
            <a:solidFill>
              <a:srgbClr val="26364E">
                <a:alpha val="0"/>
              </a:srgbClr>
            </a:solidFill>
            <a:prstDash val="solid"/>
          </a:ln>
        </p:spPr>
      </p:sp>
      <p:sp>
        <p:nvSpPr>
          <p:cNvPr id="160" name="Shape 158"/>
          <p:cNvSpPr/>
          <p:nvPr/>
        </p:nvSpPr>
        <p:spPr>
          <a:xfrm>
            <a:off x="2682941" y="3746845"/>
            <a:ext cx="64008" cy="64008"/>
          </a:xfrm>
          <a:prstGeom prst="ellipse">
            <a:avLst/>
          </a:prstGeom>
          <a:solidFill>
            <a:srgbClr val="26364E">
              <a:alpha val="84000"/>
            </a:srgbClr>
          </a:solidFill>
          <a:ln w="3810">
            <a:solidFill>
              <a:srgbClr val="26364E">
                <a:alpha val="0"/>
              </a:srgbClr>
            </a:solidFill>
            <a:prstDash val="solid"/>
          </a:ln>
        </p:spPr>
      </p:sp>
      <p:sp>
        <p:nvSpPr>
          <p:cNvPr id="161" name="Shape 159"/>
          <p:cNvSpPr/>
          <p:nvPr/>
        </p:nvSpPr>
        <p:spPr>
          <a:xfrm>
            <a:off x="2773832" y="3746845"/>
            <a:ext cx="64008" cy="64008"/>
          </a:xfrm>
          <a:prstGeom prst="ellipse">
            <a:avLst/>
          </a:prstGeom>
          <a:solidFill>
            <a:srgbClr val="26364E">
              <a:alpha val="84000"/>
            </a:srgbClr>
          </a:solidFill>
          <a:ln w="3810">
            <a:solidFill>
              <a:srgbClr val="26364E">
                <a:alpha val="0"/>
              </a:srgbClr>
            </a:solidFill>
            <a:prstDash val="solid"/>
          </a:ln>
        </p:spPr>
      </p:sp>
      <p:sp>
        <p:nvSpPr>
          <p:cNvPr id="162" name="Shape 160"/>
          <p:cNvSpPr/>
          <p:nvPr/>
        </p:nvSpPr>
        <p:spPr>
          <a:xfrm>
            <a:off x="2864724" y="3746845"/>
            <a:ext cx="64008" cy="64008"/>
          </a:xfrm>
          <a:prstGeom prst="ellipse">
            <a:avLst/>
          </a:prstGeom>
          <a:solidFill>
            <a:srgbClr val="26364E">
              <a:alpha val="84000"/>
            </a:srgbClr>
          </a:solidFill>
          <a:ln w="3810">
            <a:solidFill>
              <a:srgbClr val="26364E">
                <a:alpha val="0"/>
              </a:srgbClr>
            </a:solidFill>
            <a:prstDash val="solid"/>
          </a:ln>
        </p:spPr>
      </p:sp>
      <p:sp>
        <p:nvSpPr>
          <p:cNvPr id="163" name="Shape 161"/>
          <p:cNvSpPr/>
          <p:nvPr/>
        </p:nvSpPr>
        <p:spPr>
          <a:xfrm>
            <a:off x="2955615" y="3746845"/>
            <a:ext cx="64008" cy="64008"/>
          </a:xfrm>
          <a:prstGeom prst="ellipse">
            <a:avLst/>
          </a:prstGeom>
          <a:solidFill>
            <a:srgbClr val="26364E">
              <a:alpha val="84000"/>
            </a:srgbClr>
          </a:solidFill>
          <a:ln w="3810">
            <a:solidFill>
              <a:srgbClr val="26364E">
                <a:alpha val="0"/>
              </a:srgbClr>
            </a:solidFill>
            <a:prstDash val="solid"/>
          </a:ln>
        </p:spPr>
      </p:sp>
      <p:sp>
        <p:nvSpPr>
          <p:cNvPr id="164" name="Shape 162"/>
          <p:cNvSpPr/>
          <p:nvPr/>
        </p:nvSpPr>
        <p:spPr>
          <a:xfrm>
            <a:off x="3046506" y="3746845"/>
            <a:ext cx="64008" cy="64008"/>
          </a:xfrm>
          <a:prstGeom prst="ellipse">
            <a:avLst/>
          </a:prstGeom>
          <a:solidFill>
            <a:srgbClr val="26364E">
              <a:alpha val="84000"/>
            </a:srgbClr>
          </a:solidFill>
          <a:ln w="3810">
            <a:solidFill>
              <a:srgbClr val="26364E">
                <a:alpha val="0"/>
              </a:srgbClr>
            </a:solidFill>
            <a:prstDash val="solid"/>
          </a:ln>
        </p:spPr>
      </p:sp>
      <p:sp>
        <p:nvSpPr>
          <p:cNvPr id="165" name="Shape 163"/>
          <p:cNvSpPr/>
          <p:nvPr/>
        </p:nvSpPr>
        <p:spPr>
          <a:xfrm>
            <a:off x="3137398" y="3746845"/>
            <a:ext cx="64008" cy="64008"/>
          </a:xfrm>
          <a:prstGeom prst="ellipse">
            <a:avLst/>
          </a:prstGeom>
          <a:solidFill>
            <a:srgbClr val="26364E">
              <a:alpha val="84000"/>
            </a:srgbClr>
          </a:solidFill>
          <a:ln w="3810">
            <a:solidFill>
              <a:srgbClr val="26364E">
                <a:alpha val="0"/>
              </a:srgbClr>
            </a:solidFill>
            <a:prstDash val="solid"/>
          </a:ln>
        </p:spPr>
      </p:sp>
      <p:sp>
        <p:nvSpPr>
          <p:cNvPr id="166" name="Shape 164"/>
          <p:cNvSpPr/>
          <p:nvPr/>
        </p:nvSpPr>
        <p:spPr>
          <a:xfrm>
            <a:off x="3228289" y="3746845"/>
            <a:ext cx="64008" cy="64008"/>
          </a:xfrm>
          <a:prstGeom prst="ellipse">
            <a:avLst/>
          </a:prstGeom>
          <a:solidFill>
            <a:srgbClr val="26364E">
              <a:alpha val="84000"/>
            </a:srgbClr>
          </a:solidFill>
          <a:ln w="3810">
            <a:solidFill>
              <a:srgbClr val="26364E">
                <a:alpha val="0"/>
              </a:srgbClr>
            </a:solidFill>
            <a:prstDash val="solid"/>
          </a:ln>
        </p:spPr>
      </p:sp>
      <p:sp>
        <p:nvSpPr>
          <p:cNvPr id="167" name="Shape 165"/>
          <p:cNvSpPr/>
          <p:nvPr/>
        </p:nvSpPr>
        <p:spPr>
          <a:xfrm>
            <a:off x="3319181" y="3746845"/>
            <a:ext cx="64008" cy="64008"/>
          </a:xfrm>
          <a:prstGeom prst="ellipse">
            <a:avLst/>
          </a:prstGeom>
          <a:solidFill>
            <a:srgbClr val="26364E">
              <a:alpha val="84000"/>
            </a:srgbClr>
          </a:solidFill>
          <a:ln w="3810">
            <a:solidFill>
              <a:srgbClr val="26364E">
                <a:alpha val="0"/>
              </a:srgbClr>
            </a:solidFill>
            <a:prstDash val="solid"/>
          </a:ln>
        </p:spPr>
      </p:sp>
      <p:sp>
        <p:nvSpPr>
          <p:cNvPr id="168" name="Shape 166"/>
          <p:cNvSpPr/>
          <p:nvPr/>
        </p:nvSpPr>
        <p:spPr>
          <a:xfrm>
            <a:off x="3410072" y="3746845"/>
            <a:ext cx="64008" cy="64008"/>
          </a:xfrm>
          <a:prstGeom prst="ellipse">
            <a:avLst/>
          </a:prstGeom>
          <a:solidFill>
            <a:srgbClr val="26364E">
              <a:alpha val="84000"/>
            </a:srgbClr>
          </a:solidFill>
          <a:ln w="3810">
            <a:solidFill>
              <a:srgbClr val="26364E">
                <a:alpha val="0"/>
              </a:srgbClr>
            </a:solidFill>
            <a:prstDash val="solid"/>
          </a:ln>
        </p:spPr>
      </p:sp>
      <p:sp>
        <p:nvSpPr>
          <p:cNvPr id="169" name="Shape 167"/>
          <p:cNvSpPr/>
          <p:nvPr/>
        </p:nvSpPr>
        <p:spPr>
          <a:xfrm>
            <a:off x="3500963" y="3746845"/>
            <a:ext cx="64008" cy="64008"/>
          </a:xfrm>
          <a:prstGeom prst="ellipse">
            <a:avLst/>
          </a:prstGeom>
          <a:solidFill>
            <a:srgbClr val="26364E">
              <a:alpha val="84000"/>
            </a:srgbClr>
          </a:solidFill>
          <a:ln w="3810">
            <a:solidFill>
              <a:srgbClr val="26364E">
                <a:alpha val="0"/>
              </a:srgbClr>
            </a:solidFill>
            <a:prstDash val="solid"/>
          </a:ln>
        </p:spPr>
      </p:sp>
      <p:sp>
        <p:nvSpPr>
          <p:cNvPr id="170" name="Shape 168"/>
          <p:cNvSpPr/>
          <p:nvPr/>
        </p:nvSpPr>
        <p:spPr>
          <a:xfrm>
            <a:off x="3591855" y="3746845"/>
            <a:ext cx="64008" cy="64008"/>
          </a:xfrm>
          <a:prstGeom prst="ellipse">
            <a:avLst/>
          </a:prstGeom>
          <a:solidFill>
            <a:srgbClr val="26364E">
              <a:alpha val="84000"/>
            </a:srgbClr>
          </a:solidFill>
          <a:ln w="3810">
            <a:solidFill>
              <a:srgbClr val="26364E">
                <a:alpha val="0"/>
              </a:srgbClr>
            </a:solidFill>
            <a:prstDash val="solid"/>
          </a:ln>
        </p:spPr>
      </p:sp>
      <p:sp>
        <p:nvSpPr>
          <p:cNvPr id="171" name="Shape 169"/>
          <p:cNvSpPr/>
          <p:nvPr/>
        </p:nvSpPr>
        <p:spPr>
          <a:xfrm>
            <a:off x="3682746" y="3746845"/>
            <a:ext cx="64008" cy="64008"/>
          </a:xfrm>
          <a:prstGeom prst="ellipse">
            <a:avLst/>
          </a:prstGeom>
          <a:solidFill>
            <a:srgbClr val="42E0CB"/>
          </a:solidFill>
          <a:ln w="3810">
            <a:solidFill>
              <a:srgbClr val="42E0CB">
                <a:alpha val="0"/>
              </a:srgbClr>
            </a:solidFill>
            <a:prstDash val="solid"/>
          </a:ln>
        </p:spPr>
      </p:sp>
      <p:sp>
        <p:nvSpPr>
          <p:cNvPr id="172" name="Shape 170"/>
          <p:cNvSpPr/>
          <p:nvPr/>
        </p:nvSpPr>
        <p:spPr>
          <a:xfrm>
            <a:off x="3773637" y="3746845"/>
            <a:ext cx="64008" cy="64008"/>
          </a:xfrm>
          <a:prstGeom prst="ellipse">
            <a:avLst/>
          </a:prstGeom>
          <a:solidFill>
            <a:srgbClr val="26364E">
              <a:alpha val="84000"/>
            </a:srgbClr>
          </a:solidFill>
          <a:ln w="3810">
            <a:solidFill>
              <a:srgbClr val="26364E">
                <a:alpha val="0"/>
              </a:srgbClr>
            </a:solidFill>
            <a:prstDash val="solid"/>
          </a:ln>
        </p:spPr>
      </p:sp>
      <p:sp>
        <p:nvSpPr>
          <p:cNvPr id="173" name="Shape 171"/>
          <p:cNvSpPr/>
          <p:nvPr/>
        </p:nvSpPr>
        <p:spPr>
          <a:xfrm>
            <a:off x="3864529" y="3746845"/>
            <a:ext cx="64008" cy="64008"/>
          </a:xfrm>
          <a:prstGeom prst="ellipse">
            <a:avLst/>
          </a:prstGeom>
          <a:solidFill>
            <a:srgbClr val="42E0CB"/>
          </a:solidFill>
          <a:ln w="3810">
            <a:solidFill>
              <a:srgbClr val="42E0CB">
                <a:alpha val="0"/>
              </a:srgbClr>
            </a:solidFill>
            <a:prstDash val="solid"/>
          </a:ln>
        </p:spPr>
      </p:sp>
      <p:sp>
        <p:nvSpPr>
          <p:cNvPr id="174" name="Shape 172"/>
          <p:cNvSpPr/>
          <p:nvPr/>
        </p:nvSpPr>
        <p:spPr>
          <a:xfrm>
            <a:off x="3955420" y="3746845"/>
            <a:ext cx="64008" cy="64008"/>
          </a:xfrm>
          <a:prstGeom prst="ellipse">
            <a:avLst/>
          </a:prstGeom>
          <a:solidFill>
            <a:srgbClr val="26364E">
              <a:alpha val="84000"/>
            </a:srgbClr>
          </a:solidFill>
          <a:ln w="3810">
            <a:solidFill>
              <a:srgbClr val="26364E">
                <a:alpha val="0"/>
              </a:srgbClr>
            </a:solidFill>
            <a:prstDash val="solid"/>
          </a:ln>
        </p:spPr>
      </p:sp>
      <p:sp>
        <p:nvSpPr>
          <p:cNvPr id="175" name="Shape 173"/>
          <p:cNvSpPr/>
          <p:nvPr/>
        </p:nvSpPr>
        <p:spPr>
          <a:xfrm>
            <a:off x="1137788" y="3837737"/>
            <a:ext cx="64008" cy="64008"/>
          </a:xfrm>
          <a:prstGeom prst="ellipse">
            <a:avLst/>
          </a:prstGeom>
          <a:solidFill>
            <a:srgbClr val="42E0CB"/>
          </a:solidFill>
          <a:ln w="3810">
            <a:solidFill>
              <a:srgbClr val="42E0CB">
                <a:alpha val="0"/>
              </a:srgbClr>
            </a:solidFill>
            <a:prstDash val="solid"/>
          </a:ln>
        </p:spPr>
      </p:sp>
      <p:sp>
        <p:nvSpPr>
          <p:cNvPr id="176" name="Shape 174"/>
          <p:cNvSpPr/>
          <p:nvPr/>
        </p:nvSpPr>
        <p:spPr>
          <a:xfrm>
            <a:off x="1228679" y="3837737"/>
            <a:ext cx="64008" cy="64008"/>
          </a:xfrm>
          <a:prstGeom prst="ellipse">
            <a:avLst/>
          </a:prstGeom>
          <a:solidFill>
            <a:srgbClr val="26364E">
              <a:alpha val="84000"/>
            </a:srgbClr>
          </a:solidFill>
          <a:ln w="3810">
            <a:solidFill>
              <a:srgbClr val="26364E">
                <a:alpha val="0"/>
              </a:srgbClr>
            </a:solidFill>
            <a:prstDash val="solid"/>
          </a:ln>
        </p:spPr>
      </p:sp>
      <p:sp>
        <p:nvSpPr>
          <p:cNvPr id="177" name="Shape 175"/>
          <p:cNvSpPr/>
          <p:nvPr/>
        </p:nvSpPr>
        <p:spPr>
          <a:xfrm>
            <a:off x="1319571" y="3837737"/>
            <a:ext cx="64008" cy="64008"/>
          </a:xfrm>
          <a:prstGeom prst="ellipse">
            <a:avLst/>
          </a:prstGeom>
          <a:solidFill>
            <a:srgbClr val="42E0CB"/>
          </a:solidFill>
          <a:ln w="3810">
            <a:solidFill>
              <a:srgbClr val="42E0CB">
                <a:alpha val="0"/>
              </a:srgbClr>
            </a:solidFill>
            <a:prstDash val="solid"/>
          </a:ln>
        </p:spPr>
      </p:sp>
      <p:sp>
        <p:nvSpPr>
          <p:cNvPr id="178" name="Shape 176"/>
          <p:cNvSpPr/>
          <p:nvPr/>
        </p:nvSpPr>
        <p:spPr>
          <a:xfrm>
            <a:off x="1410462" y="3837737"/>
            <a:ext cx="64008" cy="64008"/>
          </a:xfrm>
          <a:prstGeom prst="ellipse">
            <a:avLst/>
          </a:prstGeom>
          <a:solidFill>
            <a:srgbClr val="26364E">
              <a:alpha val="84000"/>
            </a:srgbClr>
          </a:solidFill>
          <a:ln w="3810">
            <a:solidFill>
              <a:srgbClr val="26364E">
                <a:alpha val="0"/>
              </a:srgbClr>
            </a:solidFill>
            <a:prstDash val="solid"/>
          </a:ln>
        </p:spPr>
      </p:sp>
      <p:sp>
        <p:nvSpPr>
          <p:cNvPr id="179" name="Shape 177"/>
          <p:cNvSpPr/>
          <p:nvPr/>
        </p:nvSpPr>
        <p:spPr>
          <a:xfrm>
            <a:off x="1501353" y="3837737"/>
            <a:ext cx="64008" cy="64008"/>
          </a:xfrm>
          <a:prstGeom prst="ellipse">
            <a:avLst/>
          </a:prstGeom>
          <a:solidFill>
            <a:srgbClr val="42E0CB"/>
          </a:solidFill>
          <a:ln w="3810">
            <a:solidFill>
              <a:srgbClr val="42E0CB">
                <a:alpha val="0"/>
              </a:srgbClr>
            </a:solidFill>
            <a:prstDash val="solid"/>
          </a:ln>
        </p:spPr>
      </p:sp>
      <p:sp>
        <p:nvSpPr>
          <p:cNvPr id="180" name="Shape 178"/>
          <p:cNvSpPr/>
          <p:nvPr/>
        </p:nvSpPr>
        <p:spPr>
          <a:xfrm>
            <a:off x="1592245" y="3837737"/>
            <a:ext cx="64008" cy="64008"/>
          </a:xfrm>
          <a:prstGeom prst="ellipse">
            <a:avLst/>
          </a:prstGeom>
          <a:solidFill>
            <a:srgbClr val="26364E">
              <a:alpha val="84000"/>
            </a:srgbClr>
          </a:solidFill>
          <a:ln w="3810">
            <a:solidFill>
              <a:srgbClr val="26364E">
                <a:alpha val="0"/>
              </a:srgbClr>
            </a:solidFill>
            <a:prstDash val="solid"/>
          </a:ln>
        </p:spPr>
      </p:sp>
      <p:sp>
        <p:nvSpPr>
          <p:cNvPr id="181" name="Shape 179"/>
          <p:cNvSpPr/>
          <p:nvPr/>
        </p:nvSpPr>
        <p:spPr>
          <a:xfrm>
            <a:off x="1683136" y="3837737"/>
            <a:ext cx="64008" cy="64008"/>
          </a:xfrm>
          <a:prstGeom prst="ellipse">
            <a:avLst/>
          </a:prstGeom>
          <a:solidFill>
            <a:srgbClr val="26364E">
              <a:alpha val="84000"/>
            </a:srgbClr>
          </a:solidFill>
          <a:ln w="3810">
            <a:solidFill>
              <a:srgbClr val="26364E">
                <a:alpha val="0"/>
              </a:srgbClr>
            </a:solidFill>
            <a:prstDash val="solid"/>
          </a:ln>
        </p:spPr>
      </p:sp>
      <p:sp>
        <p:nvSpPr>
          <p:cNvPr id="182" name="Shape 180"/>
          <p:cNvSpPr/>
          <p:nvPr/>
        </p:nvSpPr>
        <p:spPr>
          <a:xfrm>
            <a:off x="1774027" y="3837737"/>
            <a:ext cx="64008" cy="64008"/>
          </a:xfrm>
          <a:prstGeom prst="ellipse">
            <a:avLst/>
          </a:prstGeom>
          <a:solidFill>
            <a:srgbClr val="42E0CB"/>
          </a:solidFill>
          <a:ln w="3810">
            <a:solidFill>
              <a:srgbClr val="42E0CB">
                <a:alpha val="0"/>
              </a:srgbClr>
            </a:solidFill>
            <a:prstDash val="solid"/>
          </a:ln>
        </p:spPr>
      </p:sp>
      <p:sp>
        <p:nvSpPr>
          <p:cNvPr id="183" name="Shape 181"/>
          <p:cNvSpPr/>
          <p:nvPr/>
        </p:nvSpPr>
        <p:spPr>
          <a:xfrm>
            <a:off x="1864919" y="3837737"/>
            <a:ext cx="64008" cy="64008"/>
          </a:xfrm>
          <a:prstGeom prst="ellipse">
            <a:avLst/>
          </a:prstGeom>
          <a:solidFill>
            <a:srgbClr val="26364E">
              <a:alpha val="84000"/>
            </a:srgbClr>
          </a:solidFill>
          <a:ln w="3810">
            <a:solidFill>
              <a:srgbClr val="26364E">
                <a:alpha val="0"/>
              </a:srgbClr>
            </a:solidFill>
            <a:prstDash val="solid"/>
          </a:ln>
        </p:spPr>
      </p:sp>
      <p:sp>
        <p:nvSpPr>
          <p:cNvPr id="184" name="Shape 182"/>
          <p:cNvSpPr/>
          <p:nvPr/>
        </p:nvSpPr>
        <p:spPr>
          <a:xfrm>
            <a:off x="1955810" y="3837737"/>
            <a:ext cx="64008" cy="64008"/>
          </a:xfrm>
          <a:prstGeom prst="ellipse">
            <a:avLst/>
          </a:prstGeom>
          <a:solidFill>
            <a:srgbClr val="26364E">
              <a:alpha val="84000"/>
            </a:srgbClr>
          </a:solidFill>
          <a:ln w="3810">
            <a:solidFill>
              <a:srgbClr val="26364E">
                <a:alpha val="0"/>
              </a:srgbClr>
            </a:solidFill>
            <a:prstDash val="solid"/>
          </a:ln>
        </p:spPr>
      </p:sp>
      <p:sp>
        <p:nvSpPr>
          <p:cNvPr id="185" name="Shape 183"/>
          <p:cNvSpPr/>
          <p:nvPr/>
        </p:nvSpPr>
        <p:spPr>
          <a:xfrm>
            <a:off x="2046702" y="3837737"/>
            <a:ext cx="64008" cy="64008"/>
          </a:xfrm>
          <a:prstGeom prst="ellipse">
            <a:avLst/>
          </a:prstGeom>
          <a:solidFill>
            <a:srgbClr val="42E0CB"/>
          </a:solidFill>
          <a:ln w="3810">
            <a:solidFill>
              <a:srgbClr val="42E0CB">
                <a:alpha val="0"/>
              </a:srgbClr>
            </a:solidFill>
            <a:prstDash val="solid"/>
          </a:ln>
        </p:spPr>
      </p:sp>
      <p:sp>
        <p:nvSpPr>
          <p:cNvPr id="186" name="Shape 184"/>
          <p:cNvSpPr/>
          <p:nvPr/>
        </p:nvSpPr>
        <p:spPr>
          <a:xfrm>
            <a:off x="2137593" y="3837737"/>
            <a:ext cx="64008" cy="64008"/>
          </a:xfrm>
          <a:prstGeom prst="ellipse">
            <a:avLst/>
          </a:prstGeom>
          <a:solidFill>
            <a:srgbClr val="26364E">
              <a:alpha val="84000"/>
            </a:srgbClr>
          </a:solidFill>
          <a:ln w="3810">
            <a:solidFill>
              <a:srgbClr val="26364E">
                <a:alpha val="0"/>
              </a:srgbClr>
            </a:solidFill>
            <a:prstDash val="solid"/>
          </a:ln>
        </p:spPr>
      </p:sp>
      <p:sp>
        <p:nvSpPr>
          <p:cNvPr id="187" name="Shape 185"/>
          <p:cNvSpPr/>
          <p:nvPr/>
        </p:nvSpPr>
        <p:spPr>
          <a:xfrm>
            <a:off x="2228484" y="3837737"/>
            <a:ext cx="64008" cy="64008"/>
          </a:xfrm>
          <a:prstGeom prst="ellipse">
            <a:avLst/>
          </a:prstGeom>
          <a:solidFill>
            <a:srgbClr val="26364E">
              <a:alpha val="84000"/>
            </a:srgbClr>
          </a:solidFill>
          <a:ln w="3810">
            <a:solidFill>
              <a:srgbClr val="26364E">
                <a:alpha val="0"/>
              </a:srgbClr>
            </a:solidFill>
            <a:prstDash val="solid"/>
          </a:ln>
        </p:spPr>
      </p:sp>
      <p:sp>
        <p:nvSpPr>
          <p:cNvPr id="188" name="Shape 186"/>
          <p:cNvSpPr/>
          <p:nvPr/>
        </p:nvSpPr>
        <p:spPr>
          <a:xfrm>
            <a:off x="2319376" y="3837737"/>
            <a:ext cx="64008" cy="64008"/>
          </a:xfrm>
          <a:prstGeom prst="ellipse">
            <a:avLst/>
          </a:prstGeom>
          <a:solidFill>
            <a:srgbClr val="42E0CB"/>
          </a:solidFill>
          <a:ln w="3810">
            <a:solidFill>
              <a:srgbClr val="42E0CB">
                <a:alpha val="0"/>
              </a:srgbClr>
            </a:solidFill>
            <a:prstDash val="solid"/>
          </a:ln>
        </p:spPr>
      </p:sp>
      <p:sp>
        <p:nvSpPr>
          <p:cNvPr id="189" name="Shape 187"/>
          <p:cNvSpPr/>
          <p:nvPr/>
        </p:nvSpPr>
        <p:spPr>
          <a:xfrm>
            <a:off x="2410267" y="3837737"/>
            <a:ext cx="64008" cy="64008"/>
          </a:xfrm>
          <a:prstGeom prst="ellipse">
            <a:avLst/>
          </a:prstGeom>
          <a:solidFill>
            <a:srgbClr val="26364E">
              <a:alpha val="84000"/>
            </a:srgbClr>
          </a:solidFill>
          <a:ln w="3810">
            <a:solidFill>
              <a:srgbClr val="26364E">
                <a:alpha val="0"/>
              </a:srgbClr>
            </a:solidFill>
            <a:prstDash val="solid"/>
          </a:ln>
        </p:spPr>
      </p:sp>
      <p:sp>
        <p:nvSpPr>
          <p:cNvPr id="190" name="Shape 188"/>
          <p:cNvSpPr/>
          <p:nvPr/>
        </p:nvSpPr>
        <p:spPr>
          <a:xfrm>
            <a:off x="2501158" y="3837737"/>
            <a:ext cx="64008" cy="64008"/>
          </a:xfrm>
          <a:prstGeom prst="ellipse">
            <a:avLst/>
          </a:prstGeom>
          <a:solidFill>
            <a:srgbClr val="26364E">
              <a:alpha val="84000"/>
            </a:srgbClr>
          </a:solidFill>
          <a:ln w="3810">
            <a:solidFill>
              <a:srgbClr val="26364E">
                <a:alpha val="0"/>
              </a:srgbClr>
            </a:solidFill>
            <a:prstDash val="solid"/>
          </a:ln>
        </p:spPr>
      </p:sp>
      <p:sp>
        <p:nvSpPr>
          <p:cNvPr id="191" name="Shape 189"/>
          <p:cNvSpPr/>
          <p:nvPr/>
        </p:nvSpPr>
        <p:spPr>
          <a:xfrm>
            <a:off x="2592050" y="3837737"/>
            <a:ext cx="64008" cy="64008"/>
          </a:xfrm>
          <a:prstGeom prst="ellipse">
            <a:avLst/>
          </a:prstGeom>
          <a:solidFill>
            <a:srgbClr val="42E0CB"/>
          </a:solidFill>
          <a:ln w="3810">
            <a:solidFill>
              <a:srgbClr val="42E0CB">
                <a:alpha val="0"/>
              </a:srgbClr>
            </a:solidFill>
            <a:prstDash val="solid"/>
          </a:ln>
        </p:spPr>
      </p:sp>
      <p:sp>
        <p:nvSpPr>
          <p:cNvPr id="192" name="Shape 190"/>
          <p:cNvSpPr/>
          <p:nvPr/>
        </p:nvSpPr>
        <p:spPr>
          <a:xfrm>
            <a:off x="2682941" y="3837737"/>
            <a:ext cx="64008" cy="64008"/>
          </a:xfrm>
          <a:prstGeom prst="ellipse">
            <a:avLst/>
          </a:prstGeom>
          <a:solidFill>
            <a:srgbClr val="26364E">
              <a:alpha val="84000"/>
            </a:srgbClr>
          </a:solidFill>
          <a:ln w="3810">
            <a:solidFill>
              <a:srgbClr val="26364E">
                <a:alpha val="0"/>
              </a:srgbClr>
            </a:solidFill>
            <a:prstDash val="solid"/>
          </a:ln>
        </p:spPr>
      </p:sp>
      <p:sp>
        <p:nvSpPr>
          <p:cNvPr id="193" name="Shape 191"/>
          <p:cNvSpPr/>
          <p:nvPr/>
        </p:nvSpPr>
        <p:spPr>
          <a:xfrm>
            <a:off x="2773832" y="3837737"/>
            <a:ext cx="64008" cy="64008"/>
          </a:xfrm>
          <a:prstGeom prst="ellipse">
            <a:avLst/>
          </a:prstGeom>
          <a:solidFill>
            <a:srgbClr val="26364E">
              <a:alpha val="84000"/>
            </a:srgbClr>
          </a:solidFill>
          <a:ln w="3810">
            <a:solidFill>
              <a:srgbClr val="26364E">
                <a:alpha val="0"/>
              </a:srgbClr>
            </a:solidFill>
            <a:prstDash val="solid"/>
          </a:ln>
        </p:spPr>
      </p:sp>
      <p:sp>
        <p:nvSpPr>
          <p:cNvPr id="194" name="Shape 192"/>
          <p:cNvSpPr/>
          <p:nvPr/>
        </p:nvSpPr>
        <p:spPr>
          <a:xfrm>
            <a:off x="2864724" y="3837737"/>
            <a:ext cx="64008" cy="64008"/>
          </a:xfrm>
          <a:prstGeom prst="ellipse">
            <a:avLst/>
          </a:prstGeom>
          <a:solidFill>
            <a:srgbClr val="42E0CB"/>
          </a:solidFill>
          <a:ln w="3810">
            <a:solidFill>
              <a:srgbClr val="42E0CB">
                <a:alpha val="0"/>
              </a:srgbClr>
            </a:solidFill>
            <a:prstDash val="solid"/>
          </a:ln>
        </p:spPr>
      </p:sp>
      <p:sp>
        <p:nvSpPr>
          <p:cNvPr id="195" name="Shape 193"/>
          <p:cNvSpPr/>
          <p:nvPr/>
        </p:nvSpPr>
        <p:spPr>
          <a:xfrm>
            <a:off x="2955615" y="3837737"/>
            <a:ext cx="64008" cy="64008"/>
          </a:xfrm>
          <a:prstGeom prst="ellipse">
            <a:avLst/>
          </a:prstGeom>
          <a:solidFill>
            <a:srgbClr val="26364E">
              <a:alpha val="84000"/>
            </a:srgbClr>
          </a:solidFill>
          <a:ln w="3810">
            <a:solidFill>
              <a:srgbClr val="26364E">
                <a:alpha val="0"/>
              </a:srgbClr>
            </a:solidFill>
            <a:prstDash val="solid"/>
          </a:ln>
        </p:spPr>
      </p:sp>
      <p:sp>
        <p:nvSpPr>
          <p:cNvPr id="196" name="Shape 194"/>
          <p:cNvSpPr/>
          <p:nvPr/>
        </p:nvSpPr>
        <p:spPr>
          <a:xfrm>
            <a:off x="3046506" y="3837737"/>
            <a:ext cx="64008" cy="64008"/>
          </a:xfrm>
          <a:prstGeom prst="ellipse">
            <a:avLst/>
          </a:prstGeom>
          <a:solidFill>
            <a:srgbClr val="26364E">
              <a:alpha val="84000"/>
            </a:srgbClr>
          </a:solidFill>
          <a:ln w="3810">
            <a:solidFill>
              <a:srgbClr val="26364E">
                <a:alpha val="0"/>
              </a:srgbClr>
            </a:solidFill>
            <a:prstDash val="solid"/>
          </a:ln>
        </p:spPr>
      </p:sp>
      <p:sp>
        <p:nvSpPr>
          <p:cNvPr id="197" name="Shape 195"/>
          <p:cNvSpPr/>
          <p:nvPr/>
        </p:nvSpPr>
        <p:spPr>
          <a:xfrm>
            <a:off x="3137398" y="3837737"/>
            <a:ext cx="64008" cy="64008"/>
          </a:xfrm>
          <a:prstGeom prst="ellipse">
            <a:avLst/>
          </a:prstGeom>
          <a:solidFill>
            <a:srgbClr val="42E0CB"/>
          </a:solidFill>
          <a:ln w="3810">
            <a:solidFill>
              <a:srgbClr val="42E0CB">
                <a:alpha val="0"/>
              </a:srgbClr>
            </a:solidFill>
            <a:prstDash val="solid"/>
          </a:ln>
        </p:spPr>
      </p:sp>
      <p:sp>
        <p:nvSpPr>
          <p:cNvPr id="198" name="Shape 196"/>
          <p:cNvSpPr/>
          <p:nvPr/>
        </p:nvSpPr>
        <p:spPr>
          <a:xfrm>
            <a:off x="3228289" y="3837737"/>
            <a:ext cx="64008" cy="64008"/>
          </a:xfrm>
          <a:prstGeom prst="ellipse">
            <a:avLst/>
          </a:prstGeom>
          <a:solidFill>
            <a:srgbClr val="26364E">
              <a:alpha val="84000"/>
            </a:srgbClr>
          </a:solidFill>
          <a:ln w="3810">
            <a:solidFill>
              <a:srgbClr val="26364E">
                <a:alpha val="0"/>
              </a:srgbClr>
            </a:solidFill>
            <a:prstDash val="solid"/>
          </a:ln>
        </p:spPr>
      </p:sp>
      <p:sp>
        <p:nvSpPr>
          <p:cNvPr id="199" name="Shape 197"/>
          <p:cNvSpPr/>
          <p:nvPr/>
        </p:nvSpPr>
        <p:spPr>
          <a:xfrm>
            <a:off x="3319181" y="3837737"/>
            <a:ext cx="64008" cy="64008"/>
          </a:xfrm>
          <a:prstGeom prst="ellipse">
            <a:avLst/>
          </a:prstGeom>
          <a:solidFill>
            <a:srgbClr val="26364E">
              <a:alpha val="84000"/>
            </a:srgbClr>
          </a:solidFill>
          <a:ln w="3810">
            <a:solidFill>
              <a:srgbClr val="26364E">
                <a:alpha val="0"/>
              </a:srgbClr>
            </a:solidFill>
            <a:prstDash val="solid"/>
          </a:ln>
        </p:spPr>
      </p:sp>
      <p:sp>
        <p:nvSpPr>
          <p:cNvPr id="200" name="Shape 198"/>
          <p:cNvSpPr/>
          <p:nvPr/>
        </p:nvSpPr>
        <p:spPr>
          <a:xfrm>
            <a:off x="3410072" y="3837737"/>
            <a:ext cx="64008" cy="64008"/>
          </a:xfrm>
          <a:prstGeom prst="ellipse">
            <a:avLst/>
          </a:prstGeom>
          <a:solidFill>
            <a:srgbClr val="42E0CB"/>
          </a:solidFill>
          <a:ln w="3810">
            <a:solidFill>
              <a:srgbClr val="42E0CB">
                <a:alpha val="0"/>
              </a:srgbClr>
            </a:solidFill>
            <a:prstDash val="solid"/>
          </a:ln>
        </p:spPr>
      </p:sp>
      <p:sp>
        <p:nvSpPr>
          <p:cNvPr id="201" name="Shape 199"/>
          <p:cNvSpPr/>
          <p:nvPr/>
        </p:nvSpPr>
        <p:spPr>
          <a:xfrm>
            <a:off x="3500963" y="3837737"/>
            <a:ext cx="64008" cy="64008"/>
          </a:xfrm>
          <a:prstGeom prst="ellipse">
            <a:avLst/>
          </a:prstGeom>
          <a:solidFill>
            <a:srgbClr val="26364E">
              <a:alpha val="84000"/>
            </a:srgbClr>
          </a:solidFill>
          <a:ln w="3810">
            <a:solidFill>
              <a:srgbClr val="26364E">
                <a:alpha val="0"/>
              </a:srgbClr>
            </a:solidFill>
            <a:prstDash val="solid"/>
          </a:ln>
        </p:spPr>
      </p:sp>
      <p:sp>
        <p:nvSpPr>
          <p:cNvPr id="202" name="Shape 200"/>
          <p:cNvSpPr/>
          <p:nvPr/>
        </p:nvSpPr>
        <p:spPr>
          <a:xfrm>
            <a:off x="3591855" y="3837737"/>
            <a:ext cx="64008" cy="64008"/>
          </a:xfrm>
          <a:prstGeom prst="ellipse">
            <a:avLst/>
          </a:prstGeom>
          <a:solidFill>
            <a:srgbClr val="26364E">
              <a:alpha val="84000"/>
            </a:srgbClr>
          </a:solidFill>
          <a:ln w="3810">
            <a:solidFill>
              <a:srgbClr val="26364E">
                <a:alpha val="0"/>
              </a:srgbClr>
            </a:solidFill>
            <a:prstDash val="solid"/>
          </a:ln>
        </p:spPr>
      </p:sp>
      <p:sp>
        <p:nvSpPr>
          <p:cNvPr id="203" name="Shape 201"/>
          <p:cNvSpPr/>
          <p:nvPr/>
        </p:nvSpPr>
        <p:spPr>
          <a:xfrm>
            <a:off x="3682746" y="3837737"/>
            <a:ext cx="64008" cy="64008"/>
          </a:xfrm>
          <a:prstGeom prst="ellipse">
            <a:avLst/>
          </a:prstGeom>
          <a:solidFill>
            <a:srgbClr val="42E0CB"/>
          </a:solidFill>
          <a:ln w="3810">
            <a:solidFill>
              <a:srgbClr val="42E0CB">
                <a:alpha val="0"/>
              </a:srgbClr>
            </a:solidFill>
            <a:prstDash val="solid"/>
          </a:ln>
        </p:spPr>
      </p:sp>
      <p:sp>
        <p:nvSpPr>
          <p:cNvPr id="204" name="Shape 202"/>
          <p:cNvSpPr/>
          <p:nvPr/>
        </p:nvSpPr>
        <p:spPr>
          <a:xfrm>
            <a:off x="3773637" y="3837737"/>
            <a:ext cx="64008" cy="64008"/>
          </a:xfrm>
          <a:prstGeom prst="ellipse">
            <a:avLst/>
          </a:prstGeom>
          <a:solidFill>
            <a:srgbClr val="42E0CB"/>
          </a:solidFill>
          <a:ln w="3810">
            <a:solidFill>
              <a:srgbClr val="42E0CB">
                <a:alpha val="0"/>
              </a:srgbClr>
            </a:solidFill>
            <a:prstDash val="solid"/>
          </a:ln>
        </p:spPr>
      </p:sp>
      <p:sp>
        <p:nvSpPr>
          <p:cNvPr id="205" name="Shape 203"/>
          <p:cNvSpPr/>
          <p:nvPr/>
        </p:nvSpPr>
        <p:spPr>
          <a:xfrm>
            <a:off x="3864529" y="3837737"/>
            <a:ext cx="64008" cy="64008"/>
          </a:xfrm>
          <a:prstGeom prst="ellipse">
            <a:avLst/>
          </a:prstGeom>
          <a:solidFill>
            <a:srgbClr val="42E0CB"/>
          </a:solidFill>
          <a:ln w="3810">
            <a:solidFill>
              <a:srgbClr val="42E0CB">
                <a:alpha val="0"/>
              </a:srgbClr>
            </a:solidFill>
            <a:prstDash val="solid"/>
          </a:ln>
        </p:spPr>
      </p:sp>
      <p:sp>
        <p:nvSpPr>
          <p:cNvPr id="206" name="Shape 204"/>
          <p:cNvSpPr/>
          <p:nvPr/>
        </p:nvSpPr>
        <p:spPr>
          <a:xfrm>
            <a:off x="3955420" y="3837737"/>
            <a:ext cx="64008" cy="64008"/>
          </a:xfrm>
          <a:prstGeom prst="ellipse">
            <a:avLst/>
          </a:prstGeom>
          <a:solidFill>
            <a:srgbClr val="26364E">
              <a:alpha val="84000"/>
            </a:srgbClr>
          </a:solidFill>
          <a:ln w="3810">
            <a:solidFill>
              <a:srgbClr val="26364E">
                <a:alpha val="0"/>
              </a:srgbClr>
            </a:solidFill>
            <a:prstDash val="solid"/>
          </a:ln>
        </p:spPr>
      </p:sp>
      <p:sp>
        <p:nvSpPr>
          <p:cNvPr id="207" name="Shape 205"/>
          <p:cNvSpPr/>
          <p:nvPr/>
        </p:nvSpPr>
        <p:spPr>
          <a:xfrm>
            <a:off x="1137788" y="3928628"/>
            <a:ext cx="64008" cy="64008"/>
          </a:xfrm>
          <a:prstGeom prst="ellipse">
            <a:avLst/>
          </a:prstGeom>
          <a:solidFill>
            <a:srgbClr val="26364E">
              <a:alpha val="84000"/>
            </a:srgbClr>
          </a:solidFill>
          <a:ln w="3810">
            <a:solidFill>
              <a:srgbClr val="26364E">
                <a:alpha val="0"/>
              </a:srgbClr>
            </a:solidFill>
            <a:prstDash val="solid"/>
          </a:ln>
        </p:spPr>
      </p:sp>
      <p:sp>
        <p:nvSpPr>
          <p:cNvPr id="208" name="Shape 206"/>
          <p:cNvSpPr/>
          <p:nvPr/>
        </p:nvSpPr>
        <p:spPr>
          <a:xfrm>
            <a:off x="1228679" y="3928628"/>
            <a:ext cx="64008" cy="64008"/>
          </a:xfrm>
          <a:prstGeom prst="ellipse">
            <a:avLst/>
          </a:prstGeom>
          <a:solidFill>
            <a:srgbClr val="26364E">
              <a:alpha val="84000"/>
            </a:srgbClr>
          </a:solidFill>
          <a:ln w="3810">
            <a:solidFill>
              <a:srgbClr val="26364E">
                <a:alpha val="0"/>
              </a:srgbClr>
            </a:solidFill>
            <a:prstDash val="solid"/>
          </a:ln>
        </p:spPr>
      </p:sp>
      <p:sp>
        <p:nvSpPr>
          <p:cNvPr id="209" name="Shape 207"/>
          <p:cNvSpPr/>
          <p:nvPr/>
        </p:nvSpPr>
        <p:spPr>
          <a:xfrm>
            <a:off x="1319571" y="3928628"/>
            <a:ext cx="64008" cy="64008"/>
          </a:xfrm>
          <a:prstGeom prst="ellipse">
            <a:avLst/>
          </a:prstGeom>
          <a:solidFill>
            <a:srgbClr val="26364E">
              <a:alpha val="84000"/>
            </a:srgbClr>
          </a:solidFill>
          <a:ln w="3810">
            <a:solidFill>
              <a:srgbClr val="26364E">
                <a:alpha val="0"/>
              </a:srgbClr>
            </a:solidFill>
            <a:prstDash val="solid"/>
          </a:ln>
        </p:spPr>
      </p:sp>
      <p:sp>
        <p:nvSpPr>
          <p:cNvPr id="210" name="Shape 208"/>
          <p:cNvSpPr/>
          <p:nvPr/>
        </p:nvSpPr>
        <p:spPr>
          <a:xfrm>
            <a:off x="1410462" y="3928628"/>
            <a:ext cx="64008" cy="64008"/>
          </a:xfrm>
          <a:prstGeom prst="ellipse">
            <a:avLst/>
          </a:prstGeom>
          <a:solidFill>
            <a:srgbClr val="26364E">
              <a:alpha val="84000"/>
            </a:srgbClr>
          </a:solidFill>
          <a:ln w="3810">
            <a:solidFill>
              <a:srgbClr val="26364E">
                <a:alpha val="0"/>
              </a:srgbClr>
            </a:solidFill>
            <a:prstDash val="solid"/>
          </a:ln>
        </p:spPr>
      </p:sp>
      <p:sp>
        <p:nvSpPr>
          <p:cNvPr id="211" name="Shape 209"/>
          <p:cNvSpPr/>
          <p:nvPr/>
        </p:nvSpPr>
        <p:spPr>
          <a:xfrm>
            <a:off x="1501353" y="3928628"/>
            <a:ext cx="64008" cy="64008"/>
          </a:xfrm>
          <a:prstGeom prst="ellipse">
            <a:avLst/>
          </a:prstGeom>
          <a:solidFill>
            <a:srgbClr val="26364E">
              <a:alpha val="84000"/>
            </a:srgbClr>
          </a:solidFill>
          <a:ln w="3810">
            <a:solidFill>
              <a:srgbClr val="26364E">
                <a:alpha val="0"/>
              </a:srgbClr>
            </a:solidFill>
            <a:prstDash val="solid"/>
          </a:ln>
        </p:spPr>
      </p:sp>
      <p:sp>
        <p:nvSpPr>
          <p:cNvPr id="212" name="Shape 210"/>
          <p:cNvSpPr/>
          <p:nvPr/>
        </p:nvSpPr>
        <p:spPr>
          <a:xfrm>
            <a:off x="1592245" y="3928628"/>
            <a:ext cx="64008" cy="64008"/>
          </a:xfrm>
          <a:prstGeom prst="ellipse">
            <a:avLst/>
          </a:prstGeom>
          <a:solidFill>
            <a:srgbClr val="26364E">
              <a:alpha val="84000"/>
            </a:srgbClr>
          </a:solidFill>
          <a:ln w="3810">
            <a:solidFill>
              <a:srgbClr val="26364E">
                <a:alpha val="0"/>
              </a:srgbClr>
            </a:solidFill>
            <a:prstDash val="solid"/>
          </a:ln>
        </p:spPr>
      </p:sp>
      <p:sp>
        <p:nvSpPr>
          <p:cNvPr id="213" name="Shape 211"/>
          <p:cNvSpPr/>
          <p:nvPr/>
        </p:nvSpPr>
        <p:spPr>
          <a:xfrm>
            <a:off x="1683136" y="3928628"/>
            <a:ext cx="64008" cy="64008"/>
          </a:xfrm>
          <a:prstGeom prst="ellipse">
            <a:avLst/>
          </a:prstGeom>
          <a:solidFill>
            <a:srgbClr val="26364E">
              <a:alpha val="84000"/>
            </a:srgbClr>
          </a:solidFill>
          <a:ln w="3810">
            <a:solidFill>
              <a:srgbClr val="26364E">
                <a:alpha val="0"/>
              </a:srgbClr>
            </a:solidFill>
            <a:prstDash val="solid"/>
          </a:ln>
        </p:spPr>
      </p:sp>
      <p:sp>
        <p:nvSpPr>
          <p:cNvPr id="214" name="Shape 212"/>
          <p:cNvSpPr/>
          <p:nvPr/>
        </p:nvSpPr>
        <p:spPr>
          <a:xfrm>
            <a:off x="1774027" y="3928628"/>
            <a:ext cx="64008" cy="64008"/>
          </a:xfrm>
          <a:prstGeom prst="ellipse">
            <a:avLst/>
          </a:prstGeom>
          <a:solidFill>
            <a:srgbClr val="42E0CB"/>
          </a:solidFill>
          <a:ln w="3810">
            <a:solidFill>
              <a:srgbClr val="42E0CB">
                <a:alpha val="0"/>
              </a:srgbClr>
            </a:solidFill>
            <a:prstDash val="solid"/>
          </a:ln>
        </p:spPr>
      </p:sp>
      <p:sp>
        <p:nvSpPr>
          <p:cNvPr id="215" name="Shape 213"/>
          <p:cNvSpPr/>
          <p:nvPr/>
        </p:nvSpPr>
        <p:spPr>
          <a:xfrm>
            <a:off x="1864919" y="3928628"/>
            <a:ext cx="64008" cy="64008"/>
          </a:xfrm>
          <a:prstGeom prst="ellipse">
            <a:avLst/>
          </a:prstGeom>
          <a:solidFill>
            <a:srgbClr val="26364E">
              <a:alpha val="84000"/>
            </a:srgbClr>
          </a:solidFill>
          <a:ln w="3810">
            <a:solidFill>
              <a:srgbClr val="26364E">
                <a:alpha val="0"/>
              </a:srgbClr>
            </a:solidFill>
            <a:prstDash val="solid"/>
          </a:ln>
        </p:spPr>
      </p:sp>
      <p:sp>
        <p:nvSpPr>
          <p:cNvPr id="216" name="Shape 214"/>
          <p:cNvSpPr/>
          <p:nvPr/>
        </p:nvSpPr>
        <p:spPr>
          <a:xfrm>
            <a:off x="1955810" y="3928628"/>
            <a:ext cx="64008" cy="64008"/>
          </a:xfrm>
          <a:prstGeom prst="ellipse">
            <a:avLst/>
          </a:prstGeom>
          <a:solidFill>
            <a:srgbClr val="26364E">
              <a:alpha val="84000"/>
            </a:srgbClr>
          </a:solidFill>
          <a:ln w="3810">
            <a:solidFill>
              <a:srgbClr val="26364E">
                <a:alpha val="0"/>
              </a:srgbClr>
            </a:solidFill>
            <a:prstDash val="solid"/>
          </a:ln>
        </p:spPr>
      </p:sp>
      <p:sp>
        <p:nvSpPr>
          <p:cNvPr id="217" name="Shape 215"/>
          <p:cNvSpPr/>
          <p:nvPr/>
        </p:nvSpPr>
        <p:spPr>
          <a:xfrm>
            <a:off x="2046702" y="3928628"/>
            <a:ext cx="64008" cy="64008"/>
          </a:xfrm>
          <a:prstGeom prst="ellipse">
            <a:avLst/>
          </a:prstGeom>
          <a:solidFill>
            <a:srgbClr val="26364E">
              <a:alpha val="84000"/>
            </a:srgbClr>
          </a:solidFill>
          <a:ln w="3810">
            <a:solidFill>
              <a:srgbClr val="26364E">
                <a:alpha val="0"/>
              </a:srgbClr>
            </a:solidFill>
            <a:prstDash val="solid"/>
          </a:ln>
        </p:spPr>
      </p:sp>
      <p:sp>
        <p:nvSpPr>
          <p:cNvPr id="218" name="Shape 216"/>
          <p:cNvSpPr/>
          <p:nvPr/>
        </p:nvSpPr>
        <p:spPr>
          <a:xfrm>
            <a:off x="2137593" y="3928628"/>
            <a:ext cx="64008" cy="64008"/>
          </a:xfrm>
          <a:prstGeom prst="ellipse">
            <a:avLst/>
          </a:prstGeom>
          <a:solidFill>
            <a:srgbClr val="26364E">
              <a:alpha val="84000"/>
            </a:srgbClr>
          </a:solidFill>
          <a:ln w="3810">
            <a:solidFill>
              <a:srgbClr val="26364E">
                <a:alpha val="0"/>
              </a:srgbClr>
            </a:solidFill>
            <a:prstDash val="solid"/>
          </a:ln>
        </p:spPr>
      </p:sp>
      <p:sp>
        <p:nvSpPr>
          <p:cNvPr id="219" name="Shape 217"/>
          <p:cNvSpPr/>
          <p:nvPr/>
        </p:nvSpPr>
        <p:spPr>
          <a:xfrm>
            <a:off x="2228484" y="3928628"/>
            <a:ext cx="64008" cy="64008"/>
          </a:xfrm>
          <a:prstGeom prst="ellipse">
            <a:avLst/>
          </a:prstGeom>
          <a:solidFill>
            <a:srgbClr val="26364E">
              <a:alpha val="84000"/>
            </a:srgbClr>
          </a:solidFill>
          <a:ln w="3810">
            <a:solidFill>
              <a:srgbClr val="26364E">
                <a:alpha val="0"/>
              </a:srgbClr>
            </a:solidFill>
            <a:prstDash val="solid"/>
          </a:ln>
        </p:spPr>
      </p:sp>
      <p:sp>
        <p:nvSpPr>
          <p:cNvPr id="220" name="Shape 218"/>
          <p:cNvSpPr/>
          <p:nvPr/>
        </p:nvSpPr>
        <p:spPr>
          <a:xfrm>
            <a:off x="2319376" y="3928628"/>
            <a:ext cx="64008" cy="64008"/>
          </a:xfrm>
          <a:prstGeom prst="ellipse">
            <a:avLst/>
          </a:prstGeom>
          <a:solidFill>
            <a:srgbClr val="42E0CB"/>
          </a:solidFill>
          <a:ln w="3810">
            <a:solidFill>
              <a:srgbClr val="42E0CB">
                <a:alpha val="0"/>
              </a:srgbClr>
            </a:solidFill>
            <a:prstDash val="solid"/>
          </a:ln>
        </p:spPr>
      </p:sp>
      <p:sp>
        <p:nvSpPr>
          <p:cNvPr id="221" name="Shape 219"/>
          <p:cNvSpPr/>
          <p:nvPr/>
        </p:nvSpPr>
        <p:spPr>
          <a:xfrm>
            <a:off x="2410267" y="3928628"/>
            <a:ext cx="64008" cy="64008"/>
          </a:xfrm>
          <a:prstGeom prst="ellipse">
            <a:avLst/>
          </a:prstGeom>
          <a:solidFill>
            <a:srgbClr val="26364E">
              <a:alpha val="84000"/>
            </a:srgbClr>
          </a:solidFill>
          <a:ln w="3810">
            <a:solidFill>
              <a:srgbClr val="26364E">
                <a:alpha val="0"/>
              </a:srgbClr>
            </a:solidFill>
            <a:prstDash val="solid"/>
          </a:ln>
        </p:spPr>
      </p:sp>
      <p:sp>
        <p:nvSpPr>
          <p:cNvPr id="222" name="Shape 220"/>
          <p:cNvSpPr/>
          <p:nvPr/>
        </p:nvSpPr>
        <p:spPr>
          <a:xfrm>
            <a:off x="2501158" y="3928628"/>
            <a:ext cx="64008" cy="64008"/>
          </a:xfrm>
          <a:prstGeom prst="ellipse">
            <a:avLst/>
          </a:prstGeom>
          <a:solidFill>
            <a:srgbClr val="26364E">
              <a:alpha val="84000"/>
            </a:srgbClr>
          </a:solidFill>
          <a:ln w="3810">
            <a:solidFill>
              <a:srgbClr val="26364E">
                <a:alpha val="0"/>
              </a:srgbClr>
            </a:solidFill>
            <a:prstDash val="solid"/>
          </a:ln>
        </p:spPr>
      </p:sp>
      <p:sp>
        <p:nvSpPr>
          <p:cNvPr id="223" name="Shape 221"/>
          <p:cNvSpPr/>
          <p:nvPr/>
        </p:nvSpPr>
        <p:spPr>
          <a:xfrm>
            <a:off x="2592050" y="3928628"/>
            <a:ext cx="64008" cy="64008"/>
          </a:xfrm>
          <a:prstGeom prst="ellipse">
            <a:avLst/>
          </a:prstGeom>
          <a:solidFill>
            <a:srgbClr val="26364E">
              <a:alpha val="84000"/>
            </a:srgbClr>
          </a:solidFill>
          <a:ln w="3810">
            <a:solidFill>
              <a:srgbClr val="26364E">
                <a:alpha val="0"/>
              </a:srgbClr>
            </a:solidFill>
            <a:prstDash val="solid"/>
          </a:ln>
        </p:spPr>
      </p:sp>
      <p:sp>
        <p:nvSpPr>
          <p:cNvPr id="224" name="Shape 222"/>
          <p:cNvSpPr/>
          <p:nvPr/>
        </p:nvSpPr>
        <p:spPr>
          <a:xfrm>
            <a:off x="2682941" y="3928628"/>
            <a:ext cx="64008" cy="64008"/>
          </a:xfrm>
          <a:prstGeom prst="ellipse">
            <a:avLst/>
          </a:prstGeom>
          <a:solidFill>
            <a:srgbClr val="26364E">
              <a:alpha val="84000"/>
            </a:srgbClr>
          </a:solidFill>
          <a:ln w="3810">
            <a:solidFill>
              <a:srgbClr val="26364E">
                <a:alpha val="0"/>
              </a:srgbClr>
            </a:solidFill>
            <a:prstDash val="solid"/>
          </a:ln>
        </p:spPr>
      </p:sp>
      <p:sp>
        <p:nvSpPr>
          <p:cNvPr id="225" name="Shape 223"/>
          <p:cNvSpPr/>
          <p:nvPr/>
        </p:nvSpPr>
        <p:spPr>
          <a:xfrm>
            <a:off x="2773832" y="3928628"/>
            <a:ext cx="64008" cy="64008"/>
          </a:xfrm>
          <a:prstGeom prst="ellipse">
            <a:avLst/>
          </a:prstGeom>
          <a:solidFill>
            <a:srgbClr val="26364E">
              <a:alpha val="84000"/>
            </a:srgbClr>
          </a:solidFill>
          <a:ln w="3810">
            <a:solidFill>
              <a:srgbClr val="26364E">
                <a:alpha val="0"/>
              </a:srgbClr>
            </a:solidFill>
            <a:prstDash val="solid"/>
          </a:ln>
        </p:spPr>
      </p:sp>
      <p:sp>
        <p:nvSpPr>
          <p:cNvPr id="226" name="Shape 224"/>
          <p:cNvSpPr/>
          <p:nvPr/>
        </p:nvSpPr>
        <p:spPr>
          <a:xfrm>
            <a:off x="2864724" y="3928628"/>
            <a:ext cx="64008" cy="64008"/>
          </a:xfrm>
          <a:prstGeom prst="ellipse">
            <a:avLst/>
          </a:prstGeom>
          <a:solidFill>
            <a:srgbClr val="42E0CB"/>
          </a:solidFill>
          <a:ln w="3810">
            <a:solidFill>
              <a:srgbClr val="42E0CB">
                <a:alpha val="0"/>
              </a:srgbClr>
            </a:solidFill>
            <a:prstDash val="solid"/>
          </a:ln>
        </p:spPr>
      </p:sp>
      <p:sp>
        <p:nvSpPr>
          <p:cNvPr id="227" name="Shape 225"/>
          <p:cNvSpPr/>
          <p:nvPr/>
        </p:nvSpPr>
        <p:spPr>
          <a:xfrm>
            <a:off x="2955615" y="3928628"/>
            <a:ext cx="64008" cy="64008"/>
          </a:xfrm>
          <a:prstGeom prst="ellipse">
            <a:avLst/>
          </a:prstGeom>
          <a:solidFill>
            <a:srgbClr val="26364E">
              <a:alpha val="84000"/>
            </a:srgbClr>
          </a:solidFill>
          <a:ln w="3810">
            <a:solidFill>
              <a:srgbClr val="26364E">
                <a:alpha val="0"/>
              </a:srgbClr>
            </a:solidFill>
            <a:prstDash val="solid"/>
          </a:ln>
        </p:spPr>
      </p:sp>
      <p:sp>
        <p:nvSpPr>
          <p:cNvPr id="228" name="Shape 226"/>
          <p:cNvSpPr/>
          <p:nvPr/>
        </p:nvSpPr>
        <p:spPr>
          <a:xfrm>
            <a:off x="3046506" y="3928628"/>
            <a:ext cx="64008" cy="64008"/>
          </a:xfrm>
          <a:prstGeom prst="ellipse">
            <a:avLst/>
          </a:prstGeom>
          <a:solidFill>
            <a:srgbClr val="26364E">
              <a:alpha val="84000"/>
            </a:srgbClr>
          </a:solidFill>
          <a:ln w="3810">
            <a:solidFill>
              <a:srgbClr val="26364E">
                <a:alpha val="0"/>
              </a:srgbClr>
            </a:solidFill>
            <a:prstDash val="solid"/>
          </a:ln>
        </p:spPr>
      </p:sp>
      <p:sp>
        <p:nvSpPr>
          <p:cNvPr id="229" name="Shape 227"/>
          <p:cNvSpPr/>
          <p:nvPr/>
        </p:nvSpPr>
        <p:spPr>
          <a:xfrm>
            <a:off x="3137398" y="3928628"/>
            <a:ext cx="64008" cy="64008"/>
          </a:xfrm>
          <a:prstGeom prst="ellipse">
            <a:avLst/>
          </a:prstGeom>
          <a:solidFill>
            <a:srgbClr val="26364E">
              <a:alpha val="84000"/>
            </a:srgbClr>
          </a:solidFill>
          <a:ln w="3810">
            <a:solidFill>
              <a:srgbClr val="26364E">
                <a:alpha val="0"/>
              </a:srgbClr>
            </a:solidFill>
            <a:prstDash val="solid"/>
          </a:ln>
        </p:spPr>
      </p:sp>
      <p:sp>
        <p:nvSpPr>
          <p:cNvPr id="230" name="Shape 228"/>
          <p:cNvSpPr/>
          <p:nvPr/>
        </p:nvSpPr>
        <p:spPr>
          <a:xfrm>
            <a:off x="3228289" y="3928628"/>
            <a:ext cx="64008" cy="64008"/>
          </a:xfrm>
          <a:prstGeom prst="ellipse">
            <a:avLst/>
          </a:prstGeom>
          <a:solidFill>
            <a:srgbClr val="26364E">
              <a:alpha val="84000"/>
            </a:srgbClr>
          </a:solidFill>
          <a:ln w="3810">
            <a:solidFill>
              <a:srgbClr val="26364E">
                <a:alpha val="0"/>
              </a:srgbClr>
            </a:solidFill>
            <a:prstDash val="solid"/>
          </a:ln>
        </p:spPr>
      </p:sp>
      <p:sp>
        <p:nvSpPr>
          <p:cNvPr id="231" name="Shape 229"/>
          <p:cNvSpPr/>
          <p:nvPr/>
        </p:nvSpPr>
        <p:spPr>
          <a:xfrm>
            <a:off x="3319181" y="3928628"/>
            <a:ext cx="64008" cy="64008"/>
          </a:xfrm>
          <a:prstGeom prst="ellipse">
            <a:avLst/>
          </a:prstGeom>
          <a:solidFill>
            <a:srgbClr val="26364E">
              <a:alpha val="84000"/>
            </a:srgbClr>
          </a:solidFill>
          <a:ln w="3810">
            <a:solidFill>
              <a:srgbClr val="26364E">
                <a:alpha val="0"/>
              </a:srgbClr>
            </a:solidFill>
            <a:prstDash val="solid"/>
          </a:ln>
        </p:spPr>
      </p:sp>
      <p:sp>
        <p:nvSpPr>
          <p:cNvPr id="232" name="Shape 230"/>
          <p:cNvSpPr/>
          <p:nvPr/>
        </p:nvSpPr>
        <p:spPr>
          <a:xfrm>
            <a:off x="3410072" y="3928628"/>
            <a:ext cx="64008" cy="64008"/>
          </a:xfrm>
          <a:prstGeom prst="ellipse">
            <a:avLst/>
          </a:prstGeom>
          <a:solidFill>
            <a:srgbClr val="42E0CB"/>
          </a:solidFill>
          <a:ln w="3810">
            <a:solidFill>
              <a:srgbClr val="42E0CB">
                <a:alpha val="0"/>
              </a:srgbClr>
            </a:solidFill>
            <a:prstDash val="solid"/>
          </a:ln>
        </p:spPr>
      </p:sp>
      <p:sp>
        <p:nvSpPr>
          <p:cNvPr id="233" name="Shape 231"/>
          <p:cNvSpPr/>
          <p:nvPr/>
        </p:nvSpPr>
        <p:spPr>
          <a:xfrm>
            <a:off x="3500963" y="3928628"/>
            <a:ext cx="64008" cy="64008"/>
          </a:xfrm>
          <a:prstGeom prst="ellipse">
            <a:avLst/>
          </a:prstGeom>
          <a:solidFill>
            <a:srgbClr val="26364E">
              <a:alpha val="84000"/>
            </a:srgbClr>
          </a:solidFill>
          <a:ln w="3810">
            <a:solidFill>
              <a:srgbClr val="26364E">
                <a:alpha val="0"/>
              </a:srgbClr>
            </a:solidFill>
            <a:prstDash val="solid"/>
          </a:ln>
        </p:spPr>
      </p:sp>
      <p:sp>
        <p:nvSpPr>
          <p:cNvPr id="234" name="Shape 232"/>
          <p:cNvSpPr/>
          <p:nvPr/>
        </p:nvSpPr>
        <p:spPr>
          <a:xfrm>
            <a:off x="3591855" y="3928628"/>
            <a:ext cx="64008" cy="64008"/>
          </a:xfrm>
          <a:prstGeom prst="ellipse">
            <a:avLst/>
          </a:prstGeom>
          <a:solidFill>
            <a:srgbClr val="26364E">
              <a:alpha val="84000"/>
            </a:srgbClr>
          </a:solidFill>
          <a:ln w="3810">
            <a:solidFill>
              <a:srgbClr val="26364E">
                <a:alpha val="0"/>
              </a:srgbClr>
            </a:solidFill>
            <a:prstDash val="solid"/>
          </a:ln>
        </p:spPr>
      </p:sp>
      <p:sp>
        <p:nvSpPr>
          <p:cNvPr id="235" name="Shape 233"/>
          <p:cNvSpPr/>
          <p:nvPr/>
        </p:nvSpPr>
        <p:spPr>
          <a:xfrm>
            <a:off x="3682746" y="3928628"/>
            <a:ext cx="64008" cy="64008"/>
          </a:xfrm>
          <a:prstGeom prst="ellipse">
            <a:avLst/>
          </a:prstGeom>
          <a:solidFill>
            <a:srgbClr val="26364E">
              <a:alpha val="84000"/>
            </a:srgbClr>
          </a:solidFill>
          <a:ln w="3810">
            <a:solidFill>
              <a:srgbClr val="26364E">
                <a:alpha val="0"/>
              </a:srgbClr>
            </a:solidFill>
            <a:prstDash val="solid"/>
          </a:ln>
        </p:spPr>
      </p:sp>
      <p:sp>
        <p:nvSpPr>
          <p:cNvPr id="236" name="Shape 234"/>
          <p:cNvSpPr/>
          <p:nvPr/>
        </p:nvSpPr>
        <p:spPr>
          <a:xfrm>
            <a:off x="3773637" y="3928628"/>
            <a:ext cx="64008" cy="64008"/>
          </a:xfrm>
          <a:prstGeom prst="ellipse">
            <a:avLst/>
          </a:prstGeom>
          <a:solidFill>
            <a:srgbClr val="26364E">
              <a:alpha val="84000"/>
            </a:srgbClr>
          </a:solidFill>
          <a:ln w="3810">
            <a:solidFill>
              <a:srgbClr val="26364E">
                <a:alpha val="0"/>
              </a:srgbClr>
            </a:solidFill>
            <a:prstDash val="solid"/>
          </a:ln>
        </p:spPr>
      </p:sp>
      <p:sp>
        <p:nvSpPr>
          <p:cNvPr id="237" name="Shape 235"/>
          <p:cNvSpPr/>
          <p:nvPr/>
        </p:nvSpPr>
        <p:spPr>
          <a:xfrm>
            <a:off x="3864529" y="3928628"/>
            <a:ext cx="64008" cy="64008"/>
          </a:xfrm>
          <a:prstGeom prst="ellipse">
            <a:avLst/>
          </a:prstGeom>
          <a:solidFill>
            <a:srgbClr val="42E0CB"/>
          </a:solidFill>
          <a:ln w="3810">
            <a:solidFill>
              <a:srgbClr val="42E0CB">
                <a:alpha val="0"/>
              </a:srgbClr>
            </a:solidFill>
            <a:prstDash val="solid"/>
          </a:ln>
        </p:spPr>
      </p:sp>
      <p:sp>
        <p:nvSpPr>
          <p:cNvPr id="238" name="Shape 236"/>
          <p:cNvSpPr/>
          <p:nvPr/>
        </p:nvSpPr>
        <p:spPr>
          <a:xfrm>
            <a:off x="3955420" y="3928628"/>
            <a:ext cx="64008" cy="64008"/>
          </a:xfrm>
          <a:prstGeom prst="ellipse">
            <a:avLst/>
          </a:prstGeom>
          <a:solidFill>
            <a:srgbClr val="26364E">
              <a:alpha val="84000"/>
            </a:srgbClr>
          </a:solidFill>
          <a:ln w="3810">
            <a:solidFill>
              <a:srgbClr val="26364E">
                <a:alpha val="0"/>
              </a:srgbClr>
            </a:solidFill>
            <a:prstDash val="solid"/>
          </a:ln>
        </p:spPr>
      </p:sp>
      <p:sp>
        <p:nvSpPr>
          <p:cNvPr id="239" name="Shape 237"/>
          <p:cNvSpPr/>
          <p:nvPr/>
        </p:nvSpPr>
        <p:spPr>
          <a:xfrm>
            <a:off x="1137788" y="4019520"/>
            <a:ext cx="64008" cy="64008"/>
          </a:xfrm>
          <a:prstGeom prst="ellipse">
            <a:avLst/>
          </a:prstGeom>
          <a:solidFill>
            <a:srgbClr val="26364E">
              <a:alpha val="84000"/>
            </a:srgbClr>
          </a:solidFill>
          <a:ln w="3810">
            <a:solidFill>
              <a:srgbClr val="26364E">
                <a:alpha val="0"/>
              </a:srgbClr>
            </a:solidFill>
            <a:prstDash val="solid"/>
          </a:ln>
        </p:spPr>
      </p:sp>
      <p:sp>
        <p:nvSpPr>
          <p:cNvPr id="240" name="Shape 238"/>
          <p:cNvSpPr/>
          <p:nvPr/>
        </p:nvSpPr>
        <p:spPr>
          <a:xfrm>
            <a:off x="1228679" y="4019520"/>
            <a:ext cx="64008" cy="64008"/>
          </a:xfrm>
          <a:prstGeom prst="ellipse">
            <a:avLst/>
          </a:prstGeom>
          <a:solidFill>
            <a:srgbClr val="26364E">
              <a:alpha val="84000"/>
            </a:srgbClr>
          </a:solidFill>
          <a:ln w="3810">
            <a:solidFill>
              <a:srgbClr val="26364E">
                <a:alpha val="0"/>
              </a:srgbClr>
            </a:solidFill>
            <a:prstDash val="solid"/>
          </a:ln>
        </p:spPr>
      </p:sp>
      <p:sp>
        <p:nvSpPr>
          <p:cNvPr id="241" name="Shape 239"/>
          <p:cNvSpPr/>
          <p:nvPr/>
        </p:nvSpPr>
        <p:spPr>
          <a:xfrm>
            <a:off x="1319571" y="4019520"/>
            <a:ext cx="64008" cy="64008"/>
          </a:xfrm>
          <a:prstGeom prst="ellipse">
            <a:avLst/>
          </a:prstGeom>
          <a:solidFill>
            <a:srgbClr val="42E0CB"/>
          </a:solidFill>
          <a:ln w="3810">
            <a:solidFill>
              <a:srgbClr val="42E0CB">
                <a:alpha val="0"/>
              </a:srgbClr>
            </a:solidFill>
            <a:prstDash val="solid"/>
          </a:ln>
        </p:spPr>
      </p:sp>
      <p:sp>
        <p:nvSpPr>
          <p:cNvPr id="242" name="Shape 240"/>
          <p:cNvSpPr/>
          <p:nvPr/>
        </p:nvSpPr>
        <p:spPr>
          <a:xfrm>
            <a:off x="1410462" y="4019520"/>
            <a:ext cx="64008" cy="64008"/>
          </a:xfrm>
          <a:prstGeom prst="ellipse">
            <a:avLst/>
          </a:prstGeom>
          <a:solidFill>
            <a:srgbClr val="26364E">
              <a:alpha val="84000"/>
            </a:srgbClr>
          </a:solidFill>
          <a:ln w="3810">
            <a:solidFill>
              <a:srgbClr val="26364E">
                <a:alpha val="0"/>
              </a:srgbClr>
            </a:solidFill>
            <a:prstDash val="solid"/>
          </a:ln>
        </p:spPr>
      </p:sp>
      <p:sp>
        <p:nvSpPr>
          <p:cNvPr id="243" name="Shape 241"/>
          <p:cNvSpPr/>
          <p:nvPr/>
        </p:nvSpPr>
        <p:spPr>
          <a:xfrm>
            <a:off x="1501353" y="4019520"/>
            <a:ext cx="64008" cy="64008"/>
          </a:xfrm>
          <a:prstGeom prst="ellipse">
            <a:avLst/>
          </a:prstGeom>
          <a:solidFill>
            <a:srgbClr val="26364E">
              <a:alpha val="84000"/>
            </a:srgbClr>
          </a:solidFill>
          <a:ln w="3810">
            <a:solidFill>
              <a:srgbClr val="26364E">
                <a:alpha val="0"/>
              </a:srgbClr>
            </a:solidFill>
            <a:prstDash val="solid"/>
          </a:ln>
        </p:spPr>
      </p:sp>
      <p:sp>
        <p:nvSpPr>
          <p:cNvPr id="244" name="Shape 242"/>
          <p:cNvSpPr/>
          <p:nvPr/>
        </p:nvSpPr>
        <p:spPr>
          <a:xfrm>
            <a:off x="1592245" y="4019520"/>
            <a:ext cx="64008" cy="64008"/>
          </a:xfrm>
          <a:prstGeom prst="ellipse">
            <a:avLst/>
          </a:prstGeom>
          <a:solidFill>
            <a:srgbClr val="26364E">
              <a:alpha val="84000"/>
            </a:srgbClr>
          </a:solidFill>
          <a:ln w="3810">
            <a:solidFill>
              <a:srgbClr val="26364E">
                <a:alpha val="0"/>
              </a:srgbClr>
            </a:solidFill>
            <a:prstDash val="solid"/>
          </a:ln>
        </p:spPr>
      </p:sp>
      <p:sp>
        <p:nvSpPr>
          <p:cNvPr id="245" name="Shape 243"/>
          <p:cNvSpPr/>
          <p:nvPr/>
        </p:nvSpPr>
        <p:spPr>
          <a:xfrm>
            <a:off x="1683136" y="4019520"/>
            <a:ext cx="64008" cy="64008"/>
          </a:xfrm>
          <a:prstGeom prst="ellipse">
            <a:avLst/>
          </a:prstGeom>
          <a:solidFill>
            <a:srgbClr val="26364E">
              <a:alpha val="84000"/>
            </a:srgbClr>
          </a:solidFill>
          <a:ln w="3810">
            <a:solidFill>
              <a:srgbClr val="26364E">
                <a:alpha val="0"/>
              </a:srgbClr>
            </a:solidFill>
            <a:prstDash val="solid"/>
          </a:ln>
        </p:spPr>
      </p:sp>
      <p:sp>
        <p:nvSpPr>
          <p:cNvPr id="246" name="Shape 244"/>
          <p:cNvSpPr/>
          <p:nvPr/>
        </p:nvSpPr>
        <p:spPr>
          <a:xfrm>
            <a:off x="1774027" y="4019520"/>
            <a:ext cx="64008" cy="64008"/>
          </a:xfrm>
          <a:prstGeom prst="ellipse">
            <a:avLst/>
          </a:prstGeom>
          <a:solidFill>
            <a:srgbClr val="26364E">
              <a:alpha val="84000"/>
            </a:srgbClr>
          </a:solidFill>
          <a:ln w="3810">
            <a:solidFill>
              <a:srgbClr val="26364E">
                <a:alpha val="0"/>
              </a:srgbClr>
            </a:solidFill>
            <a:prstDash val="solid"/>
          </a:ln>
        </p:spPr>
      </p:sp>
      <p:sp>
        <p:nvSpPr>
          <p:cNvPr id="247" name="Shape 245"/>
          <p:cNvSpPr/>
          <p:nvPr/>
        </p:nvSpPr>
        <p:spPr>
          <a:xfrm>
            <a:off x="1864919" y="4019520"/>
            <a:ext cx="64008" cy="64008"/>
          </a:xfrm>
          <a:prstGeom prst="ellipse">
            <a:avLst/>
          </a:prstGeom>
          <a:solidFill>
            <a:srgbClr val="26364E">
              <a:alpha val="84000"/>
            </a:srgbClr>
          </a:solidFill>
          <a:ln w="3810">
            <a:solidFill>
              <a:srgbClr val="26364E">
                <a:alpha val="0"/>
              </a:srgbClr>
            </a:solidFill>
            <a:prstDash val="solid"/>
          </a:ln>
        </p:spPr>
      </p:sp>
      <p:sp>
        <p:nvSpPr>
          <p:cNvPr id="248" name="Shape 246"/>
          <p:cNvSpPr/>
          <p:nvPr/>
        </p:nvSpPr>
        <p:spPr>
          <a:xfrm>
            <a:off x="1955810" y="4019520"/>
            <a:ext cx="64008" cy="64008"/>
          </a:xfrm>
          <a:prstGeom prst="ellipse">
            <a:avLst/>
          </a:prstGeom>
          <a:solidFill>
            <a:srgbClr val="26364E">
              <a:alpha val="84000"/>
            </a:srgbClr>
          </a:solidFill>
          <a:ln w="3810">
            <a:solidFill>
              <a:srgbClr val="26364E">
                <a:alpha val="0"/>
              </a:srgbClr>
            </a:solidFill>
            <a:prstDash val="solid"/>
          </a:ln>
        </p:spPr>
      </p:sp>
      <p:sp>
        <p:nvSpPr>
          <p:cNvPr id="249" name="Shape 247"/>
          <p:cNvSpPr/>
          <p:nvPr/>
        </p:nvSpPr>
        <p:spPr>
          <a:xfrm>
            <a:off x="2046702" y="4019520"/>
            <a:ext cx="64008" cy="64008"/>
          </a:xfrm>
          <a:prstGeom prst="ellipse">
            <a:avLst/>
          </a:prstGeom>
          <a:solidFill>
            <a:srgbClr val="26364E">
              <a:alpha val="84000"/>
            </a:srgbClr>
          </a:solidFill>
          <a:ln w="3810">
            <a:solidFill>
              <a:srgbClr val="26364E">
                <a:alpha val="0"/>
              </a:srgbClr>
            </a:solidFill>
            <a:prstDash val="solid"/>
          </a:ln>
        </p:spPr>
      </p:sp>
      <p:sp>
        <p:nvSpPr>
          <p:cNvPr id="250" name="Shape 248"/>
          <p:cNvSpPr/>
          <p:nvPr/>
        </p:nvSpPr>
        <p:spPr>
          <a:xfrm>
            <a:off x="2137593" y="4019520"/>
            <a:ext cx="64008" cy="64008"/>
          </a:xfrm>
          <a:prstGeom prst="ellipse">
            <a:avLst/>
          </a:prstGeom>
          <a:solidFill>
            <a:srgbClr val="26364E">
              <a:alpha val="84000"/>
            </a:srgbClr>
          </a:solidFill>
          <a:ln w="3810">
            <a:solidFill>
              <a:srgbClr val="26364E">
                <a:alpha val="0"/>
              </a:srgbClr>
            </a:solidFill>
            <a:prstDash val="solid"/>
          </a:ln>
        </p:spPr>
      </p:sp>
      <p:sp>
        <p:nvSpPr>
          <p:cNvPr id="251" name="Shape 249"/>
          <p:cNvSpPr/>
          <p:nvPr/>
        </p:nvSpPr>
        <p:spPr>
          <a:xfrm>
            <a:off x="2228484" y="4019520"/>
            <a:ext cx="64008" cy="64008"/>
          </a:xfrm>
          <a:prstGeom prst="ellipse">
            <a:avLst/>
          </a:prstGeom>
          <a:solidFill>
            <a:srgbClr val="26364E">
              <a:alpha val="84000"/>
            </a:srgbClr>
          </a:solidFill>
          <a:ln w="3810">
            <a:solidFill>
              <a:srgbClr val="26364E">
                <a:alpha val="0"/>
              </a:srgbClr>
            </a:solidFill>
            <a:prstDash val="solid"/>
          </a:ln>
        </p:spPr>
      </p:sp>
      <p:sp>
        <p:nvSpPr>
          <p:cNvPr id="252" name="Shape 250"/>
          <p:cNvSpPr/>
          <p:nvPr/>
        </p:nvSpPr>
        <p:spPr>
          <a:xfrm>
            <a:off x="2319376" y="4019520"/>
            <a:ext cx="64008" cy="64008"/>
          </a:xfrm>
          <a:prstGeom prst="ellipse">
            <a:avLst/>
          </a:prstGeom>
          <a:solidFill>
            <a:srgbClr val="26364E">
              <a:alpha val="84000"/>
            </a:srgbClr>
          </a:solidFill>
          <a:ln w="3810">
            <a:solidFill>
              <a:srgbClr val="26364E">
                <a:alpha val="0"/>
              </a:srgbClr>
            </a:solidFill>
            <a:prstDash val="solid"/>
          </a:ln>
        </p:spPr>
      </p:sp>
      <p:sp>
        <p:nvSpPr>
          <p:cNvPr id="253" name="Shape 251"/>
          <p:cNvSpPr/>
          <p:nvPr/>
        </p:nvSpPr>
        <p:spPr>
          <a:xfrm>
            <a:off x="2410267" y="4019520"/>
            <a:ext cx="64008" cy="64008"/>
          </a:xfrm>
          <a:prstGeom prst="ellipse">
            <a:avLst/>
          </a:prstGeom>
          <a:solidFill>
            <a:srgbClr val="26364E">
              <a:alpha val="84000"/>
            </a:srgbClr>
          </a:solidFill>
          <a:ln w="3810">
            <a:solidFill>
              <a:srgbClr val="26364E">
                <a:alpha val="0"/>
              </a:srgbClr>
            </a:solidFill>
            <a:prstDash val="solid"/>
          </a:ln>
        </p:spPr>
      </p:sp>
      <p:sp>
        <p:nvSpPr>
          <p:cNvPr id="254" name="Shape 252"/>
          <p:cNvSpPr/>
          <p:nvPr/>
        </p:nvSpPr>
        <p:spPr>
          <a:xfrm>
            <a:off x="2501158" y="4019520"/>
            <a:ext cx="64008" cy="64008"/>
          </a:xfrm>
          <a:prstGeom prst="ellipse">
            <a:avLst/>
          </a:prstGeom>
          <a:solidFill>
            <a:srgbClr val="26364E">
              <a:alpha val="84000"/>
            </a:srgbClr>
          </a:solidFill>
          <a:ln w="3810">
            <a:solidFill>
              <a:srgbClr val="26364E">
                <a:alpha val="0"/>
              </a:srgbClr>
            </a:solidFill>
            <a:prstDash val="solid"/>
          </a:ln>
        </p:spPr>
      </p:sp>
      <p:sp>
        <p:nvSpPr>
          <p:cNvPr id="255" name="Shape 253"/>
          <p:cNvSpPr/>
          <p:nvPr/>
        </p:nvSpPr>
        <p:spPr>
          <a:xfrm>
            <a:off x="2592050" y="4019520"/>
            <a:ext cx="64008" cy="64008"/>
          </a:xfrm>
          <a:prstGeom prst="ellipse">
            <a:avLst/>
          </a:prstGeom>
          <a:solidFill>
            <a:srgbClr val="26364E">
              <a:alpha val="84000"/>
            </a:srgbClr>
          </a:solidFill>
          <a:ln w="3810">
            <a:solidFill>
              <a:srgbClr val="26364E">
                <a:alpha val="0"/>
              </a:srgbClr>
            </a:solidFill>
            <a:prstDash val="solid"/>
          </a:ln>
        </p:spPr>
      </p:sp>
      <p:sp>
        <p:nvSpPr>
          <p:cNvPr id="256" name="Shape 254"/>
          <p:cNvSpPr/>
          <p:nvPr/>
        </p:nvSpPr>
        <p:spPr>
          <a:xfrm>
            <a:off x="2682941" y="4019520"/>
            <a:ext cx="64008" cy="64008"/>
          </a:xfrm>
          <a:prstGeom prst="ellipse">
            <a:avLst/>
          </a:prstGeom>
          <a:solidFill>
            <a:srgbClr val="26364E">
              <a:alpha val="84000"/>
            </a:srgbClr>
          </a:solidFill>
          <a:ln w="3810">
            <a:solidFill>
              <a:srgbClr val="26364E">
                <a:alpha val="0"/>
              </a:srgbClr>
            </a:solidFill>
            <a:prstDash val="solid"/>
          </a:ln>
        </p:spPr>
      </p:sp>
      <p:sp>
        <p:nvSpPr>
          <p:cNvPr id="257" name="Shape 255"/>
          <p:cNvSpPr/>
          <p:nvPr/>
        </p:nvSpPr>
        <p:spPr>
          <a:xfrm>
            <a:off x="2773832" y="4019520"/>
            <a:ext cx="64008" cy="64008"/>
          </a:xfrm>
          <a:prstGeom prst="ellipse">
            <a:avLst/>
          </a:prstGeom>
          <a:solidFill>
            <a:srgbClr val="26364E">
              <a:alpha val="84000"/>
            </a:srgbClr>
          </a:solidFill>
          <a:ln w="3810">
            <a:solidFill>
              <a:srgbClr val="26364E">
                <a:alpha val="0"/>
              </a:srgbClr>
            </a:solidFill>
            <a:prstDash val="solid"/>
          </a:ln>
        </p:spPr>
      </p:sp>
      <p:sp>
        <p:nvSpPr>
          <p:cNvPr id="258" name="Shape 256"/>
          <p:cNvSpPr/>
          <p:nvPr/>
        </p:nvSpPr>
        <p:spPr>
          <a:xfrm>
            <a:off x="2864724" y="4019520"/>
            <a:ext cx="64008" cy="64008"/>
          </a:xfrm>
          <a:prstGeom prst="ellipse">
            <a:avLst/>
          </a:prstGeom>
          <a:solidFill>
            <a:srgbClr val="26364E">
              <a:alpha val="84000"/>
            </a:srgbClr>
          </a:solidFill>
          <a:ln w="3810">
            <a:solidFill>
              <a:srgbClr val="26364E">
                <a:alpha val="0"/>
              </a:srgbClr>
            </a:solidFill>
            <a:prstDash val="solid"/>
          </a:ln>
        </p:spPr>
      </p:sp>
      <p:sp>
        <p:nvSpPr>
          <p:cNvPr id="259" name="Shape 257"/>
          <p:cNvSpPr/>
          <p:nvPr/>
        </p:nvSpPr>
        <p:spPr>
          <a:xfrm>
            <a:off x="2955615" y="4019520"/>
            <a:ext cx="64008" cy="64008"/>
          </a:xfrm>
          <a:prstGeom prst="ellipse">
            <a:avLst/>
          </a:prstGeom>
          <a:solidFill>
            <a:srgbClr val="26364E">
              <a:alpha val="84000"/>
            </a:srgbClr>
          </a:solidFill>
          <a:ln w="3810">
            <a:solidFill>
              <a:srgbClr val="26364E">
                <a:alpha val="0"/>
              </a:srgbClr>
            </a:solidFill>
            <a:prstDash val="solid"/>
          </a:ln>
        </p:spPr>
      </p:sp>
      <p:sp>
        <p:nvSpPr>
          <p:cNvPr id="260" name="Shape 258"/>
          <p:cNvSpPr/>
          <p:nvPr/>
        </p:nvSpPr>
        <p:spPr>
          <a:xfrm>
            <a:off x="3046506" y="4019520"/>
            <a:ext cx="64008" cy="64008"/>
          </a:xfrm>
          <a:prstGeom prst="ellipse">
            <a:avLst/>
          </a:prstGeom>
          <a:solidFill>
            <a:srgbClr val="26364E">
              <a:alpha val="84000"/>
            </a:srgbClr>
          </a:solidFill>
          <a:ln w="3810">
            <a:solidFill>
              <a:srgbClr val="26364E">
                <a:alpha val="0"/>
              </a:srgbClr>
            </a:solidFill>
            <a:prstDash val="solid"/>
          </a:ln>
        </p:spPr>
      </p:sp>
      <p:sp>
        <p:nvSpPr>
          <p:cNvPr id="261" name="Shape 259"/>
          <p:cNvSpPr/>
          <p:nvPr/>
        </p:nvSpPr>
        <p:spPr>
          <a:xfrm>
            <a:off x="3137398" y="4019520"/>
            <a:ext cx="64008" cy="64008"/>
          </a:xfrm>
          <a:prstGeom prst="ellipse">
            <a:avLst/>
          </a:prstGeom>
          <a:solidFill>
            <a:srgbClr val="26364E">
              <a:alpha val="84000"/>
            </a:srgbClr>
          </a:solidFill>
          <a:ln w="3810">
            <a:solidFill>
              <a:srgbClr val="26364E">
                <a:alpha val="0"/>
              </a:srgbClr>
            </a:solidFill>
            <a:prstDash val="solid"/>
          </a:ln>
        </p:spPr>
      </p:sp>
      <p:sp>
        <p:nvSpPr>
          <p:cNvPr id="262" name="Shape 260"/>
          <p:cNvSpPr/>
          <p:nvPr/>
        </p:nvSpPr>
        <p:spPr>
          <a:xfrm>
            <a:off x="3228289" y="4019520"/>
            <a:ext cx="64008" cy="64008"/>
          </a:xfrm>
          <a:prstGeom prst="ellipse">
            <a:avLst/>
          </a:prstGeom>
          <a:solidFill>
            <a:srgbClr val="26364E">
              <a:alpha val="84000"/>
            </a:srgbClr>
          </a:solidFill>
          <a:ln w="3810">
            <a:solidFill>
              <a:srgbClr val="26364E">
                <a:alpha val="0"/>
              </a:srgbClr>
            </a:solidFill>
            <a:prstDash val="solid"/>
          </a:ln>
        </p:spPr>
      </p:sp>
      <p:sp>
        <p:nvSpPr>
          <p:cNvPr id="263" name="Shape 261"/>
          <p:cNvSpPr/>
          <p:nvPr/>
        </p:nvSpPr>
        <p:spPr>
          <a:xfrm>
            <a:off x="3319181" y="4019520"/>
            <a:ext cx="64008" cy="64008"/>
          </a:xfrm>
          <a:prstGeom prst="ellipse">
            <a:avLst/>
          </a:prstGeom>
          <a:solidFill>
            <a:srgbClr val="26364E">
              <a:alpha val="84000"/>
            </a:srgbClr>
          </a:solidFill>
          <a:ln w="3810">
            <a:solidFill>
              <a:srgbClr val="26364E">
                <a:alpha val="0"/>
              </a:srgbClr>
            </a:solidFill>
            <a:prstDash val="solid"/>
          </a:ln>
        </p:spPr>
      </p:sp>
      <p:sp>
        <p:nvSpPr>
          <p:cNvPr id="264" name="Shape 262"/>
          <p:cNvSpPr/>
          <p:nvPr/>
        </p:nvSpPr>
        <p:spPr>
          <a:xfrm>
            <a:off x="3410072" y="4019520"/>
            <a:ext cx="64008" cy="64008"/>
          </a:xfrm>
          <a:prstGeom prst="ellipse">
            <a:avLst/>
          </a:prstGeom>
          <a:solidFill>
            <a:srgbClr val="26364E">
              <a:alpha val="84000"/>
            </a:srgbClr>
          </a:solidFill>
          <a:ln w="3810">
            <a:solidFill>
              <a:srgbClr val="26364E">
                <a:alpha val="0"/>
              </a:srgbClr>
            </a:solidFill>
            <a:prstDash val="solid"/>
          </a:ln>
        </p:spPr>
      </p:sp>
      <p:sp>
        <p:nvSpPr>
          <p:cNvPr id="265" name="Shape 263"/>
          <p:cNvSpPr/>
          <p:nvPr/>
        </p:nvSpPr>
        <p:spPr>
          <a:xfrm>
            <a:off x="3500963" y="4019520"/>
            <a:ext cx="64008" cy="64008"/>
          </a:xfrm>
          <a:prstGeom prst="ellipse">
            <a:avLst/>
          </a:prstGeom>
          <a:solidFill>
            <a:srgbClr val="26364E">
              <a:alpha val="84000"/>
            </a:srgbClr>
          </a:solidFill>
          <a:ln w="3810">
            <a:solidFill>
              <a:srgbClr val="26364E">
                <a:alpha val="0"/>
              </a:srgbClr>
            </a:solidFill>
            <a:prstDash val="solid"/>
          </a:ln>
        </p:spPr>
      </p:sp>
      <p:sp>
        <p:nvSpPr>
          <p:cNvPr id="266" name="Shape 264"/>
          <p:cNvSpPr/>
          <p:nvPr/>
        </p:nvSpPr>
        <p:spPr>
          <a:xfrm>
            <a:off x="3591855" y="4019520"/>
            <a:ext cx="64008" cy="64008"/>
          </a:xfrm>
          <a:prstGeom prst="ellipse">
            <a:avLst/>
          </a:prstGeom>
          <a:solidFill>
            <a:srgbClr val="26364E">
              <a:alpha val="84000"/>
            </a:srgbClr>
          </a:solidFill>
          <a:ln w="3810">
            <a:solidFill>
              <a:srgbClr val="26364E">
                <a:alpha val="0"/>
              </a:srgbClr>
            </a:solidFill>
            <a:prstDash val="solid"/>
          </a:ln>
        </p:spPr>
      </p:sp>
      <p:sp>
        <p:nvSpPr>
          <p:cNvPr id="267" name="Shape 265"/>
          <p:cNvSpPr/>
          <p:nvPr/>
        </p:nvSpPr>
        <p:spPr>
          <a:xfrm>
            <a:off x="3682746" y="4019520"/>
            <a:ext cx="64008" cy="64008"/>
          </a:xfrm>
          <a:prstGeom prst="ellipse">
            <a:avLst/>
          </a:prstGeom>
          <a:solidFill>
            <a:srgbClr val="26364E">
              <a:alpha val="84000"/>
            </a:srgbClr>
          </a:solidFill>
          <a:ln w="3810">
            <a:solidFill>
              <a:srgbClr val="26364E">
                <a:alpha val="0"/>
              </a:srgbClr>
            </a:solidFill>
            <a:prstDash val="solid"/>
          </a:ln>
        </p:spPr>
      </p:sp>
      <p:sp>
        <p:nvSpPr>
          <p:cNvPr id="268" name="Shape 266"/>
          <p:cNvSpPr/>
          <p:nvPr/>
        </p:nvSpPr>
        <p:spPr>
          <a:xfrm>
            <a:off x="3773637" y="4019520"/>
            <a:ext cx="64008" cy="64008"/>
          </a:xfrm>
          <a:prstGeom prst="ellipse">
            <a:avLst/>
          </a:prstGeom>
          <a:solidFill>
            <a:srgbClr val="26364E">
              <a:alpha val="84000"/>
            </a:srgbClr>
          </a:solidFill>
          <a:ln w="3810">
            <a:solidFill>
              <a:srgbClr val="26364E">
                <a:alpha val="0"/>
              </a:srgbClr>
            </a:solidFill>
            <a:prstDash val="solid"/>
          </a:ln>
        </p:spPr>
      </p:sp>
      <p:sp>
        <p:nvSpPr>
          <p:cNvPr id="269" name="Shape 267"/>
          <p:cNvSpPr/>
          <p:nvPr/>
        </p:nvSpPr>
        <p:spPr>
          <a:xfrm>
            <a:off x="3864529" y="4019520"/>
            <a:ext cx="64008" cy="64008"/>
          </a:xfrm>
          <a:prstGeom prst="ellipse">
            <a:avLst/>
          </a:prstGeom>
          <a:solidFill>
            <a:srgbClr val="42E0CB"/>
          </a:solidFill>
          <a:ln w="3810">
            <a:solidFill>
              <a:srgbClr val="42E0CB">
                <a:alpha val="0"/>
              </a:srgbClr>
            </a:solidFill>
            <a:prstDash val="solid"/>
          </a:ln>
        </p:spPr>
      </p:sp>
      <p:sp>
        <p:nvSpPr>
          <p:cNvPr id="270" name="Shape 268"/>
          <p:cNvSpPr/>
          <p:nvPr/>
        </p:nvSpPr>
        <p:spPr>
          <a:xfrm>
            <a:off x="3955420" y="4019520"/>
            <a:ext cx="64008" cy="64008"/>
          </a:xfrm>
          <a:prstGeom prst="ellipse">
            <a:avLst/>
          </a:prstGeom>
          <a:solidFill>
            <a:srgbClr val="26364E">
              <a:alpha val="84000"/>
            </a:srgbClr>
          </a:solidFill>
          <a:ln w="3810">
            <a:solidFill>
              <a:srgbClr val="26364E">
                <a:alpha val="0"/>
              </a:srgbClr>
            </a:solidFill>
            <a:prstDash val="solid"/>
          </a:ln>
        </p:spPr>
      </p:sp>
      <p:sp>
        <p:nvSpPr>
          <p:cNvPr id="271" name="Text 269"/>
          <p:cNvSpPr txBox="1"/>
          <p:nvPr/>
        </p:nvSpPr>
        <p:spPr>
          <a:xfrm>
            <a:off x="1133856" y="4023360"/>
            <a:ext cx="2889504" cy="118872"/>
          </a:xfrm>
          <a:prstGeom prst="rect">
            <a:avLst/>
          </a:prstGeom>
          <a:noFill/>
          <a:ln/>
        </p:spPr>
        <p:txBody>
          <a:bodyPr wrap="square" lIns="381" tIns="381" rIns="381" bIns="381" rtlCol="0" anchor="ctr">
            <a:normAutofit/>
          </a:bodyPr>
          <a:lstStyle/>
          <a:p>
            <a:pPr marL="0" indent="0" algn="ctr">
              <a:buNone/>
            </a:pPr>
            <a:r>
              <a:rPr lang="en-US" sz="750" kern="0" spc="100" dirty="0">
                <a:solidFill>
                  <a:srgbClr val="8292A9"/>
                </a:solidFill>
                <a:latin typeface="Noto Sans" pitchFamily="34" charset="0"/>
                <a:ea typeface="Noto Sans" pitchFamily="34" charset="-122"/>
                <a:cs typeface="Noto Sans" pitchFamily="34" charset="-120"/>
              </a:rPr>
              <a:t>CONTOH TAMPILAN</a:t>
            </a:r>
            <a:endParaRPr lang="en-US" sz="750" dirty="0"/>
          </a:p>
        </p:txBody>
      </p:sp>
      <p:sp>
        <p:nvSpPr>
          <p:cNvPr id="272" name="Text 270"/>
          <p:cNvSpPr txBox="1"/>
          <p:nvPr/>
        </p:nvSpPr>
        <p:spPr>
          <a:xfrm>
            <a:off x="1024128" y="4617720"/>
            <a:ext cx="3063240" cy="667512"/>
          </a:xfrm>
          <a:prstGeom prst="rect">
            <a:avLst/>
          </a:prstGeom>
          <a:noFill/>
          <a:ln/>
        </p:spPr>
        <p:txBody>
          <a:bodyPr wrap="square" lIns="381" tIns="381" rIns="381" bIns="381" rtlCol="0" anchor="t">
            <a:normAutofit/>
          </a:bodyPr>
          <a:lstStyle/>
          <a:p>
            <a:pPr marL="0" indent="0" algn="l">
              <a:buNone/>
            </a:pPr>
            <a:r>
              <a:rPr lang="en-US" sz="1400" dirty="0">
                <a:solidFill>
                  <a:srgbClr val="B7C4D8"/>
                </a:solidFill>
                <a:latin typeface="Noto Sans" pitchFamily="34" charset="0"/>
                <a:ea typeface="Noto Sans" pitchFamily="34" charset="-122"/>
                <a:cs typeface="Noto Sans" pitchFamily="34" charset="-120"/>
              </a:rPr>
              <a:t>Pesan harus jelas, bermanfaat, dan nyaman dibaca.</a:t>
            </a:r>
            <a:endParaRPr lang="en-US" sz="1400" dirty="0"/>
          </a:p>
        </p:txBody>
      </p:sp>
      <p:sp>
        <p:nvSpPr>
          <p:cNvPr id="273" name="Shape 271"/>
          <p:cNvSpPr/>
          <p:nvPr/>
        </p:nvSpPr>
        <p:spPr>
          <a:xfrm>
            <a:off x="4892040" y="1728216"/>
            <a:ext cx="2898648" cy="1133856"/>
          </a:xfrm>
          <a:prstGeom prst="roundRect">
            <a:avLst>
              <a:gd name="adj" fmla="val 9677"/>
            </a:avLst>
          </a:prstGeom>
          <a:solidFill>
            <a:srgbClr val="19263D"/>
          </a:solidFill>
          <a:ln w="10160">
            <a:solidFill>
              <a:srgbClr val="2A3A54"/>
            </a:solidFill>
            <a:prstDash val="solid"/>
          </a:ln>
        </p:spPr>
      </p:sp>
      <p:sp>
        <p:nvSpPr>
          <p:cNvPr id="274" name="Text 272"/>
          <p:cNvSpPr txBox="1"/>
          <p:nvPr/>
        </p:nvSpPr>
        <p:spPr>
          <a:xfrm>
            <a:off x="5074920" y="1883664"/>
            <a:ext cx="2514600" cy="219456"/>
          </a:xfrm>
          <a:prstGeom prst="rect">
            <a:avLst/>
          </a:prstGeom>
          <a:noFill/>
          <a:ln/>
        </p:spPr>
        <p:txBody>
          <a:bodyPr wrap="square" lIns="381" tIns="381" rIns="381" bIns="381" rtlCol="0" anchor="ctr">
            <a:normAutofit/>
          </a:bodyPr>
          <a:lstStyle/>
          <a:p>
            <a:pPr marL="0" indent="0" algn="l">
              <a:buNone/>
            </a:pPr>
            <a:r>
              <a:rPr lang="en-US" sz="900" b="1" kern="0" spc="100" dirty="0">
                <a:solidFill>
                  <a:srgbClr val="42E0CB"/>
                </a:solidFill>
                <a:latin typeface="Noto Sans" pitchFamily="34" charset="0"/>
                <a:ea typeface="Noto Sans" pitchFamily="34" charset="-122"/>
                <a:cs typeface="Noto Sans" pitchFamily="34" charset="-120"/>
              </a:rPr>
              <a:t>TEMA / JUDUL</a:t>
            </a:r>
            <a:endParaRPr lang="en-US" sz="900" dirty="0"/>
          </a:p>
        </p:txBody>
      </p:sp>
      <p:sp>
        <p:nvSpPr>
          <p:cNvPr id="275" name="Text 273"/>
          <p:cNvSpPr txBox="1"/>
          <p:nvPr/>
        </p:nvSpPr>
        <p:spPr>
          <a:xfrm>
            <a:off x="5074920" y="2194560"/>
            <a:ext cx="2514600" cy="484632"/>
          </a:xfrm>
          <a:prstGeom prst="rect">
            <a:avLst/>
          </a:prstGeom>
          <a:noFill/>
          <a:ln/>
        </p:spPr>
        <p:txBody>
          <a:bodyPr wrap="square" lIns="381" tIns="381" rIns="381" bIns="381" rtlCol="0" anchor="t">
            <a:normAutofit/>
          </a:bodyPr>
          <a:lstStyle/>
          <a:p>
            <a:pPr marL="0" indent="0" algn="l">
              <a:buNone/>
            </a:pPr>
            <a:r>
              <a:rPr lang="en-US" sz="1150" dirty="0">
                <a:solidFill>
                  <a:srgbClr val="F3F7FC"/>
                </a:solidFill>
                <a:latin typeface="Noto Sans" pitchFamily="34" charset="0"/>
                <a:ea typeface="Noto Sans" pitchFamily="34" charset="-122"/>
                <a:cs typeface="Noto Sans" pitchFamily="34" charset="-120"/>
              </a:rPr>
              <a:t>Informasi apa yang akan ditampilkan?</a:t>
            </a:r>
            <a:endParaRPr lang="en-US" sz="1150" dirty="0"/>
          </a:p>
        </p:txBody>
      </p:sp>
      <p:sp>
        <p:nvSpPr>
          <p:cNvPr id="276" name="Shape 274"/>
          <p:cNvSpPr/>
          <p:nvPr/>
        </p:nvSpPr>
        <p:spPr>
          <a:xfrm>
            <a:off x="8074152" y="1728216"/>
            <a:ext cx="2898648" cy="1133856"/>
          </a:xfrm>
          <a:prstGeom prst="roundRect">
            <a:avLst>
              <a:gd name="adj" fmla="val 9677"/>
            </a:avLst>
          </a:prstGeom>
          <a:solidFill>
            <a:srgbClr val="19263D"/>
          </a:solidFill>
          <a:ln w="10160">
            <a:solidFill>
              <a:srgbClr val="2A3A54"/>
            </a:solidFill>
            <a:prstDash val="solid"/>
          </a:ln>
        </p:spPr>
      </p:sp>
      <p:sp>
        <p:nvSpPr>
          <p:cNvPr id="277" name="Text 275"/>
          <p:cNvSpPr txBox="1"/>
          <p:nvPr/>
        </p:nvSpPr>
        <p:spPr>
          <a:xfrm>
            <a:off x="8257032" y="1883664"/>
            <a:ext cx="2514600" cy="219456"/>
          </a:xfrm>
          <a:prstGeom prst="rect">
            <a:avLst/>
          </a:prstGeom>
          <a:noFill/>
          <a:ln/>
        </p:spPr>
        <p:txBody>
          <a:bodyPr wrap="square" lIns="381" tIns="381" rIns="381" bIns="381" rtlCol="0" anchor="ctr">
            <a:normAutofit/>
          </a:bodyPr>
          <a:lstStyle/>
          <a:p>
            <a:pPr marL="0" indent="0" algn="l">
              <a:buNone/>
            </a:pPr>
            <a:r>
              <a:rPr lang="en-US" sz="900" b="1" kern="0" spc="100" dirty="0">
                <a:solidFill>
                  <a:srgbClr val="FFB45E"/>
                </a:solidFill>
                <a:latin typeface="Noto Sans" pitchFamily="34" charset="0"/>
                <a:ea typeface="Noto Sans" pitchFamily="34" charset="-122"/>
                <a:cs typeface="Noto Sans" pitchFamily="34" charset="-120"/>
              </a:rPr>
              <a:t>KEBUTUHAN</a:t>
            </a:r>
            <a:endParaRPr lang="en-US" sz="900" dirty="0"/>
          </a:p>
        </p:txBody>
      </p:sp>
      <p:sp>
        <p:nvSpPr>
          <p:cNvPr id="278" name="Text 276"/>
          <p:cNvSpPr txBox="1"/>
          <p:nvPr/>
        </p:nvSpPr>
        <p:spPr>
          <a:xfrm>
            <a:off x="8257032" y="2194560"/>
            <a:ext cx="2514600" cy="484632"/>
          </a:xfrm>
          <a:prstGeom prst="rect">
            <a:avLst/>
          </a:prstGeom>
          <a:noFill/>
          <a:ln/>
        </p:spPr>
        <p:txBody>
          <a:bodyPr wrap="square" lIns="381" tIns="381" rIns="381" bIns="381" rtlCol="0" anchor="t">
            <a:normAutofit/>
          </a:bodyPr>
          <a:lstStyle/>
          <a:p>
            <a:pPr marL="0" indent="0" algn="l">
              <a:buNone/>
            </a:pPr>
            <a:r>
              <a:rPr lang="en-US" sz="1150" dirty="0">
                <a:solidFill>
                  <a:srgbClr val="F3F7FC"/>
                </a:solidFill>
                <a:latin typeface="Noto Sans" pitchFamily="34" charset="0"/>
                <a:ea typeface="Noto Sans" pitchFamily="34" charset="-122"/>
                <a:cs typeface="Noto Sans" pitchFamily="34" charset="-120"/>
              </a:rPr>
              <a:t>Masalah atau kebutuhan apa yang dijawab?</a:t>
            </a:r>
            <a:endParaRPr lang="en-US" sz="1150" dirty="0"/>
          </a:p>
        </p:txBody>
      </p:sp>
      <p:sp>
        <p:nvSpPr>
          <p:cNvPr id="279" name="Shape 277"/>
          <p:cNvSpPr/>
          <p:nvPr/>
        </p:nvSpPr>
        <p:spPr>
          <a:xfrm>
            <a:off x="4892040" y="3081528"/>
            <a:ext cx="2898648" cy="1133856"/>
          </a:xfrm>
          <a:prstGeom prst="roundRect">
            <a:avLst>
              <a:gd name="adj" fmla="val 9677"/>
            </a:avLst>
          </a:prstGeom>
          <a:solidFill>
            <a:srgbClr val="19263D"/>
          </a:solidFill>
          <a:ln w="10160">
            <a:solidFill>
              <a:srgbClr val="2A3A54"/>
            </a:solidFill>
            <a:prstDash val="solid"/>
          </a:ln>
        </p:spPr>
      </p:sp>
      <p:sp>
        <p:nvSpPr>
          <p:cNvPr id="280" name="Text 278"/>
          <p:cNvSpPr txBox="1"/>
          <p:nvPr/>
        </p:nvSpPr>
        <p:spPr>
          <a:xfrm>
            <a:off x="5074920" y="3236976"/>
            <a:ext cx="2514600" cy="219456"/>
          </a:xfrm>
          <a:prstGeom prst="rect">
            <a:avLst/>
          </a:prstGeom>
          <a:noFill/>
          <a:ln/>
        </p:spPr>
        <p:txBody>
          <a:bodyPr wrap="square" lIns="381" tIns="381" rIns="381" bIns="381" rtlCol="0" anchor="ctr">
            <a:normAutofit/>
          </a:bodyPr>
          <a:lstStyle/>
          <a:p>
            <a:pPr marL="0" indent="0" algn="l">
              <a:buNone/>
            </a:pPr>
            <a:r>
              <a:rPr lang="en-US" sz="900" b="1" kern="0" spc="100" dirty="0">
                <a:solidFill>
                  <a:srgbClr val="8FE3A1"/>
                </a:solidFill>
                <a:latin typeface="Noto Sans" pitchFamily="34" charset="0"/>
                <a:ea typeface="Noto Sans" pitchFamily="34" charset="-122"/>
                <a:cs typeface="Noto Sans" pitchFamily="34" charset="-120"/>
              </a:rPr>
              <a:t>PESAN</a:t>
            </a:r>
            <a:endParaRPr lang="en-US" sz="900" dirty="0"/>
          </a:p>
        </p:txBody>
      </p:sp>
      <p:sp>
        <p:nvSpPr>
          <p:cNvPr id="281" name="Text 279"/>
          <p:cNvSpPr txBox="1"/>
          <p:nvPr/>
        </p:nvSpPr>
        <p:spPr>
          <a:xfrm>
            <a:off x="5074920" y="3547872"/>
            <a:ext cx="2514600" cy="484632"/>
          </a:xfrm>
          <a:prstGeom prst="rect">
            <a:avLst/>
          </a:prstGeom>
          <a:noFill/>
          <a:ln/>
        </p:spPr>
        <p:txBody>
          <a:bodyPr wrap="square" lIns="381" tIns="381" rIns="381" bIns="381" rtlCol="0" anchor="t">
            <a:normAutofit/>
          </a:bodyPr>
          <a:lstStyle/>
          <a:p>
            <a:pPr marL="0" indent="0" algn="l">
              <a:buNone/>
            </a:pPr>
            <a:r>
              <a:rPr lang="en-US" sz="1150" dirty="0">
                <a:solidFill>
                  <a:srgbClr val="F3F7FC"/>
                </a:solidFill>
                <a:latin typeface="Noto Sans" pitchFamily="34" charset="0"/>
                <a:ea typeface="Noto Sans" pitchFamily="34" charset="-122"/>
                <a:cs typeface="Noto Sans" pitchFamily="34" charset="-120"/>
              </a:rPr>
              <a:t>Apa isi pesan yang ingin disampaikan?</a:t>
            </a:r>
            <a:endParaRPr lang="en-US" sz="1150" dirty="0"/>
          </a:p>
        </p:txBody>
      </p:sp>
      <p:sp>
        <p:nvSpPr>
          <p:cNvPr id="282" name="Shape 280"/>
          <p:cNvSpPr/>
          <p:nvPr/>
        </p:nvSpPr>
        <p:spPr>
          <a:xfrm>
            <a:off x="8074152" y="3081528"/>
            <a:ext cx="2898648" cy="1133856"/>
          </a:xfrm>
          <a:prstGeom prst="roundRect">
            <a:avLst>
              <a:gd name="adj" fmla="val 9677"/>
            </a:avLst>
          </a:prstGeom>
          <a:solidFill>
            <a:srgbClr val="19263D"/>
          </a:solidFill>
          <a:ln w="10160">
            <a:solidFill>
              <a:srgbClr val="2A3A54"/>
            </a:solidFill>
            <a:prstDash val="solid"/>
          </a:ln>
        </p:spPr>
      </p:sp>
      <p:sp>
        <p:nvSpPr>
          <p:cNvPr id="283" name="Text 281"/>
          <p:cNvSpPr txBox="1"/>
          <p:nvPr/>
        </p:nvSpPr>
        <p:spPr>
          <a:xfrm>
            <a:off x="8257032" y="3236976"/>
            <a:ext cx="2514600" cy="219456"/>
          </a:xfrm>
          <a:prstGeom prst="rect">
            <a:avLst/>
          </a:prstGeom>
          <a:noFill/>
          <a:ln/>
        </p:spPr>
        <p:txBody>
          <a:bodyPr wrap="square" lIns="381" tIns="381" rIns="381" bIns="381" rtlCol="0" anchor="ctr">
            <a:normAutofit/>
          </a:bodyPr>
          <a:lstStyle/>
          <a:p>
            <a:pPr marL="0" indent="0" algn="l">
              <a:buNone/>
            </a:pPr>
            <a:r>
              <a:rPr lang="en-US" sz="900" b="1" kern="0" spc="100" dirty="0">
                <a:solidFill>
                  <a:srgbClr val="F4D66E"/>
                </a:solidFill>
                <a:latin typeface="Noto Sans" pitchFamily="34" charset="0"/>
                <a:ea typeface="Noto Sans" pitchFamily="34" charset="-122"/>
                <a:cs typeface="Noto Sans" pitchFamily="34" charset="-120"/>
              </a:rPr>
              <a:t>ANIMASI</a:t>
            </a:r>
            <a:endParaRPr lang="en-US" sz="900" dirty="0"/>
          </a:p>
        </p:txBody>
      </p:sp>
      <p:sp>
        <p:nvSpPr>
          <p:cNvPr id="284" name="Text 282"/>
          <p:cNvSpPr txBox="1"/>
          <p:nvPr/>
        </p:nvSpPr>
        <p:spPr>
          <a:xfrm>
            <a:off x="8257032" y="3547872"/>
            <a:ext cx="2514600" cy="484632"/>
          </a:xfrm>
          <a:prstGeom prst="rect">
            <a:avLst/>
          </a:prstGeom>
          <a:noFill/>
          <a:ln/>
        </p:spPr>
        <p:txBody>
          <a:bodyPr wrap="square" lIns="381" tIns="381" rIns="381" bIns="381" rtlCol="0" anchor="t">
            <a:normAutofit/>
          </a:bodyPr>
          <a:lstStyle/>
          <a:p>
            <a:pPr marL="0" indent="0" algn="l">
              <a:buNone/>
            </a:pPr>
            <a:r>
              <a:rPr lang="en-US" sz="1150" dirty="0">
                <a:solidFill>
                  <a:srgbClr val="F3F7FC"/>
                </a:solidFill>
                <a:latin typeface="Noto Sans" pitchFamily="34" charset="0"/>
                <a:ea typeface="Noto Sans" pitchFamily="34" charset="-122"/>
                <a:cs typeface="Noto Sans" pitchFamily="34" charset="-120"/>
              </a:rPr>
              <a:t>Efek dan kecepatan seperti apa yang dipilih?</a:t>
            </a:r>
            <a:endParaRPr lang="en-US" sz="1150" dirty="0"/>
          </a:p>
        </p:txBody>
      </p:sp>
      <p:sp>
        <p:nvSpPr>
          <p:cNvPr id="285" name="Shape 283"/>
          <p:cNvSpPr/>
          <p:nvPr/>
        </p:nvSpPr>
        <p:spPr>
          <a:xfrm>
            <a:off x="4892040" y="4434840"/>
            <a:ext cx="2898648" cy="1133856"/>
          </a:xfrm>
          <a:prstGeom prst="roundRect">
            <a:avLst>
              <a:gd name="adj" fmla="val 9677"/>
            </a:avLst>
          </a:prstGeom>
          <a:solidFill>
            <a:srgbClr val="19263D"/>
          </a:solidFill>
          <a:ln w="10160">
            <a:solidFill>
              <a:srgbClr val="2A3A54"/>
            </a:solidFill>
            <a:prstDash val="solid"/>
          </a:ln>
        </p:spPr>
      </p:sp>
      <p:sp>
        <p:nvSpPr>
          <p:cNvPr id="286" name="Text 284"/>
          <p:cNvSpPr txBox="1"/>
          <p:nvPr/>
        </p:nvSpPr>
        <p:spPr>
          <a:xfrm>
            <a:off x="5074920" y="4590288"/>
            <a:ext cx="2514600" cy="219456"/>
          </a:xfrm>
          <a:prstGeom prst="rect">
            <a:avLst/>
          </a:prstGeom>
          <a:noFill/>
          <a:ln/>
        </p:spPr>
        <p:txBody>
          <a:bodyPr wrap="square" lIns="381" tIns="381" rIns="381" bIns="381" rtlCol="0" anchor="ctr">
            <a:normAutofit/>
          </a:bodyPr>
          <a:lstStyle/>
          <a:p>
            <a:pPr marL="0" indent="0" algn="l">
              <a:buNone/>
            </a:pPr>
            <a:r>
              <a:rPr lang="en-US" sz="900" b="1" kern="0" spc="100" dirty="0">
                <a:solidFill>
                  <a:srgbClr val="A4F5E8"/>
                </a:solidFill>
                <a:latin typeface="Noto Sans" pitchFamily="34" charset="0"/>
                <a:ea typeface="Noto Sans" pitchFamily="34" charset="-122"/>
                <a:cs typeface="Noto Sans" pitchFamily="34" charset="-120"/>
              </a:rPr>
              <a:t>TAMBAHAN</a:t>
            </a:r>
            <a:endParaRPr lang="en-US" sz="900" dirty="0"/>
          </a:p>
        </p:txBody>
      </p:sp>
      <p:sp>
        <p:nvSpPr>
          <p:cNvPr id="287" name="Text 285"/>
          <p:cNvSpPr txBox="1"/>
          <p:nvPr/>
        </p:nvSpPr>
        <p:spPr>
          <a:xfrm>
            <a:off x="5074920" y="4901184"/>
            <a:ext cx="2514600" cy="484632"/>
          </a:xfrm>
          <a:prstGeom prst="rect">
            <a:avLst/>
          </a:prstGeom>
          <a:noFill/>
          <a:ln/>
        </p:spPr>
        <p:txBody>
          <a:bodyPr wrap="square" lIns="381" tIns="381" rIns="381" bIns="381" rtlCol="0" anchor="t">
            <a:normAutofit/>
          </a:bodyPr>
          <a:lstStyle/>
          <a:p>
            <a:pPr marL="0" indent="0" algn="l">
              <a:buNone/>
            </a:pPr>
            <a:r>
              <a:rPr lang="en-US" sz="1150" dirty="0">
                <a:solidFill>
                  <a:srgbClr val="F3F7FC"/>
                </a:solidFill>
                <a:latin typeface="Noto Sans" pitchFamily="34" charset="0"/>
                <a:ea typeface="Noto Sans" pitchFamily="34" charset="-122"/>
                <a:cs typeface="Noto Sans" pitchFamily="34" charset="-120"/>
              </a:rPr>
              <a:t>Apakah perlu komponen tambahan?</a:t>
            </a:r>
            <a:endParaRPr lang="en-US" sz="1150" dirty="0"/>
          </a:p>
        </p:txBody>
      </p:sp>
      <p:sp>
        <p:nvSpPr>
          <p:cNvPr id="288" name="Shape 286"/>
          <p:cNvSpPr/>
          <p:nvPr/>
        </p:nvSpPr>
        <p:spPr>
          <a:xfrm>
            <a:off x="8074152" y="4434840"/>
            <a:ext cx="2898648" cy="1133856"/>
          </a:xfrm>
          <a:prstGeom prst="roundRect">
            <a:avLst>
              <a:gd name="adj" fmla="val 9677"/>
            </a:avLst>
          </a:prstGeom>
          <a:solidFill>
            <a:srgbClr val="19263D"/>
          </a:solidFill>
          <a:ln w="10160">
            <a:solidFill>
              <a:srgbClr val="2A3A54"/>
            </a:solidFill>
            <a:prstDash val="solid"/>
          </a:ln>
        </p:spPr>
      </p:sp>
      <p:sp>
        <p:nvSpPr>
          <p:cNvPr id="289" name="Text 287"/>
          <p:cNvSpPr txBox="1"/>
          <p:nvPr/>
        </p:nvSpPr>
        <p:spPr>
          <a:xfrm>
            <a:off x="8257032" y="4590288"/>
            <a:ext cx="2514600" cy="219456"/>
          </a:xfrm>
          <a:prstGeom prst="rect">
            <a:avLst/>
          </a:prstGeom>
          <a:noFill/>
          <a:ln/>
        </p:spPr>
        <p:txBody>
          <a:bodyPr wrap="square" lIns="381" tIns="381" rIns="381" bIns="381" rtlCol="0" anchor="ctr">
            <a:normAutofit/>
          </a:bodyPr>
          <a:lstStyle/>
          <a:p>
            <a:pPr marL="0" indent="0" algn="l">
              <a:buNone/>
            </a:pPr>
            <a:r>
              <a:rPr lang="en-US" sz="900" b="1" kern="0" spc="100" dirty="0">
                <a:solidFill>
                  <a:srgbClr val="FFB45E"/>
                </a:solidFill>
                <a:latin typeface="Noto Sans" pitchFamily="34" charset="0"/>
                <a:ea typeface="Noto Sans" pitchFamily="34" charset="-122"/>
                <a:cs typeface="Noto Sans" pitchFamily="34" charset="-120"/>
              </a:rPr>
              <a:t>TARGET</a:t>
            </a:r>
            <a:endParaRPr lang="en-US" sz="900" dirty="0"/>
          </a:p>
        </p:txBody>
      </p:sp>
      <p:sp>
        <p:nvSpPr>
          <p:cNvPr id="290" name="Text 288"/>
          <p:cNvSpPr txBox="1"/>
          <p:nvPr/>
        </p:nvSpPr>
        <p:spPr>
          <a:xfrm>
            <a:off x="8257032" y="4901184"/>
            <a:ext cx="2514600" cy="484632"/>
          </a:xfrm>
          <a:prstGeom prst="rect">
            <a:avLst/>
          </a:prstGeom>
          <a:noFill/>
          <a:ln/>
        </p:spPr>
        <p:txBody>
          <a:bodyPr wrap="square" lIns="381" tIns="381" rIns="381" bIns="381" rtlCol="0" anchor="t">
            <a:normAutofit/>
          </a:bodyPr>
          <a:lstStyle/>
          <a:p>
            <a:pPr marL="0" indent="0" algn="l">
              <a:buNone/>
            </a:pPr>
            <a:r>
              <a:rPr lang="en-US" sz="1150" dirty="0">
                <a:solidFill>
                  <a:srgbClr val="F3F7FC"/>
                </a:solidFill>
                <a:latin typeface="Noto Sans" pitchFamily="34" charset="0"/>
                <a:ea typeface="Noto Sans" pitchFamily="34" charset="-122"/>
                <a:cs typeface="Noto Sans" pitchFamily="34" charset="-120"/>
              </a:rPr>
              <a:t>Kapan bagian utama dan pengujian selesai?</a:t>
            </a:r>
            <a:endParaRPr lang="en-US" sz="1150" dirty="0"/>
          </a:p>
        </p:txBody>
      </p:sp>
      <p:sp>
        <p:nvSpPr>
          <p:cNvPr id="291"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INSPIRASI PROYEK</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500" b="1" dirty="0">
                <a:solidFill>
                  <a:srgbClr val="F3F7FC"/>
                </a:solidFill>
                <a:latin typeface="Noto Sans" pitchFamily="34" charset="0"/>
                <a:ea typeface="Noto Sans" pitchFamily="34" charset="-122"/>
                <a:cs typeface="Noto Sans" pitchFamily="34" charset="-120"/>
              </a:rPr>
              <a:t>Pilih masalah nyata yang ingin dibantu</a:t>
            </a:r>
            <a:endParaRPr lang="en-US" sz="25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Contoh ide yang tercantum dalam modul ajar.</a:t>
            </a:r>
            <a:endParaRPr lang="en-US" sz="1100" dirty="0"/>
          </a:p>
        </p:txBody>
      </p:sp>
      <p:sp>
        <p:nvSpPr>
          <p:cNvPr id="11" name="Shape 9"/>
          <p:cNvSpPr/>
          <p:nvPr/>
        </p:nvSpPr>
        <p:spPr>
          <a:xfrm>
            <a:off x="758952" y="1719072"/>
            <a:ext cx="3364992" cy="1673352"/>
          </a:xfrm>
          <a:prstGeom prst="roundRect">
            <a:avLst>
              <a:gd name="adj" fmla="val 6557"/>
            </a:avLst>
          </a:prstGeom>
          <a:solidFill>
            <a:srgbClr val="131E33"/>
          </a:solidFill>
          <a:ln w="10160">
            <a:solidFill>
              <a:srgbClr val="42E0CB"/>
            </a:solidFill>
            <a:prstDash val="solid"/>
          </a:ln>
        </p:spPr>
      </p:sp>
      <p:sp>
        <p:nvSpPr>
          <p:cNvPr id="12" name="Text 10"/>
          <p:cNvSpPr txBox="1"/>
          <p:nvPr/>
        </p:nvSpPr>
        <p:spPr>
          <a:xfrm>
            <a:off x="960120" y="1883664"/>
            <a:ext cx="502920" cy="347472"/>
          </a:xfrm>
          <a:prstGeom prst="rect">
            <a:avLst/>
          </a:prstGeom>
          <a:noFill/>
          <a:ln/>
        </p:spPr>
        <p:txBody>
          <a:bodyPr wrap="square" lIns="381" tIns="381" rIns="381" bIns="381" rtlCol="0" anchor="ctr">
            <a:normAutofit/>
          </a:bodyPr>
          <a:lstStyle/>
          <a:p>
            <a:pPr marL="0" indent="0" algn="l">
              <a:buNone/>
            </a:pPr>
            <a:r>
              <a:rPr lang="en-US" sz="2200" b="1" dirty="0">
                <a:solidFill>
                  <a:srgbClr val="42E0CB"/>
                </a:solidFill>
                <a:latin typeface="Noto Sans" pitchFamily="34" charset="0"/>
                <a:ea typeface="Noto Sans" pitchFamily="34" charset="-122"/>
                <a:cs typeface="Noto Sans" pitchFamily="34" charset="-120"/>
              </a:rPr>
              <a:t>01</a:t>
            </a:r>
            <a:endParaRPr lang="en-US" sz="2200" dirty="0"/>
          </a:p>
        </p:txBody>
      </p:sp>
      <p:sp>
        <p:nvSpPr>
          <p:cNvPr id="13" name="Text 11"/>
          <p:cNvSpPr txBox="1"/>
          <p:nvPr/>
        </p:nvSpPr>
        <p:spPr>
          <a:xfrm>
            <a:off x="1600200" y="1874520"/>
            <a:ext cx="2258568" cy="329184"/>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Pengumuman kelas</a:t>
            </a:r>
            <a:endParaRPr lang="en-US" sz="1500" dirty="0"/>
          </a:p>
        </p:txBody>
      </p:sp>
      <p:sp>
        <p:nvSpPr>
          <p:cNvPr id="14" name="Text 12"/>
          <p:cNvSpPr txBox="1"/>
          <p:nvPr/>
        </p:nvSpPr>
        <p:spPr>
          <a:xfrm>
            <a:off x="1600200" y="2286000"/>
            <a:ext cx="2194560" cy="502920"/>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Informasi kegiatan atau pengumuman kelas.</a:t>
            </a:r>
            <a:endParaRPr lang="en-US" sz="1050" dirty="0"/>
          </a:p>
        </p:txBody>
      </p:sp>
      <p:sp>
        <p:nvSpPr>
          <p:cNvPr id="15" name="Shape 13"/>
          <p:cNvSpPr/>
          <p:nvPr/>
        </p:nvSpPr>
        <p:spPr>
          <a:xfrm>
            <a:off x="1581912" y="2935224"/>
            <a:ext cx="1828800" cy="292608"/>
          </a:xfrm>
          <a:prstGeom prst="roundRect">
            <a:avLst>
              <a:gd name="adj" fmla="val 37500"/>
            </a:avLst>
          </a:prstGeom>
          <a:solidFill>
            <a:srgbClr val="42E0CB">
              <a:alpha val="16000"/>
            </a:srgbClr>
          </a:solidFill>
          <a:ln w="10160">
            <a:solidFill>
              <a:srgbClr val="42E0CB">
                <a:alpha val="80000"/>
              </a:srgbClr>
            </a:solidFill>
            <a:prstDash val="solid"/>
          </a:ln>
        </p:spPr>
      </p:sp>
      <p:sp>
        <p:nvSpPr>
          <p:cNvPr id="16" name="Text 14"/>
          <p:cNvSpPr txBox="1"/>
          <p:nvPr/>
        </p:nvSpPr>
        <p:spPr>
          <a:xfrm>
            <a:off x="1664208" y="2948940"/>
            <a:ext cx="1664208" cy="256032"/>
          </a:xfrm>
          <a:prstGeom prst="rect">
            <a:avLst/>
          </a:prstGeom>
          <a:noFill/>
          <a:ln/>
        </p:spPr>
        <p:txBody>
          <a:bodyPr wrap="square" lIns="381" tIns="381" rIns="381" bIns="381" rtlCol="0" anchor="ctr">
            <a:normAutofit/>
          </a:bodyPr>
          <a:lstStyle/>
          <a:p>
            <a:pPr marL="0" indent="0" algn="ctr">
              <a:buNone/>
            </a:pPr>
            <a:r>
              <a:rPr lang="en-US" sz="900" b="1" dirty="0">
                <a:solidFill>
                  <a:srgbClr val="42E0CB"/>
                </a:solidFill>
                <a:latin typeface="Noto Sans" pitchFamily="34" charset="0"/>
                <a:ea typeface="Noto Sans" pitchFamily="34" charset="-122"/>
                <a:cs typeface="Noto Sans" pitchFamily="34" charset="-120"/>
              </a:rPr>
              <a:t>KELAS</a:t>
            </a:r>
            <a:endParaRPr lang="en-US" sz="900" dirty="0"/>
          </a:p>
        </p:txBody>
      </p:sp>
      <p:sp>
        <p:nvSpPr>
          <p:cNvPr id="17" name="Shape 15"/>
          <p:cNvSpPr/>
          <p:nvPr/>
        </p:nvSpPr>
        <p:spPr>
          <a:xfrm>
            <a:off x="4489704" y="1719072"/>
            <a:ext cx="3364992" cy="1673352"/>
          </a:xfrm>
          <a:prstGeom prst="roundRect">
            <a:avLst>
              <a:gd name="adj" fmla="val 6557"/>
            </a:avLst>
          </a:prstGeom>
          <a:solidFill>
            <a:srgbClr val="131E33"/>
          </a:solidFill>
          <a:ln w="10160">
            <a:solidFill>
              <a:srgbClr val="FFB45E"/>
            </a:solidFill>
            <a:prstDash val="solid"/>
          </a:ln>
        </p:spPr>
      </p:sp>
      <p:sp>
        <p:nvSpPr>
          <p:cNvPr id="18" name="Text 16"/>
          <p:cNvSpPr txBox="1"/>
          <p:nvPr/>
        </p:nvSpPr>
        <p:spPr>
          <a:xfrm>
            <a:off x="4690872" y="1883664"/>
            <a:ext cx="502920" cy="347472"/>
          </a:xfrm>
          <a:prstGeom prst="rect">
            <a:avLst/>
          </a:prstGeom>
          <a:noFill/>
          <a:ln/>
        </p:spPr>
        <p:txBody>
          <a:bodyPr wrap="square" lIns="381" tIns="381" rIns="381" bIns="381" rtlCol="0" anchor="ctr">
            <a:normAutofit/>
          </a:bodyPr>
          <a:lstStyle/>
          <a:p>
            <a:pPr marL="0" indent="0" algn="l">
              <a:buNone/>
            </a:pPr>
            <a:r>
              <a:rPr lang="en-US" sz="2200" b="1" dirty="0">
                <a:solidFill>
                  <a:srgbClr val="FFB45E"/>
                </a:solidFill>
                <a:latin typeface="Noto Sans" pitchFamily="34" charset="0"/>
                <a:ea typeface="Noto Sans" pitchFamily="34" charset="-122"/>
                <a:cs typeface="Noto Sans" pitchFamily="34" charset="-120"/>
              </a:rPr>
              <a:t>02</a:t>
            </a:r>
            <a:endParaRPr lang="en-US" sz="2200" dirty="0"/>
          </a:p>
        </p:txBody>
      </p:sp>
      <p:sp>
        <p:nvSpPr>
          <p:cNvPr id="19" name="Text 17"/>
          <p:cNvSpPr txBox="1"/>
          <p:nvPr/>
        </p:nvSpPr>
        <p:spPr>
          <a:xfrm>
            <a:off x="5330952" y="1874520"/>
            <a:ext cx="2258568" cy="329184"/>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Jadwal piket</a:t>
            </a:r>
            <a:endParaRPr lang="en-US" sz="1500" dirty="0"/>
          </a:p>
        </p:txBody>
      </p:sp>
      <p:sp>
        <p:nvSpPr>
          <p:cNvPr id="20" name="Text 18"/>
          <p:cNvSpPr txBox="1"/>
          <p:nvPr/>
        </p:nvSpPr>
        <p:spPr>
          <a:xfrm>
            <a:off x="5330952" y="2286000"/>
            <a:ext cx="2194560" cy="502920"/>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Hari dan nama petugas piket bergantian.</a:t>
            </a:r>
            <a:endParaRPr lang="en-US" sz="1050" dirty="0"/>
          </a:p>
        </p:txBody>
      </p:sp>
      <p:sp>
        <p:nvSpPr>
          <p:cNvPr id="21" name="Shape 19"/>
          <p:cNvSpPr/>
          <p:nvPr/>
        </p:nvSpPr>
        <p:spPr>
          <a:xfrm>
            <a:off x="5312664" y="2935224"/>
            <a:ext cx="1828800" cy="292608"/>
          </a:xfrm>
          <a:prstGeom prst="roundRect">
            <a:avLst>
              <a:gd name="adj" fmla="val 37500"/>
            </a:avLst>
          </a:prstGeom>
          <a:solidFill>
            <a:srgbClr val="FFB45E">
              <a:alpha val="16000"/>
            </a:srgbClr>
          </a:solidFill>
          <a:ln w="10160">
            <a:solidFill>
              <a:srgbClr val="FFB45E">
                <a:alpha val="80000"/>
              </a:srgbClr>
            </a:solidFill>
            <a:prstDash val="solid"/>
          </a:ln>
        </p:spPr>
      </p:sp>
      <p:sp>
        <p:nvSpPr>
          <p:cNvPr id="22" name="Text 20"/>
          <p:cNvSpPr txBox="1"/>
          <p:nvPr/>
        </p:nvSpPr>
        <p:spPr>
          <a:xfrm>
            <a:off x="5394960" y="2948940"/>
            <a:ext cx="1664208" cy="256032"/>
          </a:xfrm>
          <a:prstGeom prst="rect">
            <a:avLst/>
          </a:prstGeom>
          <a:noFill/>
          <a:ln/>
        </p:spPr>
        <p:txBody>
          <a:bodyPr wrap="square" lIns="381" tIns="381" rIns="381" bIns="381" rtlCol="0" anchor="ctr">
            <a:normAutofit/>
          </a:bodyPr>
          <a:lstStyle/>
          <a:p>
            <a:pPr marL="0" indent="0" algn="ctr">
              <a:buNone/>
            </a:pPr>
            <a:r>
              <a:rPr lang="en-US" sz="900" b="1" dirty="0">
                <a:solidFill>
                  <a:srgbClr val="FFB45E"/>
                </a:solidFill>
                <a:latin typeface="Noto Sans" pitchFamily="34" charset="0"/>
                <a:ea typeface="Noto Sans" pitchFamily="34" charset="-122"/>
                <a:cs typeface="Noto Sans" pitchFamily="34" charset="-120"/>
              </a:rPr>
              <a:t>JADWAL</a:t>
            </a:r>
            <a:endParaRPr lang="en-US" sz="900" dirty="0"/>
          </a:p>
        </p:txBody>
      </p:sp>
      <p:sp>
        <p:nvSpPr>
          <p:cNvPr id="23" name="Shape 21"/>
          <p:cNvSpPr/>
          <p:nvPr/>
        </p:nvSpPr>
        <p:spPr>
          <a:xfrm>
            <a:off x="8220456" y="1719072"/>
            <a:ext cx="3364992" cy="1673352"/>
          </a:xfrm>
          <a:prstGeom prst="roundRect">
            <a:avLst>
              <a:gd name="adj" fmla="val 6557"/>
            </a:avLst>
          </a:prstGeom>
          <a:solidFill>
            <a:srgbClr val="131E33"/>
          </a:solidFill>
          <a:ln w="10160">
            <a:solidFill>
              <a:srgbClr val="8FE3A1"/>
            </a:solidFill>
            <a:prstDash val="solid"/>
          </a:ln>
        </p:spPr>
      </p:sp>
      <p:sp>
        <p:nvSpPr>
          <p:cNvPr id="24" name="Text 22"/>
          <p:cNvSpPr txBox="1"/>
          <p:nvPr/>
        </p:nvSpPr>
        <p:spPr>
          <a:xfrm>
            <a:off x="8421624" y="1883664"/>
            <a:ext cx="502920" cy="347472"/>
          </a:xfrm>
          <a:prstGeom prst="rect">
            <a:avLst/>
          </a:prstGeom>
          <a:noFill/>
          <a:ln/>
        </p:spPr>
        <p:txBody>
          <a:bodyPr wrap="square" lIns="381" tIns="381" rIns="381" bIns="381" rtlCol="0" anchor="ctr">
            <a:normAutofit/>
          </a:bodyPr>
          <a:lstStyle/>
          <a:p>
            <a:pPr marL="0" indent="0" algn="l">
              <a:buNone/>
            </a:pPr>
            <a:r>
              <a:rPr lang="en-US" sz="2200" b="1" dirty="0">
                <a:solidFill>
                  <a:srgbClr val="8FE3A1"/>
                </a:solidFill>
                <a:latin typeface="Noto Sans" pitchFamily="34" charset="0"/>
                <a:ea typeface="Noto Sans" pitchFamily="34" charset="-122"/>
                <a:cs typeface="Noto Sans" pitchFamily="34" charset="-120"/>
              </a:rPr>
              <a:t>03</a:t>
            </a:r>
            <a:endParaRPr lang="en-US" sz="2200" dirty="0"/>
          </a:p>
        </p:txBody>
      </p:sp>
      <p:sp>
        <p:nvSpPr>
          <p:cNvPr id="25" name="Text 23"/>
          <p:cNvSpPr txBox="1"/>
          <p:nvPr/>
        </p:nvSpPr>
        <p:spPr>
          <a:xfrm>
            <a:off x="9061704" y="1874520"/>
            <a:ext cx="2258568" cy="329184"/>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Sambutan tamu</a:t>
            </a:r>
            <a:endParaRPr lang="en-US" sz="1500" dirty="0"/>
          </a:p>
        </p:txBody>
      </p:sp>
      <p:sp>
        <p:nvSpPr>
          <p:cNvPr id="26" name="Text 24"/>
          <p:cNvSpPr txBox="1"/>
          <p:nvPr/>
        </p:nvSpPr>
        <p:spPr>
          <a:xfrm>
            <a:off x="9061704" y="2286000"/>
            <a:ext cx="2194560" cy="502920"/>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Pesan sambutan pada kegiatan sekolah.</a:t>
            </a:r>
            <a:endParaRPr lang="en-US" sz="1050" dirty="0"/>
          </a:p>
        </p:txBody>
      </p:sp>
      <p:sp>
        <p:nvSpPr>
          <p:cNvPr id="27" name="Shape 25"/>
          <p:cNvSpPr/>
          <p:nvPr/>
        </p:nvSpPr>
        <p:spPr>
          <a:xfrm>
            <a:off x="9043416" y="2935224"/>
            <a:ext cx="1828800" cy="292608"/>
          </a:xfrm>
          <a:prstGeom prst="roundRect">
            <a:avLst>
              <a:gd name="adj" fmla="val 37500"/>
            </a:avLst>
          </a:prstGeom>
          <a:solidFill>
            <a:srgbClr val="8FE3A1">
              <a:alpha val="16000"/>
            </a:srgbClr>
          </a:solidFill>
          <a:ln w="10160">
            <a:solidFill>
              <a:srgbClr val="8FE3A1">
                <a:alpha val="80000"/>
              </a:srgbClr>
            </a:solidFill>
            <a:prstDash val="solid"/>
          </a:ln>
        </p:spPr>
      </p:sp>
      <p:sp>
        <p:nvSpPr>
          <p:cNvPr id="28" name="Text 26"/>
          <p:cNvSpPr txBox="1"/>
          <p:nvPr/>
        </p:nvSpPr>
        <p:spPr>
          <a:xfrm>
            <a:off x="9125712" y="2948940"/>
            <a:ext cx="1664208" cy="256032"/>
          </a:xfrm>
          <a:prstGeom prst="rect">
            <a:avLst/>
          </a:prstGeom>
          <a:noFill/>
          <a:ln/>
        </p:spPr>
        <p:txBody>
          <a:bodyPr wrap="square" lIns="381" tIns="381" rIns="381" bIns="381" rtlCol="0" anchor="ctr">
            <a:normAutofit/>
          </a:bodyPr>
          <a:lstStyle/>
          <a:p>
            <a:pPr marL="0" indent="0" algn="ctr">
              <a:buNone/>
            </a:pPr>
            <a:r>
              <a:rPr lang="en-US" sz="900" b="1" dirty="0">
                <a:solidFill>
                  <a:srgbClr val="8FE3A1"/>
                </a:solidFill>
                <a:latin typeface="Noto Sans" pitchFamily="34" charset="0"/>
                <a:ea typeface="Noto Sans" pitchFamily="34" charset="-122"/>
                <a:cs typeface="Noto Sans" pitchFamily="34" charset="-120"/>
              </a:rPr>
              <a:t>SELAMAT DATANG</a:t>
            </a:r>
            <a:endParaRPr lang="en-US" sz="900" dirty="0"/>
          </a:p>
        </p:txBody>
      </p:sp>
      <p:sp>
        <p:nvSpPr>
          <p:cNvPr id="29" name="Shape 27"/>
          <p:cNvSpPr/>
          <p:nvPr/>
        </p:nvSpPr>
        <p:spPr>
          <a:xfrm>
            <a:off x="758952" y="3712464"/>
            <a:ext cx="3364992" cy="1673352"/>
          </a:xfrm>
          <a:prstGeom prst="roundRect">
            <a:avLst>
              <a:gd name="adj" fmla="val 6557"/>
            </a:avLst>
          </a:prstGeom>
          <a:solidFill>
            <a:srgbClr val="131E33"/>
          </a:solidFill>
          <a:ln w="10160">
            <a:solidFill>
              <a:srgbClr val="F4D66E"/>
            </a:solidFill>
            <a:prstDash val="solid"/>
          </a:ln>
        </p:spPr>
      </p:sp>
      <p:sp>
        <p:nvSpPr>
          <p:cNvPr id="30" name="Text 28"/>
          <p:cNvSpPr txBox="1"/>
          <p:nvPr/>
        </p:nvSpPr>
        <p:spPr>
          <a:xfrm>
            <a:off x="960120" y="3877056"/>
            <a:ext cx="502920" cy="347472"/>
          </a:xfrm>
          <a:prstGeom prst="rect">
            <a:avLst/>
          </a:prstGeom>
          <a:noFill/>
          <a:ln/>
        </p:spPr>
        <p:txBody>
          <a:bodyPr wrap="square" lIns="381" tIns="381" rIns="381" bIns="381" rtlCol="0" anchor="ctr">
            <a:normAutofit/>
          </a:bodyPr>
          <a:lstStyle/>
          <a:p>
            <a:pPr marL="0" indent="0" algn="l">
              <a:buNone/>
            </a:pPr>
            <a:r>
              <a:rPr lang="en-US" sz="2200" b="1" dirty="0">
                <a:solidFill>
                  <a:srgbClr val="F4D66E"/>
                </a:solidFill>
                <a:latin typeface="Noto Sans" pitchFamily="34" charset="0"/>
                <a:ea typeface="Noto Sans" pitchFamily="34" charset="-122"/>
                <a:cs typeface="Noto Sans" pitchFamily="34" charset="-120"/>
              </a:rPr>
              <a:t>04</a:t>
            </a:r>
            <a:endParaRPr lang="en-US" sz="2200" dirty="0"/>
          </a:p>
        </p:txBody>
      </p:sp>
      <p:sp>
        <p:nvSpPr>
          <p:cNvPr id="31" name="Text 29"/>
          <p:cNvSpPr txBox="1"/>
          <p:nvPr/>
        </p:nvSpPr>
        <p:spPr>
          <a:xfrm>
            <a:off x="1600200" y="3867912"/>
            <a:ext cx="2258568" cy="329184"/>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Pengingat waktu salat</a:t>
            </a:r>
            <a:endParaRPr lang="en-US" sz="1500" dirty="0"/>
          </a:p>
        </p:txBody>
      </p:sp>
      <p:sp>
        <p:nvSpPr>
          <p:cNvPr id="32" name="Text 30"/>
          <p:cNvSpPr txBox="1"/>
          <p:nvPr/>
        </p:nvSpPr>
        <p:spPr>
          <a:xfrm>
            <a:off x="1600200" y="4279392"/>
            <a:ext cx="2194560" cy="502920"/>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Informasi pengingat waktu salat.</a:t>
            </a:r>
            <a:endParaRPr lang="en-US" sz="1050" dirty="0"/>
          </a:p>
        </p:txBody>
      </p:sp>
      <p:sp>
        <p:nvSpPr>
          <p:cNvPr id="33" name="Shape 31"/>
          <p:cNvSpPr/>
          <p:nvPr/>
        </p:nvSpPr>
        <p:spPr>
          <a:xfrm>
            <a:off x="1581912" y="4928616"/>
            <a:ext cx="1828800" cy="292608"/>
          </a:xfrm>
          <a:prstGeom prst="roundRect">
            <a:avLst>
              <a:gd name="adj" fmla="val 37500"/>
            </a:avLst>
          </a:prstGeom>
          <a:solidFill>
            <a:srgbClr val="F4D66E">
              <a:alpha val="16000"/>
            </a:srgbClr>
          </a:solidFill>
          <a:ln w="10160">
            <a:solidFill>
              <a:srgbClr val="F4D66E">
                <a:alpha val="80000"/>
              </a:srgbClr>
            </a:solidFill>
            <a:prstDash val="solid"/>
          </a:ln>
        </p:spPr>
      </p:sp>
      <p:sp>
        <p:nvSpPr>
          <p:cNvPr id="34" name="Text 32"/>
          <p:cNvSpPr txBox="1"/>
          <p:nvPr/>
        </p:nvSpPr>
        <p:spPr>
          <a:xfrm>
            <a:off x="1664208" y="4942332"/>
            <a:ext cx="1664208" cy="256032"/>
          </a:xfrm>
          <a:prstGeom prst="rect">
            <a:avLst/>
          </a:prstGeom>
          <a:noFill/>
          <a:ln/>
        </p:spPr>
        <p:txBody>
          <a:bodyPr wrap="square" lIns="381" tIns="381" rIns="381" bIns="381" rtlCol="0" anchor="ctr">
            <a:normAutofit/>
          </a:bodyPr>
          <a:lstStyle/>
          <a:p>
            <a:pPr marL="0" indent="0" algn="ctr">
              <a:buNone/>
            </a:pPr>
            <a:r>
              <a:rPr lang="en-US" sz="900" b="1" dirty="0">
                <a:solidFill>
                  <a:srgbClr val="F4D66E"/>
                </a:solidFill>
                <a:latin typeface="Noto Sans" pitchFamily="34" charset="0"/>
                <a:ea typeface="Noto Sans" pitchFamily="34" charset="-122"/>
                <a:cs typeface="Noto Sans" pitchFamily="34" charset="-120"/>
              </a:rPr>
              <a:t>PENGINGAT</a:t>
            </a:r>
            <a:endParaRPr lang="en-US" sz="900" dirty="0"/>
          </a:p>
        </p:txBody>
      </p:sp>
      <p:sp>
        <p:nvSpPr>
          <p:cNvPr id="35" name="Shape 33"/>
          <p:cNvSpPr/>
          <p:nvPr/>
        </p:nvSpPr>
        <p:spPr>
          <a:xfrm>
            <a:off x="4489704" y="3712464"/>
            <a:ext cx="3364992" cy="1673352"/>
          </a:xfrm>
          <a:prstGeom prst="roundRect">
            <a:avLst>
              <a:gd name="adj" fmla="val 6557"/>
            </a:avLst>
          </a:prstGeom>
          <a:solidFill>
            <a:srgbClr val="131E33"/>
          </a:solidFill>
          <a:ln w="10160">
            <a:solidFill>
              <a:srgbClr val="A4F5E8"/>
            </a:solidFill>
            <a:prstDash val="solid"/>
          </a:ln>
        </p:spPr>
      </p:sp>
      <p:sp>
        <p:nvSpPr>
          <p:cNvPr id="36" name="Text 34"/>
          <p:cNvSpPr txBox="1"/>
          <p:nvPr/>
        </p:nvSpPr>
        <p:spPr>
          <a:xfrm>
            <a:off x="4690872" y="3877056"/>
            <a:ext cx="502920" cy="347472"/>
          </a:xfrm>
          <a:prstGeom prst="rect">
            <a:avLst/>
          </a:prstGeom>
          <a:noFill/>
          <a:ln/>
        </p:spPr>
        <p:txBody>
          <a:bodyPr wrap="square" lIns="381" tIns="381" rIns="381" bIns="381" rtlCol="0" anchor="ctr">
            <a:normAutofit/>
          </a:bodyPr>
          <a:lstStyle/>
          <a:p>
            <a:pPr marL="0" indent="0" algn="l">
              <a:buNone/>
            </a:pPr>
            <a:r>
              <a:rPr lang="en-US" sz="2200" b="1" dirty="0">
                <a:solidFill>
                  <a:srgbClr val="A4F5E8"/>
                </a:solidFill>
                <a:latin typeface="Noto Sans" pitchFamily="34" charset="0"/>
                <a:ea typeface="Noto Sans" pitchFamily="34" charset="-122"/>
                <a:cs typeface="Noto Sans" pitchFamily="34" charset="-120"/>
              </a:rPr>
              <a:t>05</a:t>
            </a:r>
            <a:endParaRPr lang="en-US" sz="2200" dirty="0"/>
          </a:p>
        </p:txBody>
      </p:sp>
      <p:sp>
        <p:nvSpPr>
          <p:cNvPr id="37" name="Text 35"/>
          <p:cNvSpPr txBox="1"/>
          <p:nvPr/>
        </p:nvSpPr>
        <p:spPr>
          <a:xfrm>
            <a:off x="5330952" y="3867912"/>
            <a:ext cx="2258568" cy="329184"/>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Antrean kantin</a:t>
            </a:r>
            <a:endParaRPr lang="en-US" sz="1500" dirty="0"/>
          </a:p>
        </p:txBody>
      </p:sp>
      <p:sp>
        <p:nvSpPr>
          <p:cNvPr id="38" name="Text 36"/>
          <p:cNvSpPr txBox="1"/>
          <p:nvPr/>
        </p:nvSpPr>
        <p:spPr>
          <a:xfrm>
            <a:off x="5330952" y="4279392"/>
            <a:ext cx="2194560" cy="502920"/>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Papan informasi antrean; bisa ditambah tombol.</a:t>
            </a:r>
            <a:endParaRPr lang="en-US" sz="1050" dirty="0"/>
          </a:p>
        </p:txBody>
      </p:sp>
      <p:sp>
        <p:nvSpPr>
          <p:cNvPr id="39" name="Shape 37"/>
          <p:cNvSpPr/>
          <p:nvPr/>
        </p:nvSpPr>
        <p:spPr>
          <a:xfrm>
            <a:off x="5312664" y="4928616"/>
            <a:ext cx="1828800" cy="292608"/>
          </a:xfrm>
          <a:prstGeom prst="roundRect">
            <a:avLst>
              <a:gd name="adj" fmla="val 37500"/>
            </a:avLst>
          </a:prstGeom>
          <a:solidFill>
            <a:srgbClr val="A4F5E8">
              <a:alpha val="16000"/>
            </a:srgbClr>
          </a:solidFill>
          <a:ln w="10160">
            <a:solidFill>
              <a:srgbClr val="A4F5E8">
                <a:alpha val="80000"/>
              </a:srgbClr>
            </a:solidFill>
            <a:prstDash val="solid"/>
          </a:ln>
        </p:spPr>
      </p:sp>
      <p:sp>
        <p:nvSpPr>
          <p:cNvPr id="40" name="Text 38"/>
          <p:cNvSpPr txBox="1"/>
          <p:nvPr/>
        </p:nvSpPr>
        <p:spPr>
          <a:xfrm>
            <a:off x="5394960" y="4942332"/>
            <a:ext cx="1664208" cy="256032"/>
          </a:xfrm>
          <a:prstGeom prst="rect">
            <a:avLst/>
          </a:prstGeom>
          <a:noFill/>
          <a:ln/>
        </p:spPr>
        <p:txBody>
          <a:bodyPr wrap="square" lIns="381" tIns="381" rIns="381" bIns="381" rtlCol="0" anchor="ctr">
            <a:normAutofit/>
          </a:bodyPr>
          <a:lstStyle/>
          <a:p>
            <a:pPr marL="0" indent="0" algn="ctr">
              <a:buNone/>
            </a:pPr>
            <a:r>
              <a:rPr lang="en-US" sz="900" b="1" dirty="0">
                <a:solidFill>
                  <a:srgbClr val="A4F5E8"/>
                </a:solidFill>
                <a:latin typeface="Noto Sans" pitchFamily="34" charset="0"/>
                <a:ea typeface="Noto Sans" pitchFamily="34" charset="-122"/>
                <a:cs typeface="Noto Sans" pitchFamily="34" charset="-120"/>
              </a:rPr>
              <a:t>ANTREAN</a:t>
            </a:r>
            <a:endParaRPr lang="en-US" sz="900" dirty="0"/>
          </a:p>
        </p:txBody>
      </p:sp>
      <p:sp>
        <p:nvSpPr>
          <p:cNvPr id="41" name="Shape 39"/>
          <p:cNvSpPr/>
          <p:nvPr/>
        </p:nvSpPr>
        <p:spPr>
          <a:xfrm>
            <a:off x="8220456" y="3712464"/>
            <a:ext cx="3364992" cy="1673352"/>
          </a:xfrm>
          <a:prstGeom prst="roundRect">
            <a:avLst>
              <a:gd name="adj" fmla="val 6557"/>
            </a:avLst>
          </a:prstGeom>
          <a:solidFill>
            <a:srgbClr val="131E33"/>
          </a:solidFill>
          <a:ln w="10160">
            <a:solidFill>
              <a:srgbClr val="FFB45E"/>
            </a:solidFill>
            <a:prstDash val="solid"/>
          </a:ln>
        </p:spPr>
      </p:sp>
      <p:sp>
        <p:nvSpPr>
          <p:cNvPr id="42" name="Text 40"/>
          <p:cNvSpPr txBox="1"/>
          <p:nvPr/>
        </p:nvSpPr>
        <p:spPr>
          <a:xfrm>
            <a:off x="8421624" y="3877056"/>
            <a:ext cx="502920" cy="347472"/>
          </a:xfrm>
          <a:prstGeom prst="rect">
            <a:avLst/>
          </a:prstGeom>
          <a:noFill/>
          <a:ln/>
        </p:spPr>
        <p:txBody>
          <a:bodyPr wrap="square" lIns="381" tIns="381" rIns="381" bIns="381" rtlCol="0" anchor="ctr">
            <a:normAutofit/>
          </a:bodyPr>
          <a:lstStyle/>
          <a:p>
            <a:pPr marL="0" indent="0" algn="l">
              <a:buNone/>
            </a:pPr>
            <a:r>
              <a:rPr lang="en-US" sz="2200" b="1" dirty="0">
                <a:solidFill>
                  <a:srgbClr val="FFB45E"/>
                </a:solidFill>
                <a:latin typeface="Noto Sans" pitchFamily="34" charset="0"/>
                <a:ea typeface="Noto Sans" pitchFamily="34" charset="-122"/>
                <a:cs typeface="Noto Sans" pitchFamily="34" charset="-120"/>
              </a:rPr>
              <a:t>06</a:t>
            </a:r>
            <a:endParaRPr lang="en-US" sz="2200" dirty="0"/>
          </a:p>
        </p:txBody>
      </p:sp>
      <p:sp>
        <p:nvSpPr>
          <p:cNvPr id="43" name="Text 41"/>
          <p:cNvSpPr txBox="1"/>
          <p:nvPr/>
        </p:nvSpPr>
        <p:spPr>
          <a:xfrm>
            <a:off x="9061704" y="3867912"/>
            <a:ext cx="2258568" cy="329184"/>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Slogan positif</a:t>
            </a:r>
            <a:endParaRPr lang="en-US" sz="1500" dirty="0"/>
          </a:p>
        </p:txBody>
      </p:sp>
      <p:sp>
        <p:nvSpPr>
          <p:cNvPr id="44" name="Text 42"/>
          <p:cNvSpPr txBox="1"/>
          <p:nvPr/>
        </p:nvSpPr>
        <p:spPr>
          <a:xfrm>
            <a:off x="9061704" y="4279392"/>
            <a:ext cx="2194560" cy="502920"/>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Pesan kebersihan atau anti-bullying.</a:t>
            </a:r>
            <a:endParaRPr lang="en-US" sz="1050" dirty="0"/>
          </a:p>
        </p:txBody>
      </p:sp>
      <p:sp>
        <p:nvSpPr>
          <p:cNvPr id="45" name="Shape 43"/>
          <p:cNvSpPr/>
          <p:nvPr/>
        </p:nvSpPr>
        <p:spPr>
          <a:xfrm>
            <a:off x="9043416" y="4928616"/>
            <a:ext cx="1828800" cy="292608"/>
          </a:xfrm>
          <a:prstGeom prst="roundRect">
            <a:avLst>
              <a:gd name="adj" fmla="val 37500"/>
            </a:avLst>
          </a:prstGeom>
          <a:solidFill>
            <a:srgbClr val="FFB45E">
              <a:alpha val="16000"/>
            </a:srgbClr>
          </a:solidFill>
          <a:ln w="10160">
            <a:solidFill>
              <a:srgbClr val="FFB45E">
                <a:alpha val="80000"/>
              </a:srgbClr>
            </a:solidFill>
            <a:prstDash val="solid"/>
          </a:ln>
        </p:spPr>
      </p:sp>
      <p:sp>
        <p:nvSpPr>
          <p:cNvPr id="46" name="Text 44"/>
          <p:cNvSpPr txBox="1"/>
          <p:nvPr/>
        </p:nvSpPr>
        <p:spPr>
          <a:xfrm>
            <a:off x="9125712" y="4942332"/>
            <a:ext cx="1664208" cy="256032"/>
          </a:xfrm>
          <a:prstGeom prst="rect">
            <a:avLst/>
          </a:prstGeom>
          <a:noFill/>
          <a:ln/>
        </p:spPr>
        <p:txBody>
          <a:bodyPr wrap="square" lIns="381" tIns="381" rIns="381" bIns="381" rtlCol="0" anchor="ctr">
            <a:normAutofit/>
          </a:bodyPr>
          <a:lstStyle/>
          <a:p>
            <a:pPr marL="0" indent="0" algn="ctr">
              <a:buNone/>
            </a:pPr>
            <a:r>
              <a:rPr lang="en-US" sz="900" b="1" dirty="0">
                <a:solidFill>
                  <a:srgbClr val="FFB45E"/>
                </a:solidFill>
                <a:latin typeface="Noto Sans" pitchFamily="34" charset="0"/>
                <a:ea typeface="Noto Sans" pitchFamily="34" charset="-122"/>
                <a:cs typeface="Noto Sans" pitchFamily="34" charset="-120"/>
              </a:rPr>
              <a:t>SEKOLAH RAMAH</a:t>
            </a:r>
            <a:endParaRPr lang="en-US" sz="900" dirty="0"/>
          </a:p>
        </p:txBody>
      </p:sp>
      <p:sp>
        <p:nvSpPr>
          <p:cNvPr id="47" name="Text 45"/>
          <p:cNvSpPr txBox="1"/>
          <p:nvPr/>
        </p:nvSpPr>
        <p:spPr>
          <a:xfrm>
            <a:off x="914400" y="5989320"/>
            <a:ext cx="10332720" cy="237744"/>
          </a:xfrm>
          <a:prstGeom prst="rect">
            <a:avLst/>
          </a:prstGeom>
          <a:noFill/>
          <a:ln/>
        </p:spPr>
        <p:txBody>
          <a:bodyPr wrap="square" lIns="381" tIns="381" rIns="381" bIns="381" rtlCol="0" anchor="ctr">
            <a:normAutofit/>
          </a:bodyPr>
          <a:lstStyle/>
          <a:p>
            <a:pPr marL="0" indent="0" algn="ctr">
              <a:buNone/>
            </a:pPr>
            <a:r>
              <a:rPr lang="en-US" sz="1200" b="1" dirty="0">
                <a:solidFill>
                  <a:srgbClr val="A4F5E8"/>
                </a:solidFill>
                <a:latin typeface="Noto Sans" pitchFamily="34" charset="0"/>
                <a:ea typeface="Noto Sans" pitchFamily="34" charset="-122"/>
                <a:cs typeface="Noto Sans" pitchFamily="34" charset="-120"/>
              </a:rPr>
              <a:t>Kriteria ide yang baik: kebutuhan jelas • pesan terbaca • logika program dapat dijelaskan</a:t>
            </a:r>
            <a:endParaRPr lang="en-US" sz="1200" dirty="0"/>
          </a:p>
        </p:txBody>
      </p:sp>
      <p:sp>
        <p:nvSpPr>
          <p:cNvPr id="48"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MODEL PEMBELAJARAN</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500" b="1" dirty="0">
                <a:solidFill>
                  <a:srgbClr val="F3F7FC"/>
                </a:solidFill>
                <a:latin typeface="Noto Sans" pitchFamily="34" charset="0"/>
                <a:ea typeface="Noto Sans" pitchFamily="34" charset="-122"/>
                <a:cs typeface="Noto Sans" pitchFamily="34" charset="-120"/>
              </a:rPr>
              <a:t>Enam tahap Project Based Learning</a:t>
            </a:r>
            <a:endParaRPr lang="en-US" sz="25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Tahapan ini memandu proses dari pertanyaan awal sampai evaluasi pengalaman belajar.</a:t>
            </a:r>
            <a:endParaRPr lang="en-US" sz="1100" dirty="0"/>
          </a:p>
        </p:txBody>
      </p:sp>
      <p:sp>
        <p:nvSpPr>
          <p:cNvPr id="11" name="Shape 9"/>
          <p:cNvSpPr/>
          <p:nvPr/>
        </p:nvSpPr>
        <p:spPr>
          <a:xfrm>
            <a:off x="777240" y="1719072"/>
            <a:ext cx="3337560" cy="1627632"/>
          </a:xfrm>
          <a:prstGeom prst="roundRect">
            <a:avLst>
              <a:gd name="adj" fmla="val 6742"/>
            </a:avLst>
          </a:prstGeom>
          <a:solidFill>
            <a:srgbClr val="131E33"/>
          </a:solidFill>
          <a:ln w="10160">
            <a:solidFill>
              <a:srgbClr val="42E0CB"/>
            </a:solidFill>
            <a:prstDash val="solid"/>
          </a:ln>
        </p:spPr>
      </p:sp>
      <p:sp>
        <p:nvSpPr>
          <p:cNvPr id="12" name="Text 10"/>
          <p:cNvSpPr txBox="1"/>
          <p:nvPr/>
        </p:nvSpPr>
        <p:spPr>
          <a:xfrm>
            <a:off x="978408" y="1883664"/>
            <a:ext cx="384048" cy="457200"/>
          </a:xfrm>
          <a:prstGeom prst="rect">
            <a:avLst/>
          </a:prstGeom>
          <a:noFill/>
          <a:ln/>
        </p:spPr>
        <p:txBody>
          <a:bodyPr wrap="square" lIns="381" tIns="381" rIns="381" bIns="381" rtlCol="0" anchor="ctr">
            <a:normAutofit/>
          </a:bodyPr>
          <a:lstStyle/>
          <a:p>
            <a:pPr marL="0" indent="0" algn="l">
              <a:buNone/>
            </a:pPr>
            <a:r>
              <a:rPr lang="en-US" sz="2800" b="1" dirty="0">
                <a:solidFill>
                  <a:srgbClr val="42E0CB"/>
                </a:solidFill>
                <a:latin typeface="Noto Sans" pitchFamily="34" charset="0"/>
                <a:ea typeface="Noto Sans" pitchFamily="34" charset="-122"/>
                <a:cs typeface="Noto Sans" pitchFamily="34" charset="-120"/>
              </a:rPr>
              <a:t>1</a:t>
            </a:r>
            <a:endParaRPr lang="en-US" sz="2800" dirty="0"/>
          </a:p>
        </p:txBody>
      </p:sp>
      <p:sp>
        <p:nvSpPr>
          <p:cNvPr id="13" name="Text 11"/>
          <p:cNvSpPr txBox="1"/>
          <p:nvPr/>
        </p:nvSpPr>
        <p:spPr>
          <a:xfrm>
            <a:off x="1508760" y="1883664"/>
            <a:ext cx="2286000" cy="365760"/>
          </a:xfrm>
          <a:prstGeom prst="rect">
            <a:avLst/>
          </a:prstGeom>
          <a:noFill/>
          <a:ln/>
        </p:spPr>
        <p:txBody>
          <a:bodyPr wrap="square" lIns="381" tIns="381" rIns="381" bIns="381" rtlCol="0" anchor="ctr">
            <a:normAutofit/>
          </a:bodyPr>
          <a:lstStyle/>
          <a:p>
            <a:pPr marL="0" indent="0" algn="l">
              <a:buNone/>
            </a:pPr>
            <a:r>
              <a:rPr lang="en-US" sz="1330" b="1" dirty="0">
                <a:solidFill>
                  <a:srgbClr val="F3F7FC"/>
                </a:solidFill>
                <a:latin typeface="Noto Sans" pitchFamily="34" charset="0"/>
                <a:ea typeface="Noto Sans" pitchFamily="34" charset="-122"/>
                <a:cs typeface="Noto Sans" pitchFamily="34" charset="-120"/>
              </a:rPr>
              <a:t>Pertanyaan mendasar</a:t>
            </a:r>
            <a:endParaRPr lang="en-US" sz="1330" dirty="0"/>
          </a:p>
        </p:txBody>
      </p:sp>
      <p:sp>
        <p:nvSpPr>
          <p:cNvPr id="14" name="Text 12"/>
          <p:cNvSpPr txBox="1"/>
          <p:nvPr/>
        </p:nvSpPr>
        <p:spPr>
          <a:xfrm>
            <a:off x="1508760" y="2359152"/>
            <a:ext cx="2313432" cy="566928"/>
          </a:xfrm>
          <a:prstGeom prst="rect">
            <a:avLst/>
          </a:prstGeom>
          <a:noFill/>
          <a:ln/>
        </p:spPr>
        <p:txBody>
          <a:bodyPr wrap="square" lIns="381" tIns="381" rIns="381" bIns="381" rtlCol="0" anchor="t">
            <a:normAutofit/>
          </a:bodyPr>
          <a:lstStyle/>
          <a:p>
            <a:pPr marL="0" indent="0" algn="l">
              <a:buNone/>
            </a:pPr>
            <a:r>
              <a:rPr lang="en-US" sz="1080" dirty="0">
                <a:solidFill>
                  <a:srgbClr val="B7C4D8"/>
                </a:solidFill>
                <a:latin typeface="Noto Sans" pitchFamily="34" charset="0"/>
                <a:ea typeface="Noto Sans" pitchFamily="34" charset="-122"/>
                <a:cs typeface="Noto Sans" pitchFamily="34" charset="-120"/>
              </a:rPr>
              <a:t>Masalah papan informasi digital untuk kelas.</a:t>
            </a:r>
            <a:endParaRPr lang="en-US" sz="1080" dirty="0"/>
          </a:p>
        </p:txBody>
      </p:sp>
      <p:sp>
        <p:nvSpPr>
          <p:cNvPr id="15" name="Shape 13"/>
          <p:cNvSpPr/>
          <p:nvPr/>
        </p:nvSpPr>
        <p:spPr>
          <a:xfrm>
            <a:off x="4507992" y="1719072"/>
            <a:ext cx="3337560" cy="1627632"/>
          </a:xfrm>
          <a:prstGeom prst="roundRect">
            <a:avLst>
              <a:gd name="adj" fmla="val 6742"/>
            </a:avLst>
          </a:prstGeom>
          <a:solidFill>
            <a:srgbClr val="131E33"/>
          </a:solidFill>
          <a:ln w="10160">
            <a:solidFill>
              <a:srgbClr val="FFB45E"/>
            </a:solidFill>
            <a:prstDash val="solid"/>
          </a:ln>
        </p:spPr>
      </p:sp>
      <p:sp>
        <p:nvSpPr>
          <p:cNvPr id="16" name="Text 14"/>
          <p:cNvSpPr txBox="1"/>
          <p:nvPr/>
        </p:nvSpPr>
        <p:spPr>
          <a:xfrm>
            <a:off x="4709160" y="1883664"/>
            <a:ext cx="384048" cy="457200"/>
          </a:xfrm>
          <a:prstGeom prst="rect">
            <a:avLst/>
          </a:prstGeom>
          <a:noFill/>
          <a:ln/>
        </p:spPr>
        <p:txBody>
          <a:bodyPr wrap="square" lIns="381" tIns="381" rIns="381" bIns="381" rtlCol="0" anchor="ctr">
            <a:normAutofit/>
          </a:bodyPr>
          <a:lstStyle/>
          <a:p>
            <a:pPr marL="0" indent="0" algn="l">
              <a:buNone/>
            </a:pPr>
            <a:r>
              <a:rPr lang="en-US" sz="2800" b="1" dirty="0">
                <a:solidFill>
                  <a:srgbClr val="FFB45E"/>
                </a:solidFill>
                <a:latin typeface="Noto Sans" pitchFamily="34" charset="0"/>
                <a:ea typeface="Noto Sans" pitchFamily="34" charset="-122"/>
                <a:cs typeface="Noto Sans" pitchFamily="34" charset="-120"/>
              </a:rPr>
              <a:t>2</a:t>
            </a:r>
            <a:endParaRPr lang="en-US" sz="2800" dirty="0"/>
          </a:p>
        </p:txBody>
      </p:sp>
      <p:sp>
        <p:nvSpPr>
          <p:cNvPr id="17" name="Text 15"/>
          <p:cNvSpPr txBox="1"/>
          <p:nvPr/>
        </p:nvSpPr>
        <p:spPr>
          <a:xfrm>
            <a:off x="5239512" y="1883664"/>
            <a:ext cx="2286000" cy="365760"/>
          </a:xfrm>
          <a:prstGeom prst="rect">
            <a:avLst/>
          </a:prstGeom>
          <a:noFill/>
          <a:ln/>
        </p:spPr>
        <p:txBody>
          <a:bodyPr wrap="square" lIns="381" tIns="381" rIns="381" bIns="381" rtlCol="0" anchor="ctr">
            <a:normAutofit/>
          </a:bodyPr>
          <a:lstStyle/>
          <a:p>
            <a:pPr marL="0" indent="0" algn="l">
              <a:buNone/>
            </a:pPr>
            <a:r>
              <a:rPr lang="en-US" sz="1330" b="1" dirty="0">
                <a:solidFill>
                  <a:srgbClr val="F3F7FC"/>
                </a:solidFill>
                <a:latin typeface="Noto Sans" pitchFamily="34" charset="0"/>
                <a:ea typeface="Noto Sans" pitchFamily="34" charset="-122"/>
                <a:cs typeface="Noto Sans" pitchFamily="34" charset="-120"/>
              </a:rPr>
              <a:t>Desain perencanaan</a:t>
            </a:r>
            <a:endParaRPr lang="en-US" sz="1330" dirty="0"/>
          </a:p>
        </p:txBody>
      </p:sp>
      <p:sp>
        <p:nvSpPr>
          <p:cNvPr id="18" name="Text 16"/>
          <p:cNvSpPr txBox="1"/>
          <p:nvPr/>
        </p:nvSpPr>
        <p:spPr>
          <a:xfrm>
            <a:off x="5239512" y="2359152"/>
            <a:ext cx="2313432" cy="566928"/>
          </a:xfrm>
          <a:prstGeom prst="rect">
            <a:avLst/>
          </a:prstGeom>
          <a:noFill/>
          <a:ln/>
        </p:spPr>
        <p:txBody>
          <a:bodyPr wrap="square" lIns="381" tIns="381" rIns="381" bIns="381" rtlCol="0" anchor="t">
            <a:normAutofit/>
          </a:bodyPr>
          <a:lstStyle/>
          <a:p>
            <a:pPr marL="0" indent="0" algn="l">
              <a:buNone/>
            </a:pPr>
            <a:r>
              <a:rPr lang="en-US" sz="1080" dirty="0">
                <a:solidFill>
                  <a:srgbClr val="B7C4D8"/>
                </a:solidFill>
                <a:latin typeface="Noto Sans" pitchFamily="34" charset="0"/>
                <a:ea typeface="Noto Sans" pitchFamily="34" charset="-122"/>
                <a:cs typeface="Noto Sans" pitchFamily="34" charset="-120"/>
              </a:rPr>
              <a:t>Tentukan tema, pesan, efek, komponen.</a:t>
            </a:r>
            <a:endParaRPr lang="en-US" sz="1080" dirty="0"/>
          </a:p>
        </p:txBody>
      </p:sp>
      <p:sp>
        <p:nvSpPr>
          <p:cNvPr id="19" name="Shape 17"/>
          <p:cNvSpPr/>
          <p:nvPr/>
        </p:nvSpPr>
        <p:spPr>
          <a:xfrm>
            <a:off x="8238744" y="1719072"/>
            <a:ext cx="3337560" cy="1627632"/>
          </a:xfrm>
          <a:prstGeom prst="roundRect">
            <a:avLst>
              <a:gd name="adj" fmla="val 6742"/>
            </a:avLst>
          </a:prstGeom>
          <a:solidFill>
            <a:srgbClr val="131E33"/>
          </a:solidFill>
          <a:ln w="10160">
            <a:solidFill>
              <a:srgbClr val="8FE3A1"/>
            </a:solidFill>
            <a:prstDash val="solid"/>
          </a:ln>
        </p:spPr>
      </p:sp>
      <p:sp>
        <p:nvSpPr>
          <p:cNvPr id="20" name="Text 18"/>
          <p:cNvSpPr txBox="1"/>
          <p:nvPr/>
        </p:nvSpPr>
        <p:spPr>
          <a:xfrm>
            <a:off x="8439912" y="1883664"/>
            <a:ext cx="384048" cy="457200"/>
          </a:xfrm>
          <a:prstGeom prst="rect">
            <a:avLst/>
          </a:prstGeom>
          <a:noFill/>
          <a:ln/>
        </p:spPr>
        <p:txBody>
          <a:bodyPr wrap="square" lIns="381" tIns="381" rIns="381" bIns="381" rtlCol="0" anchor="ctr">
            <a:normAutofit/>
          </a:bodyPr>
          <a:lstStyle/>
          <a:p>
            <a:pPr marL="0" indent="0" algn="l">
              <a:buNone/>
            </a:pPr>
            <a:r>
              <a:rPr lang="en-US" sz="2800" b="1" dirty="0">
                <a:solidFill>
                  <a:srgbClr val="8FE3A1"/>
                </a:solidFill>
                <a:latin typeface="Noto Sans" pitchFamily="34" charset="0"/>
                <a:ea typeface="Noto Sans" pitchFamily="34" charset="-122"/>
                <a:cs typeface="Noto Sans" pitchFamily="34" charset="-120"/>
              </a:rPr>
              <a:t>3</a:t>
            </a:r>
            <a:endParaRPr lang="en-US" sz="2800" dirty="0"/>
          </a:p>
        </p:txBody>
      </p:sp>
      <p:sp>
        <p:nvSpPr>
          <p:cNvPr id="21" name="Text 19"/>
          <p:cNvSpPr txBox="1"/>
          <p:nvPr/>
        </p:nvSpPr>
        <p:spPr>
          <a:xfrm>
            <a:off x="8970264" y="1883664"/>
            <a:ext cx="2286000" cy="365760"/>
          </a:xfrm>
          <a:prstGeom prst="rect">
            <a:avLst/>
          </a:prstGeom>
          <a:noFill/>
          <a:ln/>
        </p:spPr>
        <p:txBody>
          <a:bodyPr wrap="square" lIns="381" tIns="381" rIns="381" bIns="381" rtlCol="0" anchor="ctr">
            <a:normAutofit/>
          </a:bodyPr>
          <a:lstStyle/>
          <a:p>
            <a:pPr marL="0" indent="0" algn="l">
              <a:buNone/>
            </a:pPr>
            <a:r>
              <a:rPr lang="en-US" sz="1330" b="1" dirty="0">
                <a:solidFill>
                  <a:srgbClr val="F3F7FC"/>
                </a:solidFill>
                <a:latin typeface="Noto Sans" pitchFamily="34" charset="0"/>
                <a:ea typeface="Noto Sans" pitchFamily="34" charset="-122"/>
                <a:cs typeface="Noto Sans" pitchFamily="34" charset="-120"/>
              </a:rPr>
              <a:t>Jadwal &amp; pengembangan</a:t>
            </a:r>
            <a:endParaRPr lang="en-US" sz="1330" dirty="0"/>
          </a:p>
        </p:txBody>
      </p:sp>
      <p:sp>
        <p:nvSpPr>
          <p:cNvPr id="22" name="Text 20"/>
          <p:cNvSpPr txBox="1"/>
          <p:nvPr/>
        </p:nvSpPr>
        <p:spPr>
          <a:xfrm>
            <a:off x="8970264" y="2359152"/>
            <a:ext cx="2313432" cy="566928"/>
          </a:xfrm>
          <a:prstGeom prst="rect">
            <a:avLst/>
          </a:prstGeom>
          <a:noFill/>
          <a:ln/>
        </p:spPr>
        <p:txBody>
          <a:bodyPr wrap="square" lIns="381" tIns="381" rIns="381" bIns="381" rtlCol="0" anchor="t">
            <a:normAutofit/>
          </a:bodyPr>
          <a:lstStyle/>
          <a:p>
            <a:pPr marL="0" indent="0" algn="l">
              <a:buNone/>
            </a:pPr>
            <a:r>
              <a:rPr lang="en-US" sz="1080" dirty="0">
                <a:solidFill>
                  <a:srgbClr val="B7C4D8"/>
                </a:solidFill>
                <a:latin typeface="Noto Sans" pitchFamily="34" charset="0"/>
                <a:ea typeface="Noto Sans" pitchFamily="34" charset="-122"/>
                <a:cs typeface="Noto Sans" pitchFamily="34" charset="-120"/>
              </a:rPr>
              <a:t>Tetapkan target dan mulai membangun proyek.</a:t>
            </a:r>
            <a:endParaRPr lang="en-US" sz="1080" dirty="0"/>
          </a:p>
        </p:txBody>
      </p:sp>
      <p:sp>
        <p:nvSpPr>
          <p:cNvPr id="23" name="Shape 21"/>
          <p:cNvSpPr/>
          <p:nvPr/>
        </p:nvSpPr>
        <p:spPr>
          <a:xfrm>
            <a:off x="777240" y="3657600"/>
            <a:ext cx="3337560" cy="1627632"/>
          </a:xfrm>
          <a:prstGeom prst="roundRect">
            <a:avLst>
              <a:gd name="adj" fmla="val 6742"/>
            </a:avLst>
          </a:prstGeom>
          <a:solidFill>
            <a:srgbClr val="131E33"/>
          </a:solidFill>
          <a:ln w="10160">
            <a:solidFill>
              <a:srgbClr val="F4D66E"/>
            </a:solidFill>
            <a:prstDash val="solid"/>
          </a:ln>
        </p:spPr>
      </p:sp>
      <p:sp>
        <p:nvSpPr>
          <p:cNvPr id="24" name="Text 22"/>
          <p:cNvSpPr txBox="1"/>
          <p:nvPr/>
        </p:nvSpPr>
        <p:spPr>
          <a:xfrm>
            <a:off x="978408" y="3822192"/>
            <a:ext cx="384048" cy="457200"/>
          </a:xfrm>
          <a:prstGeom prst="rect">
            <a:avLst/>
          </a:prstGeom>
          <a:noFill/>
          <a:ln/>
        </p:spPr>
        <p:txBody>
          <a:bodyPr wrap="square" lIns="381" tIns="381" rIns="381" bIns="381" rtlCol="0" anchor="ctr">
            <a:normAutofit/>
          </a:bodyPr>
          <a:lstStyle/>
          <a:p>
            <a:pPr marL="0" indent="0" algn="l">
              <a:buNone/>
            </a:pPr>
            <a:r>
              <a:rPr lang="en-US" sz="2800" b="1" dirty="0">
                <a:solidFill>
                  <a:srgbClr val="F4D66E"/>
                </a:solidFill>
                <a:latin typeface="Noto Sans" pitchFamily="34" charset="0"/>
                <a:ea typeface="Noto Sans" pitchFamily="34" charset="-122"/>
                <a:cs typeface="Noto Sans" pitchFamily="34" charset="-120"/>
              </a:rPr>
              <a:t>4</a:t>
            </a:r>
            <a:endParaRPr lang="en-US" sz="2800" dirty="0"/>
          </a:p>
        </p:txBody>
      </p:sp>
      <p:sp>
        <p:nvSpPr>
          <p:cNvPr id="25" name="Text 23"/>
          <p:cNvSpPr txBox="1"/>
          <p:nvPr/>
        </p:nvSpPr>
        <p:spPr>
          <a:xfrm>
            <a:off x="1508760" y="3822192"/>
            <a:ext cx="2286000" cy="365760"/>
          </a:xfrm>
          <a:prstGeom prst="rect">
            <a:avLst/>
          </a:prstGeom>
          <a:noFill/>
          <a:ln/>
        </p:spPr>
        <p:txBody>
          <a:bodyPr wrap="square" lIns="381" tIns="381" rIns="381" bIns="381" rtlCol="0" anchor="ctr">
            <a:normAutofit/>
          </a:bodyPr>
          <a:lstStyle/>
          <a:p>
            <a:pPr marL="0" indent="0" algn="l">
              <a:buNone/>
            </a:pPr>
            <a:r>
              <a:rPr lang="en-US" sz="1330" b="1" dirty="0">
                <a:solidFill>
                  <a:srgbClr val="F3F7FC"/>
                </a:solidFill>
                <a:latin typeface="Noto Sans" pitchFamily="34" charset="0"/>
                <a:ea typeface="Noto Sans" pitchFamily="34" charset="-122"/>
                <a:cs typeface="Noto Sans" pitchFamily="34" charset="-120"/>
              </a:rPr>
              <a:t>Monitoring proyek</a:t>
            </a:r>
            <a:endParaRPr lang="en-US" sz="1330" dirty="0"/>
          </a:p>
        </p:txBody>
      </p:sp>
      <p:sp>
        <p:nvSpPr>
          <p:cNvPr id="26" name="Text 24"/>
          <p:cNvSpPr txBox="1"/>
          <p:nvPr/>
        </p:nvSpPr>
        <p:spPr>
          <a:xfrm>
            <a:off x="1508760" y="4297680"/>
            <a:ext cx="2313432" cy="566928"/>
          </a:xfrm>
          <a:prstGeom prst="rect">
            <a:avLst/>
          </a:prstGeom>
          <a:noFill/>
          <a:ln/>
        </p:spPr>
        <p:txBody>
          <a:bodyPr wrap="square" lIns="381" tIns="381" rIns="381" bIns="381" rtlCol="0" anchor="t">
            <a:normAutofit/>
          </a:bodyPr>
          <a:lstStyle/>
          <a:p>
            <a:pPr marL="0" indent="0" algn="l">
              <a:buNone/>
            </a:pPr>
            <a:r>
              <a:rPr lang="en-US" sz="1080" dirty="0">
                <a:solidFill>
                  <a:srgbClr val="B7C4D8"/>
                </a:solidFill>
                <a:latin typeface="Noto Sans" pitchFamily="34" charset="0"/>
                <a:ea typeface="Noto Sans" pitchFamily="34" charset="-122"/>
                <a:cs typeface="Noto Sans" pitchFamily="34" charset="-120"/>
              </a:rPr>
              <a:t>Catat error, perbaiki, uji ulang.</a:t>
            </a:r>
            <a:endParaRPr lang="en-US" sz="1080" dirty="0"/>
          </a:p>
        </p:txBody>
      </p:sp>
      <p:sp>
        <p:nvSpPr>
          <p:cNvPr id="27" name="Shape 25"/>
          <p:cNvSpPr/>
          <p:nvPr/>
        </p:nvSpPr>
        <p:spPr>
          <a:xfrm>
            <a:off x="4507992" y="3657600"/>
            <a:ext cx="3337560" cy="1627632"/>
          </a:xfrm>
          <a:prstGeom prst="roundRect">
            <a:avLst>
              <a:gd name="adj" fmla="val 6742"/>
            </a:avLst>
          </a:prstGeom>
          <a:solidFill>
            <a:srgbClr val="131E33"/>
          </a:solidFill>
          <a:ln w="10160">
            <a:solidFill>
              <a:srgbClr val="A4F5E8"/>
            </a:solidFill>
            <a:prstDash val="solid"/>
          </a:ln>
        </p:spPr>
      </p:sp>
      <p:sp>
        <p:nvSpPr>
          <p:cNvPr id="28" name="Text 26"/>
          <p:cNvSpPr txBox="1"/>
          <p:nvPr/>
        </p:nvSpPr>
        <p:spPr>
          <a:xfrm>
            <a:off x="4709160" y="3822192"/>
            <a:ext cx="384048" cy="457200"/>
          </a:xfrm>
          <a:prstGeom prst="rect">
            <a:avLst/>
          </a:prstGeom>
          <a:noFill/>
          <a:ln/>
        </p:spPr>
        <p:txBody>
          <a:bodyPr wrap="square" lIns="381" tIns="381" rIns="381" bIns="381" rtlCol="0" anchor="ctr">
            <a:normAutofit/>
          </a:bodyPr>
          <a:lstStyle/>
          <a:p>
            <a:pPr marL="0" indent="0" algn="l">
              <a:buNone/>
            </a:pPr>
            <a:r>
              <a:rPr lang="en-US" sz="2800" b="1" dirty="0">
                <a:solidFill>
                  <a:srgbClr val="A4F5E8"/>
                </a:solidFill>
                <a:latin typeface="Noto Sans" pitchFamily="34" charset="0"/>
                <a:ea typeface="Noto Sans" pitchFamily="34" charset="-122"/>
                <a:cs typeface="Noto Sans" pitchFamily="34" charset="-120"/>
              </a:rPr>
              <a:t>5</a:t>
            </a:r>
            <a:endParaRPr lang="en-US" sz="2800" dirty="0"/>
          </a:p>
        </p:txBody>
      </p:sp>
      <p:sp>
        <p:nvSpPr>
          <p:cNvPr id="29" name="Text 27"/>
          <p:cNvSpPr txBox="1"/>
          <p:nvPr/>
        </p:nvSpPr>
        <p:spPr>
          <a:xfrm>
            <a:off x="5239512" y="3822192"/>
            <a:ext cx="2286000" cy="365760"/>
          </a:xfrm>
          <a:prstGeom prst="rect">
            <a:avLst/>
          </a:prstGeom>
          <a:noFill/>
          <a:ln/>
        </p:spPr>
        <p:txBody>
          <a:bodyPr wrap="square" lIns="381" tIns="381" rIns="381" bIns="381" rtlCol="0" anchor="ctr">
            <a:normAutofit/>
          </a:bodyPr>
          <a:lstStyle/>
          <a:p>
            <a:pPr marL="0" indent="0" algn="l">
              <a:buNone/>
            </a:pPr>
            <a:r>
              <a:rPr lang="en-US" sz="1330" b="1" dirty="0">
                <a:solidFill>
                  <a:srgbClr val="F3F7FC"/>
                </a:solidFill>
                <a:latin typeface="Noto Sans" pitchFamily="34" charset="0"/>
                <a:ea typeface="Noto Sans" pitchFamily="34" charset="-122"/>
                <a:cs typeface="Noto Sans" pitchFamily="34" charset="-120"/>
              </a:rPr>
              <a:t>Uji hasil</a:t>
            </a:r>
            <a:endParaRPr lang="en-US" sz="1330" dirty="0"/>
          </a:p>
        </p:txBody>
      </p:sp>
      <p:sp>
        <p:nvSpPr>
          <p:cNvPr id="30" name="Text 28"/>
          <p:cNvSpPr txBox="1"/>
          <p:nvPr/>
        </p:nvSpPr>
        <p:spPr>
          <a:xfrm>
            <a:off x="5239512" y="4297680"/>
            <a:ext cx="2313432" cy="566928"/>
          </a:xfrm>
          <a:prstGeom prst="rect">
            <a:avLst/>
          </a:prstGeom>
          <a:noFill/>
          <a:ln/>
        </p:spPr>
        <p:txBody>
          <a:bodyPr wrap="square" lIns="381" tIns="381" rIns="381" bIns="381" rtlCol="0" anchor="t">
            <a:normAutofit/>
          </a:bodyPr>
          <a:lstStyle/>
          <a:p>
            <a:pPr marL="0" indent="0" algn="l">
              <a:buNone/>
            </a:pPr>
            <a:r>
              <a:rPr lang="en-US" sz="1080" dirty="0">
                <a:solidFill>
                  <a:srgbClr val="B7C4D8"/>
                </a:solidFill>
                <a:latin typeface="Noto Sans" pitchFamily="34" charset="0"/>
                <a:ea typeface="Noto Sans" pitchFamily="34" charset="-122"/>
                <a:cs typeface="Noto Sans" pitchFamily="34" charset="-120"/>
              </a:rPr>
              <a:t>Demonstrasikan dan dapatkan umpan balik.</a:t>
            </a:r>
            <a:endParaRPr lang="en-US" sz="1080" dirty="0"/>
          </a:p>
        </p:txBody>
      </p:sp>
      <p:sp>
        <p:nvSpPr>
          <p:cNvPr id="31" name="Shape 29"/>
          <p:cNvSpPr/>
          <p:nvPr/>
        </p:nvSpPr>
        <p:spPr>
          <a:xfrm>
            <a:off x="8238744" y="3657600"/>
            <a:ext cx="3337560" cy="1627632"/>
          </a:xfrm>
          <a:prstGeom prst="roundRect">
            <a:avLst>
              <a:gd name="adj" fmla="val 6742"/>
            </a:avLst>
          </a:prstGeom>
          <a:solidFill>
            <a:srgbClr val="131E33"/>
          </a:solidFill>
          <a:ln w="10160">
            <a:solidFill>
              <a:srgbClr val="FFB45E"/>
            </a:solidFill>
            <a:prstDash val="solid"/>
          </a:ln>
        </p:spPr>
      </p:sp>
      <p:sp>
        <p:nvSpPr>
          <p:cNvPr id="32" name="Text 30"/>
          <p:cNvSpPr txBox="1"/>
          <p:nvPr/>
        </p:nvSpPr>
        <p:spPr>
          <a:xfrm>
            <a:off x="8439912" y="3822192"/>
            <a:ext cx="384048" cy="457200"/>
          </a:xfrm>
          <a:prstGeom prst="rect">
            <a:avLst/>
          </a:prstGeom>
          <a:noFill/>
          <a:ln/>
        </p:spPr>
        <p:txBody>
          <a:bodyPr wrap="square" lIns="381" tIns="381" rIns="381" bIns="381" rtlCol="0" anchor="ctr">
            <a:normAutofit/>
          </a:bodyPr>
          <a:lstStyle/>
          <a:p>
            <a:pPr marL="0" indent="0" algn="l">
              <a:buNone/>
            </a:pPr>
            <a:r>
              <a:rPr lang="en-US" sz="2800" b="1" dirty="0">
                <a:solidFill>
                  <a:srgbClr val="FFB45E"/>
                </a:solidFill>
                <a:latin typeface="Noto Sans" pitchFamily="34" charset="0"/>
                <a:ea typeface="Noto Sans" pitchFamily="34" charset="-122"/>
                <a:cs typeface="Noto Sans" pitchFamily="34" charset="-120"/>
              </a:rPr>
              <a:t>6</a:t>
            </a:r>
            <a:endParaRPr lang="en-US" sz="2800" dirty="0"/>
          </a:p>
        </p:txBody>
      </p:sp>
      <p:sp>
        <p:nvSpPr>
          <p:cNvPr id="33" name="Text 31"/>
          <p:cNvSpPr txBox="1"/>
          <p:nvPr/>
        </p:nvSpPr>
        <p:spPr>
          <a:xfrm>
            <a:off x="8970264" y="3822192"/>
            <a:ext cx="2286000" cy="365760"/>
          </a:xfrm>
          <a:prstGeom prst="rect">
            <a:avLst/>
          </a:prstGeom>
          <a:noFill/>
          <a:ln/>
        </p:spPr>
        <p:txBody>
          <a:bodyPr wrap="square" lIns="381" tIns="381" rIns="381" bIns="381" rtlCol="0" anchor="ctr">
            <a:normAutofit/>
          </a:bodyPr>
          <a:lstStyle/>
          <a:p>
            <a:pPr marL="0" indent="0" algn="l">
              <a:buNone/>
            </a:pPr>
            <a:r>
              <a:rPr lang="en-US" sz="1330" b="1" dirty="0">
                <a:solidFill>
                  <a:srgbClr val="F3F7FC"/>
                </a:solidFill>
                <a:latin typeface="Noto Sans" pitchFamily="34" charset="0"/>
                <a:ea typeface="Noto Sans" pitchFamily="34" charset="-122"/>
                <a:cs typeface="Noto Sans" pitchFamily="34" charset="-120"/>
              </a:rPr>
              <a:t>Evaluasi pengalaman</a:t>
            </a:r>
            <a:endParaRPr lang="en-US" sz="1330" dirty="0"/>
          </a:p>
        </p:txBody>
      </p:sp>
      <p:sp>
        <p:nvSpPr>
          <p:cNvPr id="34" name="Text 32"/>
          <p:cNvSpPr txBox="1"/>
          <p:nvPr/>
        </p:nvSpPr>
        <p:spPr>
          <a:xfrm>
            <a:off x="8970264" y="4297680"/>
            <a:ext cx="2313432" cy="566928"/>
          </a:xfrm>
          <a:prstGeom prst="rect">
            <a:avLst/>
          </a:prstGeom>
          <a:noFill/>
          <a:ln/>
        </p:spPr>
        <p:txBody>
          <a:bodyPr wrap="square" lIns="381" tIns="381" rIns="381" bIns="381" rtlCol="0" anchor="t">
            <a:normAutofit/>
          </a:bodyPr>
          <a:lstStyle/>
          <a:p>
            <a:pPr marL="0" indent="0" algn="l">
              <a:buNone/>
            </a:pPr>
            <a:r>
              <a:rPr lang="en-US" sz="1080" dirty="0">
                <a:solidFill>
                  <a:srgbClr val="B7C4D8"/>
                </a:solidFill>
                <a:latin typeface="Noto Sans" pitchFamily="34" charset="0"/>
                <a:ea typeface="Noto Sans" pitchFamily="34" charset="-122"/>
                <a:cs typeface="Noto Sans" pitchFamily="34" charset="-120"/>
              </a:rPr>
              <a:t>Refleksi proses, hasil, dan manfaat.</a:t>
            </a:r>
            <a:endParaRPr lang="en-US" sz="1080" dirty="0"/>
          </a:p>
        </p:txBody>
      </p:sp>
      <p:sp>
        <p:nvSpPr>
          <p:cNvPr id="35" name="Text 33"/>
          <p:cNvSpPr txBox="1"/>
          <p:nvPr/>
        </p:nvSpPr>
        <p:spPr>
          <a:xfrm>
            <a:off x="841248" y="5897880"/>
            <a:ext cx="10332720" cy="301752"/>
          </a:xfrm>
          <a:prstGeom prst="rect">
            <a:avLst/>
          </a:prstGeom>
          <a:noFill/>
          <a:ln/>
        </p:spPr>
        <p:txBody>
          <a:bodyPr wrap="square" lIns="381" tIns="381" rIns="381" bIns="381" rtlCol="0" anchor="ctr">
            <a:normAutofit/>
          </a:bodyPr>
          <a:lstStyle/>
          <a:p>
            <a:pPr marL="0" indent="0" algn="ctr">
              <a:buNone/>
            </a:pPr>
            <a:r>
              <a:rPr lang="en-US" sz="1150" dirty="0">
                <a:solidFill>
                  <a:srgbClr val="A4F5E8"/>
                </a:solidFill>
                <a:latin typeface="Noto Sans" pitchFamily="34" charset="0"/>
                <a:ea typeface="Noto Sans" pitchFamily="34" charset="-122"/>
                <a:cs typeface="Noto Sans" pitchFamily="34" charset="-120"/>
              </a:rPr>
              <a:t>PjBL • diskusi • demonstrasi • praktik langsung • presentasi • tanya jawab • refleksi</a:t>
            </a:r>
            <a:endParaRPr lang="en-US" sz="1150" dirty="0"/>
          </a:p>
        </p:txBody>
      </p:sp>
      <p:sp>
        <p:nvSpPr>
          <p:cNvPr id="36"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EKSPERIMEN • LKPD C</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300" b="1" dirty="0">
                <a:solidFill>
                  <a:srgbClr val="F3F7FC"/>
                </a:solidFill>
                <a:latin typeface="Noto Sans" pitchFamily="34" charset="0"/>
                <a:ea typeface="Noto Sans" pitchFamily="34" charset="-122"/>
                <a:cs typeface="Noto Sans" pitchFamily="34" charset="-120"/>
              </a:rPr>
              <a:t>Pertemuan 2 — ubah parameter, amati dampaknya</a:t>
            </a:r>
            <a:endParaRPr lang="en-US" sz="23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Lakukan satu perubahan pada satu waktu agar pengaruhnya mudah dibandingkan.</a:t>
            </a:r>
            <a:endParaRPr lang="en-US" sz="1100" dirty="0"/>
          </a:p>
        </p:txBody>
      </p:sp>
      <p:sp>
        <p:nvSpPr>
          <p:cNvPr id="11" name="Shape 9"/>
          <p:cNvSpPr/>
          <p:nvPr/>
        </p:nvSpPr>
        <p:spPr>
          <a:xfrm>
            <a:off x="768096" y="1737360"/>
            <a:ext cx="5074920" cy="1627632"/>
          </a:xfrm>
          <a:prstGeom prst="roundRect">
            <a:avLst>
              <a:gd name="adj" fmla="val 6742"/>
            </a:avLst>
          </a:prstGeom>
          <a:solidFill>
            <a:srgbClr val="131E33"/>
          </a:solidFill>
          <a:ln w="10160">
            <a:solidFill>
              <a:srgbClr val="42E0CB"/>
            </a:solidFill>
            <a:prstDash val="solid"/>
          </a:ln>
        </p:spPr>
      </p:sp>
      <p:sp>
        <p:nvSpPr>
          <p:cNvPr id="12" name="Shape 10"/>
          <p:cNvSpPr/>
          <p:nvPr/>
        </p:nvSpPr>
        <p:spPr>
          <a:xfrm>
            <a:off x="969264" y="1920240"/>
            <a:ext cx="1280160" cy="292608"/>
          </a:xfrm>
          <a:prstGeom prst="roundRect">
            <a:avLst>
              <a:gd name="adj" fmla="val 37500"/>
            </a:avLst>
          </a:prstGeom>
          <a:solidFill>
            <a:srgbClr val="42E0CB">
              <a:alpha val="16000"/>
            </a:srgbClr>
          </a:solidFill>
          <a:ln w="10160">
            <a:solidFill>
              <a:srgbClr val="42E0CB">
                <a:alpha val="80000"/>
              </a:srgbClr>
            </a:solidFill>
            <a:prstDash val="solid"/>
          </a:ln>
        </p:spPr>
      </p:sp>
      <p:sp>
        <p:nvSpPr>
          <p:cNvPr id="13" name="Text 11"/>
          <p:cNvSpPr txBox="1"/>
          <p:nvPr/>
        </p:nvSpPr>
        <p:spPr>
          <a:xfrm>
            <a:off x="1051560" y="1933956"/>
            <a:ext cx="1115568" cy="256032"/>
          </a:xfrm>
          <a:prstGeom prst="rect">
            <a:avLst/>
          </a:prstGeom>
          <a:noFill/>
          <a:ln/>
        </p:spPr>
        <p:txBody>
          <a:bodyPr wrap="square" lIns="381" tIns="381" rIns="381" bIns="381" rtlCol="0" anchor="ctr">
            <a:normAutofit/>
          </a:bodyPr>
          <a:lstStyle/>
          <a:p>
            <a:pPr marL="0" indent="0" algn="ctr">
              <a:buNone/>
            </a:pPr>
            <a:r>
              <a:rPr lang="en-US" sz="900" b="1" dirty="0">
                <a:solidFill>
                  <a:srgbClr val="42E0CB"/>
                </a:solidFill>
                <a:latin typeface="Noto Sans" pitchFamily="34" charset="0"/>
                <a:ea typeface="Noto Sans" pitchFamily="34" charset="-122"/>
                <a:cs typeface="Noto Sans" pitchFamily="34" charset="-120"/>
              </a:rPr>
              <a:t>SPEED</a:t>
            </a:r>
            <a:endParaRPr lang="en-US" sz="900" dirty="0"/>
          </a:p>
        </p:txBody>
      </p:sp>
      <p:sp>
        <p:nvSpPr>
          <p:cNvPr id="14" name="Text 12"/>
          <p:cNvSpPr txBox="1"/>
          <p:nvPr/>
        </p:nvSpPr>
        <p:spPr>
          <a:xfrm>
            <a:off x="2505456" y="1901952"/>
            <a:ext cx="2926080" cy="384048"/>
          </a:xfrm>
          <a:prstGeom prst="rect">
            <a:avLst/>
          </a:prstGeom>
          <a:noFill/>
          <a:ln/>
        </p:spPr>
        <p:txBody>
          <a:bodyPr wrap="square" lIns="381" tIns="381" rIns="381" bIns="381" rtlCol="0" anchor="ctr">
            <a:normAutofit/>
          </a:bodyPr>
          <a:lstStyle/>
          <a:p>
            <a:pPr marL="0" indent="0" algn="l">
              <a:buNone/>
            </a:pPr>
            <a:r>
              <a:rPr lang="en-US" sz="1700" b="1" dirty="0">
                <a:solidFill>
                  <a:srgbClr val="42E0CB"/>
                </a:solidFill>
                <a:latin typeface="Noto Sans" pitchFamily="34" charset="0"/>
                <a:ea typeface="Noto Sans" pitchFamily="34" charset="-122"/>
                <a:cs typeface="Noto Sans" pitchFamily="34" charset="-120"/>
              </a:rPr>
              <a:t>100 → 200</a:t>
            </a:r>
            <a:endParaRPr lang="en-US" sz="1700" dirty="0"/>
          </a:p>
        </p:txBody>
      </p:sp>
      <p:sp>
        <p:nvSpPr>
          <p:cNvPr id="15" name="Text 13"/>
          <p:cNvSpPr txBox="1"/>
          <p:nvPr/>
        </p:nvSpPr>
        <p:spPr>
          <a:xfrm>
            <a:off x="987552" y="2496312"/>
            <a:ext cx="4526280" cy="566928"/>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Nilai lebih besar pada contoh modul membuat tulisan bergerak lebih lambat.</a:t>
            </a:r>
            <a:endParaRPr lang="en-US" sz="1200" dirty="0"/>
          </a:p>
        </p:txBody>
      </p:sp>
      <p:sp>
        <p:nvSpPr>
          <p:cNvPr id="16" name="Shape 14"/>
          <p:cNvSpPr/>
          <p:nvPr/>
        </p:nvSpPr>
        <p:spPr>
          <a:xfrm>
            <a:off x="6300216" y="1737360"/>
            <a:ext cx="5074920" cy="1627632"/>
          </a:xfrm>
          <a:prstGeom prst="roundRect">
            <a:avLst>
              <a:gd name="adj" fmla="val 6742"/>
            </a:avLst>
          </a:prstGeom>
          <a:solidFill>
            <a:srgbClr val="131E33"/>
          </a:solidFill>
          <a:ln w="10160">
            <a:solidFill>
              <a:srgbClr val="FFB45E"/>
            </a:solidFill>
            <a:prstDash val="solid"/>
          </a:ln>
        </p:spPr>
      </p:sp>
      <p:sp>
        <p:nvSpPr>
          <p:cNvPr id="17" name="Shape 15"/>
          <p:cNvSpPr/>
          <p:nvPr/>
        </p:nvSpPr>
        <p:spPr>
          <a:xfrm>
            <a:off x="6501384" y="1920240"/>
            <a:ext cx="1280160" cy="292608"/>
          </a:xfrm>
          <a:prstGeom prst="roundRect">
            <a:avLst>
              <a:gd name="adj" fmla="val 37500"/>
            </a:avLst>
          </a:prstGeom>
          <a:solidFill>
            <a:srgbClr val="FFB45E">
              <a:alpha val="16000"/>
            </a:srgbClr>
          </a:solidFill>
          <a:ln w="10160">
            <a:solidFill>
              <a:srgbClr val="FFB45E">
                <a:alpha val="80000"/>
              </a:srgbClr>
            </a:solidFill>
            <a:prstDash val="solid"/>
          </a:ln>
        </p:spPr>
      </p:sp>
      <p:sp>
        <p:nvSpPr>
          <p:cNvPr id="18" name="Text 16"/>
          <p:cNvSpPr txBox="1"/>
          <p:nvPr/>
        </p:nvSpPr>
        <p:spPr>
          <a:xfrm>
            <a:off x="6583680" y="1933956"/>
            <a:ext cx="1115568" cy="256032"/>
          </a:xfrm>
          <a:prstGeom prst="rect">
            <a:avLst/>
          </a:prstGeom>
          <a:noFill/>
          <a:ln/>
        </p:spPr>
        <p:txBody>
          <a:bodyPr wrap="square" lIns="381" tIns="381" rIns="381" bIns="381" rtlCol="0" anchor="ctr">
            <a:normAutofit/>
          </a:bodyPr>
          <a:lstStyle/>
          <a:p>
            <a:pPr marL="0" indent="0" algn="ctr">
              <a:buNone/>
            </a:pPr>
            <a:r>
              <a:rPr lang="en-US" sz="900" b="1" dirty="0">
                <a:solidFill>
                  <a:srgbClr val="FFB45E"/>
                </a:solidFill>
                <a:latin typeface="Noto Sans" pitchFamily="34" charset="0"/>
                <a:ea typeface="Noto Sans" pitchFamily="34" charset="-122"/>
                <a:cs typeface="Noto Sans" pitchFamily="34" charset="-120"/>
              </a:rPr>
              <a:t>PAUSE</a:t>
            </a:r>
            <a:endParaRPr lang="en-US" sz="900" dirty="0"/>
          </a:p>
        </p:txBody>
      </p:sp>
      <p:sp>
        <p:nvSpPr>
          <p:cNvPr id="19" name="Text 17"/>
          <p:cNvSpPr txBox="1"/>
          <p:nvPr/>
        </p:nvSpPr>
        <p:spPr>
          <a:xfrm>
            <a:off x="8037576" y="1901952"/>
            <a:ext cx="2926080" cy="384048"/>
          </a:xfrm>
          <a:prstGeom prst="rect">
            <a:avLst/>
          </a:prstGeom>
          <a:noFill/>
          <a:ln/>
        </p:spPr>
        <p:txBody>
          <a:bodyPr wrap="square" lIns="381" tIns="381" rIns="381" bIns="381" rtlCol="0" anchor="ctr">
            <a:normAutofit/>
          </a:bodyPr>
          <a:lstStyle/>
          <a:p>
            <a:pPr marL="0" indent="0" algn="l">
              <a:buNone/>
            </a:pPr>
            <a:r>
              <a:rPr lang="en-US" sz="1700" b="1" dirty="0">
                <a:solidFill>
                  <a:srgbClr val="FFB45E"/>
                </a:solidFill>
                <a:latin typeface="Noto Sans" pitchFamily="34" charset="0"/>
                <a:ea typeface="Noto Sans" pitchFamily="34" charset="-122"/>
                <a:cs typeface="Noto Sans" pitchFamily="34" charset="-120"/>
              </a:rPr>
              <a:t>Jeda antar pesan</a:t>
            </a:r>
            <a:endParaRPr lang="en-US" sz="1700" dirty="0"/>
          </a:p>
        </p:txBody>
      </p:sp>
      <p:sp>
        <p:nvSpPr>
          <p:cNvPr id="20" name="Text 18"/>
          <p:cNvSpPr txBox="1"/>
          <p:nvPr/>
        </p:nvSpPr>
        <p:spPr>
          <a:xfrm>
            <a:off x="6519672" y="2496312"/>
            <a:ext cx="4526280" cy="566928"/>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Atur lama jeda sebelum pesan berikutnya tampil.</a:t>
            </a:r>
            <a:endParaRPr lang="en-US" sz="1200" dirty="0"/>
          </a:p>
        </p:txBody>
      </p:sp>
      <p:sp>
        <p:nvSpPr>
          <p:cNvPr id="21" name="Shape 19"/>
          <p:cNvSpPr/>
          <p:nvPr/>
        </p:nvSpPr>
        <p:spPr>
          <a:xfrm>
            <a:off x="768096" y="3657600"/>
            <a:ext cx="5074920" cy="1627632"/>
          </a:xfrm>
          <a:prstGeom prst="roundRect">
            <a:avLst>
              <a:gd name="adj" fmla="val 6742"/>
            </a:avLst>
          </a:prstGeom>
          <a:solidFill>
            <a:srgbClr val="131E33"/>
          </a:solidFill>
          <a:ln w="10160">
            <a:solidFill>
              <a:srgbClr val="8FE3A1"/>
            </a:solidFill>
            <a:prstDash val="solid"/>
          </a:ln>
        </p:spPr>
      </p:sp>
      <p:sp>
        <p:nvSpPr>
          <p:cNvPr id="22" name="Shape 20"/>
          <p:cNvSpPr/>
          <p:nvPr/>
        </p:nvSpPr>
        <p:spPr>
          <a:xfrm>
            <a:off x="969264" y="3840480"/>
            <a:ext cx="1280160" cy="292608"/>
          </a:xfrm>
          <a:prstGeom prst="roundRect">
            <a:avLst>
              <a:gd name="adj" fmla="val 37500"/>
            </a:avLst>
          </a:prstGeom>
          <a:solidFill>
            <a:srgbClr val="8FE3A1">
              <a:alpha val="16000"/>
            </a:srgbClr>
          </a:solidFill>
          <a:ln w="10160">
            <a:solidFill>
              <a:srgbClr val="8FE3A1">
                <a:alpha val="80000"/>
              </a:srgbClr>
            </a:solidFill>
            <a:prstDash val="solid"/>
          </a:ln>
        </p:spPr>
      </p:sp>
      <p:sp>
        <p:nvSpPr>
          <p:cNvPr id="23" name="Text 21"/>
          <p:cNvSpPr txBox="1"/>
          <p:nvPr/>
        </p:nvSpPr>
        <p:spPr>
          <a:xfrm>
            <a:off x="1051560" y="3854196"/>
            <a:ext cx="1115568" cy="256032"/>
          </a:xfrm>
          <a:prstGeom prst="rect">
            <a:avLst/>
          </a:prstGeom>
          <a:noFill/>
          <a:ln/>
        </p:spPr>
        <p:txBody>
          <a:bodyPr wrap="square" lIns="381" tIns="381" rIns="381" bIns="381" rtlCol="0" anchor="ctr">
            <a:normAutofit/>
          </a:bodyPr>
          <a:lstStyle/>
          <a:p>
            <a:pPr marL="0" indent="0" algn="ctr">
              <a:buNone/>
            </a:pPr>
            <a:r>
              <a:rPr lang="en-US" sz="900" b="1" dirty="0">
                <a:solidFill>
                  <a:srgbClr val="8FE3A1"/>
                </a:solidFill>
                <a:latin typeface="Noto Sans" pitchFamily="34" charset="0"/>
                <a:ea typeface="Noto Sans" pitchFamily="34" charset="-122"/>
                <a:cs typeface="Noto Sans" pitchFamily="34" charset="-120"/>
              </a:rPr>
              <a:t>EFEK</a:t>
            </a:r>
            <a:endParaRPr lang="en-US" sz="900" dirty="0"/>
          </a:p>
        </p:txBody>
      </p:sp>
      <p:sp>
        <p:nvSpPr>
          <p:cNvPr id="24" name="Text 22"/>
          <p:cNvSpPr txBox="1"/>
          <p:nvPr/>
        </p:nvSpPr>
        <p:spPr>
          <a:xfrm>
            <a:off x="2505456" y="3822192"/>
            <a:ext cx="2926080" cy="384048"/>
          </a:xfrm>
          <a:prstGeom prst="rect">
            <a:avLst/>
          </a:prstGeom>
          <a:noFill/>
          <a:ln/>
        </p:spPr>
        <p:txBody>
          <a:bodyPr wrap="square" lIns="381" tIns="381" rIns="381" bIns="381" rtlCol="0" anchor="ctr">
            <a:normAutofit/>
          </a:bodyPr>
          <a:lstStyle/>
          <a:p>
            <a:pPr marL="0" indent="0" algn="l">
              <a:buNone/>
            </a:pPr>
            <a:r>
              <a:rPr lang="en-US" sz="1700" b="1" dirty="0">
                <a:solidFill>
                  <a:srgbClr val="8FE3A1"/>
                </a:solidFill>
                <a:latin typeface="Noto Sans" pitchFamily="34" charset="0"/>
                <a:ea typeface="Noto Sans" pitchFamily="34" charset="-122"/>
                <a:cs typeface="Noto Sans" pitchFamily="34" charset="-120"/>
              </a:rPr>
              <a:t>Masuk / keluar</a:t>
            </a:r>
            <a:endParaRPr lang="en-US" sz="1700" dirty="0"/>
          </a:p>
        </p:txBody>
      </p:sp>
      <p:sp>
        <p:nvSpPr>
          <p:cNvPr id="25" name="Text 23"/>
          <p:cNvSpPr txBox="1"/>
          <p:nvPr/>
        </p:nvSpPr>
        <p:spPr>
          <a:xfrm>
            <a:off x="987552" y="4416552"/>
            <a:ext cx="4526280" cy="566928"/>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Pilih arah dan cara teks muncul atau menghilang.</a:t>
            </a:r>
            <a:endParaRPr lang="en-US" sz="1200" dirty="0"/>
          </a:p>
        </p:txBody>
      </p:sp>
      <p:sp>
        <p:nvSpPr>
          <p:cNvPr id="26" name="Shape 24"/>
          <p:cNvSpPr/>
          <p:nvPr/>
        </p:nvSpPr>
        <p:spPr>
          <a:xfrm>
            <a:off x="6300216" y="3657600"/>
            <a:ext cx="5074920" cy="1627632"/>
          </a:xfrm>
          <a:prstGeom prst="roundRect">
            <a:avLst>
              <a:gd name="adj" fmla="val 6742"/>
            </a:avLst>
          </a:prstGeom>
          <a:solidFill>
            <a:srgbClr val="131E33"/>
          </a:solidFill>
          <a:ln w="10160">
            <a:solidFill>
              <a:srgbClr val="F4D66E"/>
            </a:solidFill>
            <a:prstDash val="solid"/>
          </a:ln>
        </p:spPr>
      </p:sp>
      <p:sp>
        <p:nvSpPr>
          <p:cNvPr id="27" name="Shape 25"/>
          <p:cNvSpPr/>
          <p:nvPr/>
        </p:nvSpPr>
        <p:spPr>
          <a:xfrm>
            <a:off x="6501384" y="3840480"/>
            <a:ext cx="1280160" cy="292608"/>
          </a:xfrm>
          <a:prstGeom prst="roundRect">
            <a:avLst>
              <a:gd name="adj" fmla="val 37500"/>
            </a:avLst>
          </a:prstGeom>
          <a:solidFill>
            <a:srgbClr val="F4D66E">
              <a:alpha val="16000"/>
            </a:srgbClr>
          </a:solidFill>
          <a:ln w="10160">
            <a:solidFill>
              <a:srgbClr val="F4D66E">
                <a:alpha val="80000"/>
              </a:srgbClr>
            </a:solidFill>
            <a:prstDash val="solid"/>
          </a:ln>
        </p:spPr>
      </p:sp>
      <p:sp>
        <p:nvSpPr>
          <p:cNvPr id="28" name="Text 26"/>
          <p:cNvSpPr txBox="1"/>
          <p:nvPr/>
        </p:nvSpPr>
        <p:spPr>
          <a:xfrm>
            <a:off x="6583680" y="3854196"/>
            <a:ext cx="1115568" cy="256032"/>
          </a:xfrm>
          <a:prstGeom prst="rect">
            <a:avLst/>
          </a:prstGeom>
          <a:noFill/>
          <a:ln/>
        </p:spPr>
        <p:txBody>
          <a:bodyPr wrap="square" lIns="381" tIns="381" rIns="381" bIns="381" rtlCol="0" anchor="ctr">
            <a:normAutofit/>
          </a:bodyPr>
          <a:lstStyle/>
          <a:p>
            <a:pPr marL="0" indent="0" algn="ctr">
              <a:buNone/>
            </a:pPr>
            <a:r>
              <a:rPr lang="en-US" sz="900" b="1" dirty="0">
                <a:solidFill>
                  <a:srgbClr val="F4D66E"/>
                </a:solidFill>
                <a:latin typeface="Noto Sans" pitchFamily="34" charset="0"/>
                <a:ea typeface="Noto Sans" pitchFamily="34" charset="-122"/>
                <a:cs typeface="Noto Sans" pitchFamily="34" charset="-120"/>
              </a:rPr>
              <a:t>INTENSITY</a:t>
            </a:r>
            <a:endParaRPr lang="en-US" sz="900" dirty="0"/>
          </a:p>
        </p:txBody>
      </p:sp>
      <p:sp>
        <p:nvSpPr>
          <p:cNvPr id="29" name="Text 27"/>
          <p:cNvSpPr txBox="1"/>
          <p:nvPr/>
        </p:nvSpPr>
        <p:spPr>
          <a:xfrm>
            <a:off x="8037576" y="3822192"/>
            <a:ext cx="2926080" cy="384048"/>
          </a:xfrm>
          <a:prstGeom prst="rect">
            <a:avLst/>
          </a:prstGeom>
          <a:noFill/>
          <a:ln/>
        </p:spPr>
        <p:txBody>
          <a:bodyPr wrap="square" lIns="381" tIns="381" rIns="381" bIns="381" rtlCol="0" anchor="ctr">
            <a:normAutofit/>
          </a:bodyPr>
          <a:lstStyle/>
          <a:p>
            <a:pPr marL="0" indent="0" algn="l">
              <a:buNone/>
            </a:pPr>
            <a:r>
              <a:rPr lang="en-US" sz="1700" b="1" dirty="0">
                <a:solidFill>
                  <a:srgbClr val="F4D66E"/>
                </a:solidFill>
                <a:latin typeface="Noto Sans" pitchFamily="34" charset="0"/>
                <a:ea typeface="Noto Sans" pitchFamily="34" charset="-122"/>
                <a:cs typeface="Noto Sans" pitchFamily="34" charset="-120"/>
              </a:rPr>
              <a:t>0–15</a:t>
            </a:r>
            <a:endParaRPr lang="en-US" sz="1700" dirty="0"/>
          </a:p>
        </p:txBody>
      </p:sp>
      <p:sp>
        <p:nvSpPr>
          <p:cNvPr id="30" name="Text 28"/>
          <p:cNvSpPr txBox="1"/>
          <p:nvPr/>
        </p:nvSpPr>
        <p:spPr>
          <a:xfrm>
            <a:off x="6519672" y="4416552"/>
            <a:ext cx="4526280" cy="566928"/>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Atur tingkat kecerahan LED Matrix.</a:t>
            </a:r>
            <a:endParaRPr lang="en-US" sz="1200" dirty="0"/>
          </a:p>
        </p:txBody>
      </p:sp>
      <p:sp>
        <p:nvSpPr>
          <p:cNvPr id="31" name="Shape 29"/>
          <p:cNvSpPr/>
          <p:nvPr/>
        </p:nvSpPr>
        <p:spPr>
          <a:xfrm>
            <a:off x="786384" y="5742432"/>
            <a:ext cx="10561320" cy="393192"/>
          </a:xfrm>
          <a:prstGeom prst="roundRect">
            <a:avLst>
              <a:gd name="adj" fmla="val 27907"/>
            </a:avLst>
          </a:prstGeom>
          <a:solidFill>
            <a:srgbClr val="0C1928"/>
          </a:solidFill>
          <a:ln w="10160">
            <a:solidFill>
              <a:srgbClr val="2A3A54"/>
            </a:solidFill>
            <a:prstDash val="solid"/>
          </a:ln>
        </p:spPr>
      </p:sp>
      <p:sp>
        <p:nvSpPr>
          <p:cNvPr id="32" name="Text 30"/>
          <p:cNvSpPr txBox="1"/>
          <p:nvPr/>
        </p:nvSpPr>
        <p:spPr>
          <a:xfrm>
            <a:off x="1051560" y="5815584"/>
            <a:ext cx="10012680" cy="219456"/>
          </a:xfrm>
          <a:prstGeom prst="rect">
            <a:avLst/>
          </a:prstGeom>
          <a:noFill/>
          <a:ln/>
        </p:spPr>
        <p:txBody>
          <a:bodyPr wrap="square" lIns="381" tIns="381" rIns="381" bIns="381" rtlCol="0" anchor="ctr">
            <a:normAutofit/>
          </a:bodyPr>
          <a:lstStyle/>
          <a:p>
            <a:pPr marL="0" indent="0" algn="ctr">
              <a:buNone/>
            </a:pPr>
            <a:r>
              <a:rPr lang="en-US" sz="1200" b="1" dirty="0">
                <a:solidFill>
                  <a:srgbClr val="F3F7FC"/>
                </a:solidFill>
                <a:latin typeface="Noto Sans" pitchFamily="34" charset="0"/>
                <a:ea typeface="Noto Sans" pitchFamily="34" charset="-122"/>
                <a:cs typeface="Noto Sans" pitchFamily="34" charset="-120"/>
              </a:rPr>
              <a:t>LKPD C: catat nilai awal • nilai baru • pengaruh pada tampilan</a:t>
            </a:r>
            <a:endParaRPr lang="en-US" sz="1200" dirty="0"/>
          </a:p>
        </p:txBody>
      </p:sp>
      <p:sp>
        <p:nvSpPr>
          <p:cNvPr id="33"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EKSPERIMEN • EFEK</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Kenali pilihan efek animasi</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Bandingkan efek teks untuk memilih tampilan yang paling sesuai dengan pesan.</a:t>
            </a:r>
            <a:endParaRPr lang="en-US" sz="1100" dirty="0"/>
          </a:p>
        </p:txBody>
      </p:sp>
      <p:sp>
        <p:nvSpPr>
          <p:cNvPr id="11" name="Shape 9"/>
          <p:cNvSpPr/>
          <p:nvPr/>
        </p:nvSpPr>
        <p:spPr>
          <a:xfrm>
            <a:off x="804672" y="1600200"/>
            <a:ext cx="4983480" cy="832104"/>
          </a:xfrm>
          <a:prstGeom prst="roundRect">
            <a:avLst>
              <a:gd name="adj" fmla="val 13187"/>
            </a:avLst>
          </a:prstGeom>
          <a:solidFill>
            <a:srgbClr val="131E33"/>
          </a:solidFill>
          <a:ln w="10160">
            <a:solidFill>
              <a:srgbClr val="42E0CB"/>
            </a:solidFill>
            <a:prstDash val="solid"/>
          </a:ln>
        </p:spPr>
      </p:sp>
      <p:sp>
        <p:nvSpPr>
          <p:cNvPr id="12" name="Text 10"/>
          <p:cNvSpPr txBox="1"/>
          <p:nvPr/>
        </p:nvSpPr>
        <p:spPr>
          <a:xfrm>
            <a:off x="987552" y="1719072"/>
            <a:ext cx="2423160" cy="246888"/>
          </a:xfrm>
          <a:prstGeom prst="rect">
            <a:avLst/>
          </a:prstGeom>
          <a:noFill/>
          <a:ln/>
        </p:spPr>
        <p:txBody>
          <a:bodyPr wrap="square" lIns="381" tIns="381" rIns="381" bIns="381" rtlCol="0" anchor="ctr">
            <a:normAutofit/>
          </a:bodyPr>
          <a:lstStyle/>
          <a:p>
            <a:pPr marL="0" indent="0" algn="l">
              <a:buNone/>
            </a:pPr>
            <a:r>
              <a:rPr lang="en-US" sz="1000" b="1" dirty="0">
                <a:solidFill>
                  <a:srgbClr val="42E0CB"/>
                </a:solidFill>
                <a:latin typeface="DejaVu Sans Mono" pitchFamily="34" charset="0"/>
                <a:ea typeface="DejaVu Sans Mono" pitchFamily="34" charset="-122"/>
                <a:cs typeface="DejaVu Sans Mono" pitchFamily="34" charset="-120"/>
              </a:rPr>
              <a:t>PA_SCROLL_LEFT</a:t>
            </a:r>
            <a:endParaRPr lang="en-US" sz="1000" dirty="0"/>
          </a:p>
        </p:txBody>
      </p:sp>
      <p:sp>
        <p:nvSpPr>
          <p:cNvPr id="13" name="Text 11"/>
          <p:cNvSpPr txBox="1"/>
          <p:nvPr/>
        </p:nvSpPr>
        <p:spPr>
          <a:xfrm>
            <a:off x="987552" y="2048256"/>
            <a:ext cx="4526280" cy="219456"/>
          </a:xfrm>
          <a:prstGeom prst="rect">
            <a:avLst/>
          </a:prstGeom>
          <a:noFill/>
          <a:ln/>
        </p:spPr>
        <p:txBody>
          <a:bodyPr wrap="square" lIns="381" tIns="381" rIns="381" bIns="381" rtlCol="0" anchor="ctr">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Bergeser ke kiri</a:t>
            </a:r>
            <a:endParaRPr lang="en-US" sz="1100" dirty="0"/>
          </a:p>
        </p:txBody>
      </p:sp>
      <p:sp>
        <p:nvSpPr>
          <p:cNvPr id="14" name="Shape 12"/>
          <p:cNvSpPr/>
          <p:nvPr/>
        </p:nvSpPr>
        <p:spPr>
          <a:xfrm>
            <a:off x="6291072" y="1600200"/>
            <a:ext cx="4983480" cy="832104"/>
          </a:xfrm>
          <a:prstGeom prst="roundRect">
            <a:avLst>
              <a:gd name="adj" fmla="val 13187"/>
            </a:avLst>
          </a:prstGeom>
          <a:solidFill>
            <a:srgbClr val="131E33"/>
          </a:solidFill>
          <a:ln w="10160">
            <a:solidFill>
              <a:srgbClr val="FFB45E"/>
            </a:solidFill>
            <a:prstDash val="solid"/>
          </a:ln>
        </p:spPr>
      </p:sp>
      <p:sp>
        <p:nvSpPr>
          <p:cNvPr id="15" name="Text 13"/>
          <p:cNvSpPr txBox="1"/>
          <p:nvPr/>
        </p:nvSpPr>
        <p:spPr>
          <a:xfrm>
            <a:off x="6473952" y="1719072"/>
            <a:ext cx="2423160" cy="246888"/>
          </a:xfrm>
          <a:prstGeom prst="rect">
            <a:avLst/>
          </a:prstGeom>
          <a:noFill/>
          <a:ln/>
        </p:spPr>
        <p:txBody>
          <a:bodyPr wrap="square" lIns="381" tIns="381" rIns="381" bIns="381" rtlCol="0" anchor="ctr">
            <a:normAutofit/>
          </a:bodyPr>
          <a:lstStyle/>
          <a:p>
            <a:pPr marL="0" indent="0" algn="l">
              <a:buNone/>
            </a:pPr>
            <a:r>
              <a:rPr lang="en-US" sz="1000" b="1" dirty="0">
                <a:solidFill>
                  <a:srgbClr val="FFB45E"/>
                </a:solidFill>
                <a:latin typeface="DejaVu Sans Mono" pitchFamily="34" charset="0"/>
                <a:ea typeface="DejaVu Sans Mono" pitchFamily="34" charset="-122"/>
                <a:cs typeface="DejaVu Sans Mono" pitchFamily="34" charset="-120"/>
              </a:rPr>
              <a:t>PA_SCROLL_RIGHT</a:t>
            </a:r>
            <a:endParaRPr lang="en-US" sz="1000" dirty="0"/>
          </a:p>
        </p:txBody>
      </p:sp>
      <p:sp>
        <p:nvSpPr>
          <p:cNvPr id="16" name="Text 14"/>
          <p:cNvSpPr txBox="1"/>
          <p:nvPr/>
        </p:nvSpPr>
        <p:spPr>
          <a:xfrm>
            <a:off x="6473952" y="2048256"/>
            <a:ext cx="4526280" cy="219456"/>
          </a:xfrm>
          <a:prstGeom prst="rect">
            <a:avLst/>
          </a:prstGeom>
          <a:noFill/>
          <a:ln/>
        </p:spPr>
        <p:txBody>
          <a:bodyPr wrap="square" lIns="381" tIns="381" rIns="381" bIns="381" rtlCol="0" anchor="ctr">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Bergeser ke kanan</a:t>
            </a:r>
            <a:endParaRPr lang="en-US" sz="1100" dirty="0"/>
          </a:p>
        </p:txBody>
      </p:sp>
      <p:sp>
        <p:nvSpPr>
          <p:cNvPr id="17" name="Shape 15"/>
          <p:cNvSpPr/>
          <p:nvPr/>
        </p:nvSpPr>
        <p:spPr>
          <a:xfrm>
            <a:off x="804672" y="2624328"/>
            <a:ext cx="4983480" cy="832104"/>
          </a:xfrm>
          <a:prstGeom prst="roundRect">
            <a:avLst>
              <a:gd name="adj" fmla="val 13187"/>
            </a:avLst>
          </a:prstGeom>
          <a:solidFill>
            <a:srgbClr val="131E33"/>
          </a:solidFill>
          <a:ln w="10160">
            <a:solidFill>
              <a:srgbClr val="8FE3A1"/>
            </a:solidFill>
            <a:prstDash val="solid"/>
          </a:ln>
        </p:spPr>
      </p:sp>
      <p:sp>
        <p:nvSpPr>
          <p:cNvPr id="18" name="Text 16"/>
          <p:cNvSpPr txBox="1"/>
          <p:nvPr/>
        </p:nvSpPr>
        <p:spPr>
          <a:xfrm>
            <a:off x="987552" y="2743200"/>
            <a:ext cx="2423160" cy="246888"/>
          </a:xfrm>
          <a:prstGeom prst="rect">
            <a:avLst/>
          </a:prstGeom>
          <a:noFill/>
          <a:ln/>
        </p:spPr>
        <p:txBody>
          <a:bodyPr wrap="square" lIns="381" tIns="381" rIns="381" bIns="381" rtlCol="0" anchor="ctr">
            <a:normAutofit/>
          </a:bodyPr>
          <a:lstStyle/>
          <a:p>
            <a:pPr marL="0" indent="0" algn="l">
              <a:buNone/>
            </a:pPr>
            <a:r>
              <a:rPr lang="en-US" sz="1000" b="1" dirty="0">
                <a:solidFill>
                  <a:srgbClr val="8FE3A1"/>
                </a:solidFill>
                <a:latin typeface="DejaVu Sans Mono" pitchFamily="34" charset="0"/>
                <a:ea typeface="DejaVu Sans Mono" pitchFamily="34" charset="-122"/>
                <a:cs typeface="DejaVu Sans Mono" pitchFamily="34" charset="-120"/>
              </a:rPr>
              <a:t>PA_SCROLL_UP</a:t>
            </a:r>
            <a:endParaRPr lang="en-US" sz="1000" dirty="0"/>
          </a:p>
        </p:txBody>
      </p:sp>
      <p:sp>
        <p:nvSpPr>
          <p:cNvPr id="19" name="Text 17"/>
          <p:cNvSpPr txBox="1"/>
          <p:nvPr/>
        </p:nvSpPr>
        <p:spPr>
          <a:xfrm>
            <a:off x="987552" y="3072384"/>
            <a:ext cx="4526280" cy="219456"/>
          </a:xfrm>
          <a:prstGeom prst="rect">
            <a:avLst/>
          </a:prstGeom>
          <a:noFill/>
          <a:ln/>
        </p:spPr>
        <p:txBody>
          <a:bodyPr wrap="square" lIns="381" tIns="381" rIns="381" bIns="381" rtlCol="0" anchor="ctr">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Muncul dari bawah</a:t>
            </a:r>
            <a:endParaRPr lang="en-US" sz="1100" dirty="0"/>
          </a:p>
        </p:txBody>
      </p:sp>
      <p:sp>
        <p:nvSpPr>
          <p:cNvPr id="20" name="Shape 18"/>
          <p:cNvSpPr/>
          <p:nvPr/>
        </p:nvSpPr>
        <p:spPr>
          <a:xfrm>
            <a:off x="6291072" y="2624328"/>
            <a:ext cx="4983480" cy="832104"/>
          </a:xfrm>
          <a:prstGeom prst="roundRect">
            <a:avLst>
              <a:gd name="adj" fmla="val 13187"/>
            </a:avLst>
          </a:prstGeom>
          <a:solidFill>
            <a:srgbClr val="131E33"/>
          </a:solidFill>
          <a:ln w="10160">
            <a:solidFill>
              <a:srgbClr val="F4D66E"/>
            </a:solidFill>
            <a:prstDash val="solid"/>
          </a:ln>
        </p:spPr>
      </p:sp>
      <p:sp>
        <p:nvSpPr>
          <p:cNvPr id="21" name="Text 19"/>
          <p:cNvSpPr txBox="1"/>
          <p:nvPr/>
        </p:nvSpPr>
        <p:spPr>
          <a:xfrm>
            <a:off x="6473952" y="2743200"/>
            <a:ext cx="2423160" cy="246888"/>
          </a:xfrm>
          <a:prstGeom prst="rect">
            <a:avLst/>
          </a:prstGeom>
          <a:noFill/>
          <a:ln/>
        </p:spPr>
        <p:txBody>
          <a:bodyPr wrap="square" lIns="381" tIns="381" rIns="381" bIns="381" rtlCol="0" anchor="ctr">
            <a:normAutofit/>
          </a:bodyPr>
          <a:lstStyle/>
          <a:p>
            <a:pPr marL="0" indent="0" algn="l">
              <a:buNone/>
            </a:pPr>
            <a:r>
              <a:rPr lang="en-US" sz="1000" b="1" dirty="0">
                <a:solidFill>
                  <a:srgbClr val="F4D66E"/>
                </a:solidFill>
                <a:latin typeface="DejaVu Sans Mono" pitchFamily="34" charset="0"/>
                <a:ea typeface="DejaVu Sans Mono" pitchFamily="34" charset="-122"/>
                <a:cs typeface="DejaVu Sans Mono" pitchFamily="34" charset="-120"/>
              </a:rPr>
              <a:t>PA_SCROLL_DOWN</a:t>
            </a:r>
            <a:endParaRPr lang="en-US" sz="1000" dirty="0"/>
          </a:p>
        </p:txBody>
      </p:sp>
      <p:sp>
        <p:nvSpPr>
          <p:cNvPr id="22" name="Text 20"/>
          <p:cNvSpPr txBox="1"/>
          <p:nvPr/>
        </p:nvSpPr>
        <p:spPr>
          <a:xfrm>
            <a:off x="6473952" y="3072384"/>
            <a:ext cx="4526280" cy="219456"/>
          </a:xfrm>
          <a:prstGeom prst="rect">
            <a:avLst/>
          </a:prstGeom>
          <a:noFill/>
          <a:ln/>
        </p:spPr>
        <p:txBody>
          <a:bodyPr wrap="square" lIns="381" tIns="381" rIns="381" bIns="381" rtlCol="0" anchor="ctr">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Muncul dari atas</a:t>
            </a:r>
            <a:endParaRPr lang="en-US" sz="1100" dirty="0"/>
          </a:p>
        </p:txBody>
      </p:sp>
      <p:sp>
        <p:nvSpPr>
          <p:cNvPr id="23" name="Shape 21"/>
          <p:cNvSpPr/>
          <p:nvPr/>
        </p:nvSpPr>
        <p:spPr>
          <a:xfrm>
            <a:off x="804672" y="3648456"/>
            <a:ext cx="4983480" cy="832104"/>
          </a:xfrm>
          <a:prstGeom prst="roundRect">
            <a:avLst>
              <a:gd name="adj" fmla="val 13187"/>
            </a:avLst>
          </a:prstGeom>
          <a:solidFill>
            <a:srgbClr val="131E33"/>
          </a:solidFill>
          <a:ln w="10160">
            <a:solidFill>
              <a:srgbClr val="A4F5E8"/>
            </a:solidFill>
            <a:prstDash val="solid"/>
          </a:ln>
        </p:spPr>
      </p:sp>
      <p:sp>
        <p:nvSpPr>
          <p:cNvPr id="24" name="Text 22"/>
          <p:cNvSpPr txBox="1"/>
          <p:nvPr/>
        </p:nvSpPr>
        <p:spPr>
          <a:xfrm>
            <a:off x="987552" y="3767328"/>
            <a:ext cx="2423160" cy="246888"/>
          </a:xfrm>
          <a:prstGeom prst="rect">
            <a:avLst/>
          </a:prstGeom>
          <a:noFill/>
          <a:ln/>
        </p:spPr>
        <p:txBody>
          <a:bodyPr wrap="square" lIns="381" tIns="381" rIns="381" bIns="381" rtlCol="0" anchor="ctr">
            <a:normAutofit/>
          </a:bodyPr>
          <a:lstStyle/>
          <a:p>
            <a:pPr marL="0" indent="0" algn="l">
              <a:buNone/>
            </a:pPr>
            <a:r>
              <a:rPr lang="en-US" sz="1000" b="1" dirty="0">
                <a:solidFill>
                  <a:srgbClr val="A4F5E8"/>
                </a:solidFill>
                <a:latin typeface="DejaVu Sans Mono" pitchFamily="34" charset="0"/>
                <a:ea typeface="DejaVu Sans Mono" pitchFamily="34" charset="-122"/>
                <a:cs typeface="DejaVu Sans Mono" pitchFamily="34" charset="-120"/>
              </a:rPr>
              <a:t>PA_OPENING / CLOSING</a:t>
            </a:r>
            <a:endParaRPr lang="en-US" sz="1000" dirty="0"/>
          </a:p>
        </p:txBody>
      </p:sp>
      <p:sp>
        <p:nvSpPr>
          <p:cNvPr id="25" name="Text 23"/>
          <p:cNvSpPr txBox="1"/>
          <p:nvPr/>
        </p:nvSpPr>
        <p:spPr>
          <a:xfrm>
            <a:off x="987552" y="4096512"/>
            <a:ext cx="4526280" cy="219456"/>
          </a:xfrm>
          <a:prstGeom prst="rect">
            <a:avLst/>
          </a:prstGeom>
          <a:noFill/>
          <a:ln/>
        </p:spPr>
        <p:txBody>
          <a:bodyPr wrap="square" lIns="381" tIns="381" rIns="381" bIns="381" rtlCol="0" anchor="ctr">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Membuka / menutup dari tengah</a:t>
            </a:r>
            <a:endParaRPr lang="en-US" sz="1100" dirty="0"/>
          </a:p>
        </p:txBody>
      </p:sp>
      <p:sp>
        <p:nvSpPr>
          <p:cNvPr id="26" name="Shape 24"/>
          <p:cNvSpPr/>
          <p:nvPr/>
        </p:nvSpPr>
        <p:spPr>
          <a:xfrm>
            <a:off x="6291072" y="3648456"/>
            <a:ext cx="4983480" cy="832104"/>
          </a:xfrm>
          <a:prstGeom prst="roundRect">
            <a:avLst>
              <a:gd name="adj" fmla="val 13187"/>
            </a:avLst>
          </a:prstGeom>
          <a:solidFill>
            <a:srgbClr val="131E33"/>
          </a:solidFill>
          <a:ln w="10160">
            <a:solidFill>
              <a:srgbClr val="FFB45E"/>
            </a:solidFill>
            <a:prstDash val="solid"/>
          </a:ln>
        </p:spPr>
      </p:sp>
      <p:sp>
        <p:nvSpPr>
          <p:cNvPr id="27" name="Text 25"/>
          <p:cNvSpPr txBox="1"/>
          <p:nvPr/>
        </p:nvSpPr>
        <p:spPr>
          <a:xfrm>
            <a:off x="6473952" y="3767328"/>
            <a:ext cx="2423160" cy="246888"/>
          </a:xfrm>
          <a:prstGeom prst="rect">
            <a:avLst/>
          </a:prstGeom>
          <a:noFill/>
          <a:ln/>
        </p:spPr>
        <p:txBody>
          <a:bodyPr wrap="square" lIns="381" tIns="381" rIns="381" bIns="381" rtlCol="0" anchor="ctr">
            <a:normAutofit/>
          </a:bodyPr>
          <a:lstStyle/>
          <a:p>
            <a:pPr marL="0" indent="0" algn="l">
              <a:buNone/>
            </a:pPr>
            <a:r>
              <a:rPr lang="en-US" sz="1000" b="1" dirty="0">
                <a:solidFill>
                  <a:srgbClr val="FFB45E"/>
                </a:solidFill>
                <a:latin typeface="DejaVu Sans Mono" pitchFamily="34" charset="0"/>
                <a:ea typeface="DejaVu Sans Mono" pitchFamily="34" charset="-122"/>
                <a:cs typeface="DejaVu Sans Mono" pitchFamily="34" charset="-120"/>
              </a:rPr>
              <a:t>PA_WIPE</a:t>
            </a:r>
            <a:endParaRPr lang="en-US" sz="1000" dirty="0"/>
          </a:p>
        </p:txBody>
      </p:sp>
      <p:sp>
        <p:nvSpPr>
          <p:cNvPr id="28" name="Text 26"/>
          <p:cNvSpPr txBox="1"/>
          <p:nvPr/>
        </p:nvSpPr>
        <p:spPr>
          <a:xfrm>
            <a:off x="6473952" y="4096512"/>
            <a:ext cx="4526280" cy="219456"/>
          </a:xfrm>
          <a:prstGeom prst="rect">
            <a:avLst/>
          </a:prstGeom>
          <a:noFill/>
          <a:ln/>
        </p:spPr>
        <p:txBody>
          <a:bodyPr wrap="square" lIns="381" tIns="381" rIns="381" bIns="381" rtlCol="0" anchor="ctr">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Tersapu bertahap</a:t>
            </a:r>
            <a:endParaRPr lang="en-US" sz="1100" dirty="0"/>
          </a:p>
        </p:txBody>
      </p:sp>
      <p:sp>
        <p:nvSpPr>
          <p:cNvPr id="29" name="Shape 27"/>
          <p:cNvSpPr/>
          <p:nvPr/>
        </p:nvSpPr>
        <p:spPr>
          <a:xfrm>
            <a:off x="804672" y="4672584"/>
            <a:ext cx="4983480" cy="832104"/>
          </a:xfrm>
          <a:prstGeom prst="roundRect">
            <a:avLst>
              <a:gd name="adj" fmla="val 13187"/>
            </a:avLst>
          </a:prstGeom>
          <a:solidFill>
            <a:srgbClr val="131E33"/>
          </a:solidFill>
          <a:ln w="10160">
            <a:solidFill>
              <a:srgbClr val="8FE3A1"/>
            </a:solidFill>
            <a:prstDash val="solid"/>
          </a:ln>
        </p:spPr>
      </p:sp>
      <p:sp>
        <p:nvSpPr>
          <p:cNvPr id="30" name="Text 28"/>
          <p:cNvSpPr txBox="1"/>
          <p:nvPr/>
        </p:nvSpPr>
        <p:spPr>
          <a:xfrm>
            <a:off x="987552" y="4791456"/>
            <a:ext cx="2423160" cy="246888"/>
          </a:xfrm>
          <a:prstGeom prst="rect">
            <a:avLst/>
          </a:prstGeom>
          <a:noFill/>
          <a:ln/>
        </p:spPr>
        <p:txBody>
          <a:bodyPr wrap="square" lIns="381" tIns="381" rIns="381" bIns="381" rtlCol="0" anchor="ctr">
            <a:normAutofit/>
          </a:bodyPr>
          <a:lstStyle/>
          <a:p>
            <a:pPr marL="0" indent="0" algn="l">
              <a:buNone/>
            </a:pPr>
            <a:r>
              <a:rPr lang="en-US" sz="1000" b="1" dirty="0">
                <a:solidFill>
                  <a:srgbClr val="8FE3A1"/>
                </a:solidFill>
                <a:latin typeface="DejaVu Sans Mono" pitchFamily="34" charset="0"/>
                <a:ea typeface="DejaVu Sans Mono" pitchFamily="34" charset="-122"/>
                <a:cs typeface="DejaVu Sans Mono" pitchFamily="34" charset="-120"/>
              </a:rPr>
              <a:t>PA_PRINT</a:t>
            </a:r>
            <a:endParaRPr lang="en-US" sz="1000" dirty="0"/>
          </a:p>
        </p:txBody>
      </p:sp>
      <p:sp>
        <p:nvSpPr>
          <p:cNvPr id="31" name="Text 29"/>
          <p:cNvSpPr txBox="1"/>
          <p:nvPr/>
        </p:nvSpPr>
        <p:spPr>
          <a:xfrm>
            <a:off x="987552" y="5120640"/>
            <a:ext cx="4526280" cy="219456"/>
          </a:xfrm>
          <a:prstGeom prst="rect">
            <a:avLst/>
          </a:prstGeom>
          <a:noFill/>
          <a:ln/>
        </p:spPr>
        <p:txBody>
          <a:bodyPr wrap="square" lIns="381" tIns="381" rIns="381" bIns="381" rtlCol="0" anchor="ctr">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Langsung tampil tanpa animasi</a:t>
            </a:r>
            <a:endParaRPr lang="en-US" sz="1100" dirty="0"/>
          </a:p>
        </p:txBody>
      </p:sp>
      <p:sp>
        <p:nvSpPr>
          <p:cNvPr id="32" name="Shape 30"/>
          <p:cNvSpPr/>
          <p:nvPr/>
        </p:nvSpPr>
        <p:spPr>
          <a:xfrm>
            <a:off x="7406640" y="4736592"/>
            <a:ext cx="3913632" cy="914400"/>
          </a:xfrm>
          <a:prstGeom prst="roundRect">
            <a:avLst>
              <a:gd name="adj" fmla="val 12000"/>
            </a:avLst>
          </a:prstGeom>
          <a:solidFill>
            <a:srgbClr val="07111B"/>
          </a:solidFill>
          <a:ln w="10160">
            <a:solidFill>
              <a:srgbClr val="2A3A54"/>
            </a:solidFill>
            <a:prstDash val="solid"/>
          </a:ln>
        </p:spPr>
      </p:sp>
      <p:sp>
        <p:nvSpPr>
          <p:cNvPr id="33" name="Shape 31"/>
          <p:cNvSpPr/>
          <p:nvPr/>
        </p:nvSpPr>
        <p:spPr>
          <a:xfrm>
            <a:off x="7589520" y="4818888"/>
            <a:ext cx="3566160" cy="731520"/>
          </a:xfrm>
          <a:prstGeom prst="roundRect">
            <a:avLst>
              <a:gd name="adj" fmla="val 15000"/>
            </a:avLst>
          </a:prstGeom>
          <a:solidFill>
            <a:srgbClr val="08131D"/>
          </a:solidFill>
          <a:ln w="15240">
            <a:solidFill>
              <a:srgbClr val="3A5967"/>
            </a:solidFill>
            <a:prstDash val="solid"/>
          </a:ln>
        </p:spPr>
      </p:sp>
      <p:sp>
        <p:nvSpPr>
          <p:cNvPr id="34" name="Shape 32"/>
          <p:cNvSpPr/>
          <p:nvPr/>
        </p:nvSpPr>
        <p:spPr>
          <a:xfrm>
            <a:off x="7931780" y="4928616"/>
            <a:ext cx="64008" cy="64008"/>
          </a:xfrm>
          <a:prstGeom prst="ellipse">
            <a:avLst/>
          </a:prstGeom>
          <a:solidFill>
            <a:srgbClr val="26364E">
              <a:alpha val="84000"/>
            </a:srgbClr>
          </a:solidFill>
          <a:ln w="3810">
            <a:solidFill>
              <a:srgbClr val="26364E">
                <a:alpha val="0"/>
              </a:srgbClr>
            </a:solidFill>
            <a:prstDash val="solid"/>
          </a:ln>
        </p:spPr>
      </p:sp>
      <p:sp>
        <p:nvSpPr>
          <p:cNvPr id="35" name="Shape 33"/>
          <p:cNvSpPr/>
          <p:nvPr/>
        </p:nvSpPr>
        <p:spPr>
          <a:xfrm>
            <a:off x="8022671" y="4928616"/>
            <a:ext cx="64008" cy="64008"/>
          </a:xfrm>
          <a:prstGeom prst="ellipse">
            <a:avLst/>
          </a:prstGeom>
          <a:solidFill>
            <a:srgbClr val="26364E">
              <a:alpha val="84000"/>
            </a:srgbClr>
          </a:solidFill>
          <a:ln w="3810">
            <a:solidFill>
              <a:srgbClr val="26364E">
                <a:alpha val="0"/>
              </a:srgbClr>
            </a:solidFill>
            <a:prstDash val="solid"/>
          </a:ln>
        </p:spPr>
      </p:sp>
      <p:sp>
        <p:nvSpPr>
          <p:cNvPr id="36" name="Shape 34"/>
          <p:cNvSpPr/>
          <p:nvPr/>
        </p:nvSpPr>
        <p:spPr>
          <a:xfrm>
            <a:off x="8113563" y="4928616"/>
            <a:ext cx="64008" cy="64008"/>
          </a:xfrm>
          <a:prstGeom prst="ellipse">
            <a:avLst/>
          </a:prstGeom>
          <a:solidFill>
            <a:srgbClr val="42E0CB"/>
          </a:solidFill>
          <a:ln w="3810">
            <a:solidFill>
              <a:srgbClr val="42E0CB">
                <a:alpha val="0"/>
              </a:srgbClr>
            </a:solidFill>
            <a:prstDash val="solid"/>
          </a:ln>
        </p:spPr>
      </p:sp>
      <p:sp>
        <p:nvSpPr>
          <p:cNvPr id="37" name="Shape 35"/>
          <p:cNvSpPr/>
          <p:nvPr/>
        </p:nvSpPr>
        <p:spPr>
          <a:xfrm>
            <a:off x="8204454" y="4928616"/>
            <a:ext cx="64008" cy="64008"/>
          </a:xfrm>
          <a:prstGeom prst="ellipse">
            <a:avLst/>
          </a:prstGeom>
          <a:solidFill>
            <a:srgbClr val="26364E">
              <a:alpha val="84000"/>
            </a:srgbClr>
          </a:solidFill>
          <a:ln w="3810">
            <a:solidFill>
              <a:srgbClr val="26364E">
                <a:alpha val="0"/>
              </a:srgbClr>
            </a:solidFill>
            <a:prstDash val="solid"/>
          </a:ln>
        </p:spPr>
      </p:sp>
      <p:sp>
        <p:nvSpPr>
          <p:cNvPr id="38" name="Shape 36"/>
          <p:cNvSpPr/>
          <p:nvPr/>
        </p:nvSpPr>
        <p:spPr>
          <a:xfrm>
            <a:off x="8295345" y="4928616"/>
            <a:ext cx="64008" cy="64008"/>
          </a:xfrm>
          <a:prstGeom prst="ellipse">
            <a:avLst/>
          </a:prstGeom>
          <a:solidFill>
            <a:srgbClr val="26364E">
              <a:alpha val="84000"/>
            </a:srgbClr>
          </a:solidFill>
          <a:ln w="3810">
            <a:solidFill>
              <a:srgbClr val="26364E">
                <a:alpha val="0"/>
              </a:srgbClr>
            </a:solidFill>
            <a:prstDash val="solid"/>
          </a:ln>
        </p:spPr>
      </p:sp>
      <p:sp>
        <p:nvSpPr>
          <p:cNvPr id="39" name="Shape 37"/>
          <p:cNvSpPr/>
          <p:nvPr/>
        </p:nvSpPr>
        <p:spPr>
          <a:xfrm>
            <a:off x="8386237" y="4928616"/>
            <a:ext cx="64008" cy="64008"/>
          </a:xfrm>
          <a:prstGeom prst="ellipse">
            <a:avLst/>
          </a:prstGeom>
          <a:solidFill>
            <a:srgbClr val="26364E">
              <a:alpha val="84000"/>
            </a:srgbClr>
          </a:solidFill>
          <a:ln w="3810">
            <a:solidFill>
              <a:srgbClr val="26364E">
                <a:alpha val="0"/>
              </a:srgbClr>
            </a:solidFill>
            <a:prstDash val="solid"/>
          </a:ln>
        </p:spPr>
      </p:sp>
      <p:sp>
        <p:nvSpPr>
          <p:cNvPr id="40" name="Shape 38"/>
          <p:cNvSpPr/>
          <p:nvPr/>
        </p:nvSpPr>
        <p:spPr>
          <a:xfrm>
            <a:off x="8477128" y="4928616"/>
            <a:ext cx="64008" cy="64008"/>
          </a:xfrm>
          <a:prstGeom prst="ellipse">
            <a:avLst/>
          </a:prstGeom>
          <a:solidFill>
            <a:srgbClr val="26364E">
              <a:alpha val="84000"/>
            </a:srgbClr>
          </a:solidFill>
          <a:ln w="3810">
            <a:solidFill>
              <a:srgbClr val="26364E">
                <a:alpha val="0"/>
              </a:srgbClr>
            </a:solidFill>
            <a:prstDash val="solid"/>
          </a:ln>
        </p:spPr>
      </p:sp>
      <p:sp>
        <p:nvSpPr>
          <p:cNvPr id="41" name="Shape 39"/>
          <p:cNvSpPr/>
          <p:nvPr/>
        </p:nvSpPr>
        <p:spPr>
          <a:xfrm>
            <a:off x="8568019" y="4928616"/>
            <a:ext cx="64008" cy="64008"/>
          </a:xfrm>
          <a:prstGeom prst="ellipse">
            <a:avLst/>
          </a:prstGeom>
          <a:solidFill>
            <a:srgbClr val="26364E">
              <a:alpha val="84000"/>
            </a:srgbClr>
          </a:solidFill>
          <a:ln w="3810">
            <a:solidFill>
              <a:srgbClr val="26364E">
                <a:alpha val="0"/>
              </a:srgbClr>
            </a:solidFill>
            <a:prstDash val="solid"/>
          </a:ln>
        </p:spPr>
      </p:sp>
      <p:sp>
        <p:nvSpPr>
          <p:cNvPr id="42" name="Shape 40"/>
          <p:cNvSpPr/>
          <p:nvPr/>
        </p:nvSpPr>
        <p:spPr>
          <a:xfrm>
            <a:off x="8658911" y="4928616"/>
            <a:ext cx="64008" cy="64008"/>
          </a:xfrm>
          <a:prstGeom prst="ellipse">
            <a:avLst/>
          </a:prstGeom>
          <a:solidFill>
            <a:srgbClr val="26364E">
              <a:alpha val="84000"/>
            </a:srgbClr>
          </a:solidFill>
          <a:ln w="3810">
            <a:solidFill>
              <a:srgbClr val="26364E">
                <a:alpha val="0"/>
              </a:srgbClr>
            </a:solidFill>
            <a:prstDash val="solid"/>
          </a:ln>
        </p:spPr>
      </p:sp>
      <p:sp>
        <p:nvSpPr>
          <p:cNvPr id="43" name="Shape 41"/>
          <p:cNvSpPr/>
          <p:nvPr/>
        </p:nvSpPr>
        <p:spPr>
          <a:xfrm>
            <a:off x="8749802" y="4928616"/>
            <a:ext cx="64008" cy="64008"/>
          </a:xfrm>
          <a:prstGeom prst="ellipse">
            <a:avLst/>
          </a:prstGeom>
          <a:solidFill>
            <a:srgbClr val="26364E">
              <a:alpha val="84000"/>
            </a:srgbClr>
          </a:solidFill>
          <a:ln w="3810">
            <a:solidFill>
              <a:srgbClr val="26364E">
                <a:alpha val="0"/>
              </a:srgbClr>
            </a:solidFill>
            <a:prstDash val="solid"/>
          </a:ln>
        </p:spPr>
      </p:sp>
      <p:sp>
        <p:nvSpPr>
          <p:cNvPr id="44" name="Shape 42"/>
          <p:cNvSpPr/>
          <p:nvPr/>
        </p:nvSpPr>
        <p:spPr>
          <a:xfrm>
            <a:off x="8840694" y="4928616"/>
            <a:ext cx="64008" cy="64008"/>
          </a:xfrm>
          <a:prstGeom prst="ellipse">
            <a:avLst/>
          </a:prstGeom>
          <a:solidFill>
            <a:srgbClr val="26364E">
              <a:alpha val="84000"/>
            </a:srgbClr>
          </a:solidFill>
          <a:ln w="3810">
            <a:solidFill>
              <a:srgbClr val="26364E">
                <a:alpha val="0"/>
              </a:srgbClr>
            </a:solidFill>
            <a:prstDash val="solid"/>
          </a:ln>
        </p:spPr>
      </p:sp>
      <p:sp>
        <p:nvSpPr>
          <p:cNvPr id="45" name="Shape 43"/>
          <p:cNvSpPr/>
          <p:nvPr/>
        </p:nvSpPr>
        <p:spPr>
          <a:xfrm>
            <a:off x="8931585" y="4928616"/>
            <a:ext cx="64008" cy="64008"/>
          </a:xfrm>
          <a:prstGeom prst="ellipse">
            <a:avLst/>
          </a:prstGeom>
          <a:solidFill>
            <a:srgbClr val="26364E">
              <a:alpha val="84000"/>
            </a:srgbClr>
          </a:solidFill>
          <a:ln w="3810">
            <a:solidFill>
              <a:srgbClr val="26364E">
                <a:alpha val="0"/>
              </a:srgbClr>
            </a:solidFill>
            <a:prstDash val="solid"/>
          </a:ln>
        </p:spPr>
      </p:sp>
      <p:sp>
        <p:nvSpPr>
          <p:cNvPr id="46" name="Shape 44"/>
          <p:cNvSpPr/>
          <p:nvPr/>
        </p:nvSpPr>
        <p:spPr>
          <a:xfrm>
            <a:off x="9022476" y="4928616"/>
            <a:ext cx="64008" cy="64008"/>
          </a:xfrm>
          <a:prstGeom prst="ellipse">
            <a:avLst/>
          </a:prstGeom>
          <a:solidFill>
            <a:srgbClr val="26364E">
              <a:alpha val="84000"/>
            </a:srgbClr>
          </a:solidFill>
          <a:ln w="3810">
            <a:solidFill>
              <a:srgbClr val="26364E">
                <a:alpha val="0"/>
              </a:srgbClr>
            </a:solidFill>
            <a:prstDash val="solid"/>
          </a:ln>
        </p:spPr>
      </p:sp>
      <p:sp>
        <p:nvSpPr>
          <p:cNvPr id="47" name="Shape 45"/>
          <p:cNvSpPr/>
          <p:nvPr/>
        </p:nvSpPr>
        <p:spPr>
          <a:xfrm>
            <a:off x="9113368" y="4928616"/>
            <a:ext cx="64008" cy="64008"/>
          </a:xfrm>
          <a:prstGeom prst="ellipse">
            <a:avLst/>
          </a:prstGeom>
          <a:solidFill>
            <a:srgbClr val="26364E">
              <a:alpha val="84000"/>
            </a:srgbClr>
          </a:solidFill>
          <a:ln w="3810">
            <a:solidFill>
              <a:srgbClr val="26364E">
                <a:alpha val="0"/>
              </a:srgbClr>
            </a:solidFill>
            <a:prstDash val="solid"/>
          </a:ln>
        </p:spPr>
      </p:sp>
      <p:sp>
        <p:nvSpPr>
          <p:cNvPr id="48" name="Shape 46"/>
          <p:cNvSpPr/>
          <p:nvPr/>
        </p:nvSpPr>
        <p:spPr>
          <a:xfrm>
            <a:off x="9204259" y="4928616"/>
            <a:ext cx="64008" cy="64008"/>
          </a:xfrm>
          <a:prstGeom prst="ellipse">
            <a:avLst/>
          </a:prstGeom>
          <a:solidFill>
            <a:srgbClr val="26364E">
              <a:alpha val="84000"/>
            </a:srgbClr>
          </a:solidFill>
          <a:ln w="3810">
            <a:solidFill>
              <a:srgbClr val="26364E">
                <a:alpha val="0"/>
              </a:srgbClr>
            </a:solidFill>
            <a:prstDash val="solid"/>
          </a:ln>
        </p:spPr>
      </p:sp>
      <p:sp>
        <p:nvSpPr>
          <p:cNvPr id="49" name="Shape 47"/>
          <p:cNvSpPr/>
          <p:nvPr/>
        </p:nvSpPr>
        <p:spPr>
          <a:xfrm>
            <a:off x="9295150" y="4928616"/>
            <a:ext cx="64008" cy="64008"/>
          </a:xfrm>
          <a:prstGeom prst="ellipse">
            <a:avLst/>
          </a:prstGeom>
          <a:solidFill>
            <a:srgbClr val="26364E">
              <a:alpha val="84000"/>
            </a:srgbClr>
          </a:solidFill>
          <a:ln w="3810">
            <a:solidFill>
              <a:srgbClr val="26364E">
                <a:alpha val="0"/>
              </a:srgbClr>
            </a:solidFill>
            <a:prstDash val="solid"/>
          </a:ln>
        </p:spPr>
      </p:sp>
      <p:sp>
        <p:nvSpPr>
          <p:cNvPr id="50" name="Shape 48"/>
          <p:cNvSpPr/>
          <p:nvPr/>
        </p:nvSpPr>
        <p:spPr>
          <a:xfrm>
            <a:off x="9386042" y="4928616"/>
            <a:ext cx="64008" cy="64008"/>
          </a:xfrm>
          <a:prstGeom prst="ellipse">
            <a:avLst/>
          </a:prstGeom>
          <a:solidFill>
            <a:srgbClr val="26364E">
              <a:alpha val="84000"/>
            </a:srgbClr>
          </a:solidFill>
          <a:ln w="3810">
            <a:solidFill>
              <a:srgbClr val="26364E">
                <a:alpha val="0"/>
              </a:srgbClr>
            </a:solidFill>
            <a:prstDash val="solid"/>
          </a:ln>
        </p:spPr>
      </p:sp>
      <p:sp>
        <p:nvSpPr>
          <p:cNvPr id="51" name="Shape 49"/>
          <p:cNvSpPr/>
          <p:nvPr/>
        </p:nvSpPr>
        <p:spPr>
          <a:xfrm>
            <a:off x="9476933" y="4928616"/>
            <a:ext cx="64008" cy="64008"/>
          </a:xfrm>
          <a:prstGeom prst="ellipse">
            <a:avLst/>
          </a:prstGeom>
          <a:solidFill>
            <a:srgbClr val="26364E">
              <a:alpha val="84000"/>
            </a:srgbClr>
          </a:solidFill>
          <a:ln w="3810">
            <a:solidFill>
              <a:srgbClr val="26364E">
                <a:alpha val="0"/>
              </a:srgbClr>
            </a:solidFill>
            <a:prstDash val="solid"/>
          </a:ln>
        </p:spPr>
      </p:sp>
      <p:sp>
        <p:nvSpPr>
          <p:cNvPr id="52" name="Shape 50"/>
          <p:cNvSpPr/>
          <p:nvPr/>
        </p:nvSpPr>
        <p:spPr>
          <a:xfrm>
            <a:off x="9567824" y="4928616"/>
            <a:ext cx="64008" cy="64008"/>
          </a:xfrm>
          <a:prstGeom prst="ellipse">
            <a:avLst/>
          </a:prstGeom>
          <a:solidFill>
            <a:srgbClr val="26364E">
              <a:alpha val="84000"/>
            </a:srgbClr>
          </a:solidFill>
          <a:ln w="3810">
            <a:solidFill>
              <a:srgbClr val="26364E">
                <a:alpha val="0"/>
              </a:srgbClr>
            </a:solidFill>
            <a:prstDash val="solid"/>
          </a:ln>
        </p:spPr>
      </p:sp>
      <p:sp>
        <p:nvSpPr>
          <p:cNvPr id="53" name="Shape 51"/>
          <p:cNvSpPr/>
          <p:nvPr/>
        </p:nvSpPr>
        <p:spPr>
          <a:xfrm>
            <a:off x="9658716" y="4928616"/>
            <a:ext cx="64008" cy="64008"/>
          </a:xfrm>
          <a:prstGeom prst="ellipse">
            <a:avLst/>
          </a:prstGeom>
          <a:solidFill>
            <a:srgbClr val="26364E">
              <a:alpha val="84000"/>
            </a:srgbClr>
          </a:solidFill>
          <a:ln w="3810">
            <a:solidFill>
              <a:srgbClr val="26364E">
                <a:alpha val="0"/>
              </a:srgbClr>
            </a:solidFill>
            <a:prstDash val="solid"/>
          </a:ln>
        </p:spPr>
      </p:sp>
      <p:sp>
        <p:nvSpPr>
          <p:cNvPr id="54" name="Shape 52"/>
          <p:cNvSpPr/>
          <p:nvPr/>
        </p:nvSpPr>
        <p:spPr>
          <a:xfrm>
            <a:off x="9749607" y="4928616"/>
            <a:ext cx="64008" cy="64008"/>
          </a:xfrm>
          <a:prstGeom prst="ellipse">
            <a:avLst/>
          </a:prstGeom>
          <a:solidFill>
            <a:srgbClr val="26364E">
              <a:alpha val="84000"/>
            </a:srgbClr>
          </a:solidFill>
          <a:ln w="3810">
            <a:solidFill>
              <a:srgbClr val="26364E">
                <a:alpha val="0"/>
              </a:srgbClr>
            </a:solidFill>
            <a:prstDash val="solid"/>
          </a:ln>
        </p:spPr>
      </p:sp>
      <p:sp>
        <p:nvSpPr>
          <p:cNvPr id="55" name="Shape 53"/>
          <p:cNvSpPr/>
          <p:nvPr/>
        </p:nvSpPr>
        <p:spPr>
          <a:xfrm>
            <a:off x="9840498" y="4928616"/>
            <a:ext cx="64008" cy="64008"/>
          </a:xfrm>
          <a:prstGeom prst="ellipse">
            <a:avLst/>
          </a:prstGeom>
          <a:solidFill>
            <a:srgbClr val="26364E">
              <a:alpha val="84000"/>
            </a:srgbClr>
          </a:solidFill>
          <a:ln w="3810">
            <a:solidFill>
              <a:srgbClr val="26364E">
                <a:alpha val="0"/>
              </a:srgbClr>
            </a:solidFill>
            <a:prstDash val="solid"/>
          </a:ln>
        </p:spPr>
      </p:sp>
      <p:sp>
        <p:nvSpPr>
          <p:cNvPr id="56" name="Shape 54"/>
          <p:cNvSpPr/>
          <p:nvPr/>
        </p:nvSpPr>
        <p:spPr>
          <a:xfrm>
            <a:off x="9931390" y="4928616"/>
            <a:ext cx="64008" cy="64008"/>
          </a:xfrm>
          <a:prstGeom prst="ellipse">
            <a:avLst/>
          </a:prstGeom>
          <a:solidFill>
            <a:srgbClr val="26364E">
              <a:alpha val="84000"/>
            </a:srgbClr>
          </a:solidFill>
          <a:ln w="3810">
            <a:solidFill>
              <a:srgbClr val="26364E">
                <a:alpha val="0"/>
              </a:srgbClr>
            </a:solidFill>
            <a:prstDash val="solid"/>
          </a:ln>
        </p:spPr>
      </p:sp>
      <p:sp>
        <p:nvSpPr>
          <p:cNvPr id="57" name="Shape 55"/>
          <p:cNvSpPr/>
          <p:nvPr/>
        </p:nvSpPr>
        <p:spPr>
          <a:xfrm>
            <a:off x="10022281" y="4928616"/>
            <a:ext cx="64008" cy="64008"/>
          </a:xfrm>
          <a:prstGeom prst="ellipse">
            <a:avLst/>
          </a:prstGeom>
          <a:solidFill>
            <a:srgbClr val="26364E">
              <a:alpha val="84000"/>
            </a:srgbClr>
          </a:solidFill>
          <a:ln w="3810">
            <a:solidFill>
              <a:srgbClr val="26364E">
                <a:alpha val="0"/>
              </a:srgbClr>
            </a:solidFill>
            <a:prstDash val="solid"/>
          </a:ln>
        </p:spPr>
      </p:sp>
      <p:sp>
        <p:nvSpPr>
          <p:cNvPr id="58" name="Shape 56"/>
          <p:cNvSpPr/>
          <p:nvPr/>
        </p:nvSpPr>
        <p:spPr>
          <a:xfrm>
            <a:off x="10113173" y="4928616"/>
            <a:ext cx="64008" cy="64008"/>
          </a:xfrm>
          <a:prstGeom prst="ellipse">
            <a:avLst/>
          </a:prstGeom>
          <a:solidFill>
            <a:srgbClr val="26364E">
              <a:alpha val="84000"/>
            </a:srgbClr>
          </a:solidFill>
          <a:ln w="3810">
            <a:solidFill>
              <a:srgbClr val="26364E">
                <a:alpha val="0"/>
              </a:srgbClr>
            </a:solidFill>
            <a:prstDash val="solid"/>
          </a:ln>
        </p:spPr>
      </p:sp>
      <p:sp>
        <p:nvSpPr>
          <p:cNvPr id="59" name="Shape 57"/>
          <p:cNvSpPr/>
          <p:nvPr/>
        </p:nvSpPr>
        <p:spPr>
          <a:xfrm>
            <a:off x="10204064" y="4928616"/>
            <a:ext cx="64008" cy="64008"/>
          </a:xfrm>
          <a:prstGeom prst="ellipse">
            <a:avLst/>
          </a:prstGeom>
          <a:solidFill>
            <a:srgbClr val="26364E">
              <a:alpha val="84000"/>
            </a:srgbClr>
          </a:solidFill>
          <a:ln w="3810">
            <a:solidFill>
              <a:srgbClr val="26364E">
                <a:alpha val="0"/>
              </a:srgbClr>
            </a:solidFill>
            <a:prstDash val="solid"/>
          </a:ln>
        </p:spPr>
      </p:sp>
      <p:sp>
        <p:nvSpPr>
          <p:cNvPr id="60" name="Shape 58"/>
          <p:cNvSpPr/>
          <p:nvPr/>
        </p:nvSpPr>
        <p:spPr>
          <a:xfrm>
            <a:off x="10294955" y="4928616"/>
            <a:ext cx="64008" cy="64008"/>
          </a:xfrm>
          <a:prstGeom prst="ellipse">
            <a:avLst/>
          </a:prstGeom>
          <a:solidFill>
            <a:srgbClr val="26364E">
              <a:alpha val="84000"/>
            </a:srgbClr>
          </a:solidFill>
          <a:ln w="3810">
            <a:solidFill>
              <a:srgbClr val="26364E">
                <a:alpha val="0"/>
              </a:srgbClr>
            </a:solidFill>
            <a:prstDash val="solid"/>
          </a:ln>
        </p:spPr>
      </p:sp>
      <p:sp>
        <p:nvSpPr>
          <p:cNvPr id="61" name="Shape 59"/>
          <p:cNvSpPr/>
          <p:nvPr/>
        </p:nvSpPr>
        <p:spPr>
          <a:xfrm>
            <a:off x="10385847" y="4928616"/>
            <a:ext cx="64008" cy="64008"/>
          </a:xfrm>
          <a:prstGeom prst="ellipse">
            <a:avLst/>
          </a:prstGeom>
          <a:solidFill>
            <a:srgbClr val="26364E">
              <a:alpha val="84000"/>
            </a:srgbClr>
          </a:solidFill>
          <a:ln w="3810">
            <a:solidFill>
              <a:srgbClr val="26364E">
                <a:alpha val="0"/>
              </a:srgbClr>
            </a:solidFill>
            <a:prstDash val="solid"/>
          </a:ln>
        </p:spPr>
      </p:sp>
      <p:sp>
        <p:nvSpPr>
          <p:cNvPr id="62" name="Shape 60"/>
          <p:cNvSpPr/>
          <p:nvPr/>
        </p:nvSpPr>
        <p:spPr>
          <a:xfrm>
            <a:off x="10476738" y="4928616"/>
            <a:ext cx="64008" cy="64008"/>
          </a:xfrm>
          <a:prstGeom prst="ellipse">
            <a:avLst/>
          </a:prstGeom>
          <a:solidFill>
            <a:srgbClr val="26364E">
              <a:alpha val="84000"/>
            </a:srgbClr>
          </a:solidFill>
          <a:ln w="3810">
            <a:solidFill>
              <a:srgbClr val="26364E">
                <a:alpha val="0"/>
              </a:srgbClr>
            </a:solidFill>
            <a:prstDash val="solid"/>
          </a:ln>
        </p:spPr>
      </p:sp>
      <p:sp>
        <p:nvSpPr>
          <p:cNvPr id="63" name="Shape 61"/>
          <p:cNvSpPr/>
          <p:nvPr/>
        </p:nvSpPr>
        <p:spPr>
          <a:xfrm>
            <a:off x="10567629" y="4928616"/>
            <a:ext cx="64008" cy="64008"/>
          </a:xfrm>
          <a:prstGeom prst="ellipse">
            <a:avLst/>
          </a:prstGeom>
          <a:solidFill>
            <a:srgbClr val="26364E">
              <a:alpha val="84000"/>
            </a:srgbClr>
          </a:solidFill>
          <a:ln w="3810">
            <a:solidFill>
              <a:srgbClr val="26364E">
                <a:alpha val="0"/>
              </a:srgbClr>
            </a:solidFill>
            <a:prstDash val="solid"/>
          </a:ln>
        </p:spPr>
      </p:sp>
      <p:sp>
        <p:nvSpPr>
          <p:cNvPr id="64" name="Shape 62"/>
          <p:cNvSpPr/>
          <p:nvPr/>
        </p:nvSpPr>
        <p:spPr>
          <a:xfrm>
            <a:off x="10658521" y="4928616"/>
            <a:ext cx="64008" cy="64008"/>
          </a:xfrm>
          <a:prstGeom prst="ellipse">
            <a:avLst/>
          </a:prstGeom>
          <a:solidFill>
            <a:srgbClr val="42E0CB"/>
          </a:solidFill>
          <a:ln w="3810">
            <a:solidFill>
              <a:srgbClr val="42E0CB">
                <a:alpha val="0"/>
              </a:srgbClr>
            </a:solidFill>
            <a:prstDash val="solid"/>
          </a:ln>
        </p:spPr>
      </p:sp>
      <p:sp>
        <p:nvSpPr>
          <p:cNvPr id="65" name="Shape 63"/>
          <p:cNvSpPr/>
          <p:nvPr/>
        </p:nvSpPr>
        <p:spPr>
          <a:xfrm>
            <a:off x="10749412" y="4928616"/>
            <a:ext cx="64008" cy="64008"/>
          </a:xfrm>
          <a:prstGeom prst="ellipse">
            <a:avLst/>
          </a:prstGeom>
          <a:solidFill>
            <a:srgbClr val="26364E">
              <a:alpha val="84000"/>
            </a:srgbClr>
          </a:solidFill>
          <a:ln w="3810">
            <a:solidFill>
              <a:srgbClr val="26364E">
                <a:alpha val="0"/>
              </a:srgbClr>
            </a:solidFill>
            <a:prstDash val="solid"/>
          </a:ln>
        </p:spPr>
      </p:sp>
      <p:sp>
        <p:nvSpPr>
          <p:cNvPr id="66" name="Shape 64"/>
          <p:cNvSpPr/>
          <p:nvPr/>
        </p:nvSpPr>
        <p:spPr>
          <a:xfrm>
            <a:off x="7931780" y="5019507"/>
            <a:ext cx="64008" cy="64008"/>
          </a:xfrm>
          <a:prstGeom prst="ellipse">
            <a:avLst/>
          </a:prstGeom>
          <a:solidFill>
            <a:srgbClr val="42E0CB"/>
          </a:solidFill>
          <a:ln w="3810">
            <a:solidFill>
              <a:srgbClr val="42E0CB">
                <a:alpha val="0"/>
              </a:srgbClr>
            </a:solidFill>
            <a:prstDash val="solid"/>
          </a:ln>
        </p:spPr>
      </p:sp>
      <p:sp>
        <p:nvSpPr>
          <p:cNvPr id="67" name="Shape 65"/>
          <p:cNvSpPr/>
          <p:nvPr/>
        </p:nvSpPr>
        <p:spPr>
          <a:xfrm>
            <a:off x="8022671" y="5019507"/>
            <a:ext cx="64008" cy="64008"/>
          </a:xfrm>
          <a:prstGeom prst="ellipse">
            <a:avLst/>
          </a:prstGeom>
          <a:solidFill>
            <a:srgbClr val="26364E">
              <a:alpha val="84000"/>
            </a:srgbClr>
          </a:solidFill>
          <a:ln w="3810">
            <a:solidFill>
              <a:srgbClr val="26364E">
                <a:alpha val="0"/>
              </a:srgbClr>
            </a:solidFill>
            <a:prstDash val="solid"/>
          </a:ln>
        </p:spPr>
      </p:sp>
      <p:sp>
        <p:nvSpPr>
          <p:cNvPr id="68" name="Shape 66"/>
          <p:cNvSpPr/>
          <p:nvPr/>
        </p:nvSpPr>
        <p:spPr>
          <a:xfrm>
            <a:off x="8113563" y="5019507"/>
            <a:ext cx="64008" cy="64008"/>
          </a:xfrm>
          <a:prstGeom prst="ellipse">
            <a:avLst/>
          </a:prstGeom>
          <a:solidFill>
            <a:srgbClr val="42E0CB"/>
          </a:solidFill>
          <a:ln w="3810">
            <a:solidFill>
              <a:srgbClr val="42E0CB">
                <a:alpha val="0"/>
              </a:srgbClr>
            </a:solidFill>
            <a:prstDash val="solid"/>
          </a:ln>
        </p:spPr>
      </p:sp>
      <p:sp>
        <p:nvSpPr>
          <p:cNvPr id="69" name="Shape 67"/>
          <p:cNvSpPr/>
          <p:nvPr/>
        </p:nvSpPr>
        <p:spPr>
          <a:xfrm>
            <a:off x="8204454" y="5019507"/>
            <a:ext cx="64008" cy="64008"/>
          </a:xfrm>
          <a:prstGeom prst="ellipse">
            <a:avLst/>
          </a:prstGeom>
          <a:solidFill>
            <a:srgbClr val="26364E">
              <a:alpha val="84000"/>
            </a:srgbClr>
          </a:solidFill>
          <a:ln w="3810">
            <a:solidFill>
              <a:srgbClr val="26364E">
                <a:alpha val="0"/>
              </a:srgbClr>
            </a:solidFill>
            <a:prstDash val="solid"/>
          </a:ln>
        </p:spPr>
      </p:sp>
      <p:sp>
        <p:nvSpPr>
          <p:cNvPr id="70" name="Shape 68"/>
          <p:cNvSpPr/>
          <p:nvPr/>
        </p:nvSpPr>
        <p:spPr>
          <a:xfrm>
            <a:off x="8295345" y="5019507"/>
            <a:ext cx="64008" cy="64008"/>
          </a:xfrm>
          <a:prstGeom prst="ellipse">
            <a:avLst/>
          </a:prstGeom>
          <a:solidFill>
            <a:srgbClr val="42E0CB"/>
          </a:solidFill>
          <a:ln w="3810">
            <a:solidFill>
              <a:srgbClr val="42E0CB">
                <a:alpha val="0"/>
              </a:srgbClr>
            </a:solidFill>
            <a:prstDash val="solid"/>
          </a:ln>
        </p:spPr>
      </p:sp>
      <p:sp>
        <p:nvSpPr>
          <p:cNvPr id="71" name="Shape 69"/>
          <p:cNvSpPr/>
          <p:nvPr/>
        </p:nvSpPr>
        <p:spPr>
          <a:xfrm>
            <a:off x="8386237" y="5019507"/>
            <a:ext cx="64008" cy="64008"/>
          </a:xfrm>
          <a:prstGeom prst="ellipse">
            <a:avLst/>
          </a:prstGeom>
          <a:solidFill>
            <a:srgbClr val="26364E">
              <a:alpha val="84000"/>
            </a:srgbClr>
          </a:solidFill>
          <a:ln w="3810">
            <a:solidFill>
              <a:srgbClr val="26364E">
                <a:alpha val="0"/>
              </a:srgbClr>
            </a:solidFill>
            <a:prstDash val="solid"/>
          </a:ln>
        </p:spPr>
      </p:sp>
      <p:sp>
        <p:nvSpPr>
          <p:cNvPr id="72" name="Shape 70"/>
          <p:cNvSpPr/>
          <p:nvPr/>
        </p:nvSpPr>
        <p:spPr>
          <a:xfrm>
            <a:off x="8477128" y="5019507"/>
            <a:ext cx="64008" cy="64008"/>
          </a:xfrm>
          <a:prstGeom prst="ellipse">
            <a:avLst/>
          </a:prstGeom>
          <a:solidFill>
            <a:srgbClr val="26364E">
              <a:alpha val="84000"/>
            </a:srgbClr>
          </a:solidFill>
          <a:ln w="3810">
            <a:solidFill>
              <a:srgbClr val="26364E">
                <a:alpha val="0"/>
              </a:srgbClr>
            </a:solidFill>
            <a:prstDash val="solid"/>
          </a:ln>
        </p:spPr>
      </p:sp>
      <p:sp>
        <p:nvSpPr>
          <p:cNvPr id="73" name="Shape 71"/>
          <p:cNvSpPr/>
          <p:nvPr/>
        </p:nvSpPr>
        <p:spPr>
          <a:xfrm>
            <a:off x="8568019" y="5019507"/>
            <a:ext cx="64008" cy="64008"/>
          </a:xfrm>
          <a:prstGeom prst="ellipse">
            <a:avLst/>
          </a:prstGeom>
          <a:solidFill>
            <a:srgbClr val="42E0CB"/>
          </a:solidFill>
          <a:ln w="3810">
            <a:solidFill>
              <a:srgbClr val="42E0CB">
                <a:alpha val="0"/>
              </a:srgbClr>
            </a:solidFill>
            <a:prstDash val="solid"/>
          </a:ln>
        </p:spPr>
      </p:sp>
      <p:sp>
        <p:nvSpPr>
          <p:cNvPr id="74" name="Shape 72"/>
          <p:cNvSpPr/>
          <p:nvPr/>
        </p:nvSpPr>
        <p:spPr>
          <a:xfrm>
            <a:off x="8658911" y="5019507"/>
            <a:ext cx="64008" cy="64008"/>
          </a:xfrm>
          <a:prstGeom prst="ellipse">
            <a:avLst/>
          </a:prstGeom>
          <a:solidFill>
            <a:srgbClr val="26364E">
              <a:alpha val="84000"/>
            </a:srgbClr>
          </a:solidFill>
          <a:ln w="3810">
            <a:solidFill>
              <a:srgbClr val="26364E">
                <a:alpha val="0"/>
              </a:srgbClr>
            </a:solidFill>
            <a:prstDash val="solid"/>
          </a:ln>
        </p:spPr>
      </p:sp>
      <p:sp>
        <p:nvSpPr>
          <p:cNvPr id="75" name="Shape 73"/>
          <p:cNvSpPr/>
          <p:nvPr/>
        </p:nvSpPr>
        <p:spPr>
          <a:xfrm>
            <a:off x="8749802" y="5019507"/>
            <a:ext cx="64008" cy="64008"/>
          </a:xfrm>
          <a:prstGeom prst="ellipse">
            <a:avLst/>
          </a:prstGeom>
          <a:solidFill>
            <a:srgbClr val="26364E">
              <a:alpha val="84000"/>
            </a:srgbClr>
          </a:solidFill>
          <a:ln w="3810">
            <a:solidFill>
              <a:srgbClr val="26364E">
                <a:alpha val="0"/>
              </a:srgbClr>
            </a:solidFill>
            <a:prstDash val="solid"/>
          </a:ln>
        </p:spPr>
      </p:sp>
      <p:sp>
        <p:nvSpPr>
          <p:cNvPr id="76" name="Shape 74"/>
          <p:cNvSpPr/>
          <p:nvPr/>
        </p:nvSpPr>
        <p:spPr>
          <a:xfrm>
            <a:off x="8840694" y="5019507"/>
            <a:ext cx="64008" cy="64008"/>
          </a:xfrm>
          <a:prstGeom prst="ellipse">
            <a:avLst/>
          </a:prstGeom>
          <a:solidFill>
            <a:srgbClr val="26364E">
              <a:alpha val="84000"/>
            </a:srgbClr>
          </a:solidFill>
          <a:ln w="3810">
            <a:solidFill>
              <a:srgbClr val="26364E">
                <a:alpha val="0"/>
              </a:srgbClr>
            </a:solidFill>
            <a:prstDash val="solid"/>
          </a:ln>
        </p:spPr>
      </p:sp>
      <p:sp>
        <p:nvSpPr>
          <p:cNvPr id="77" name="Shape 75"/>
          <p:cNvSpPr/>
          <p:nvPr/>
        </p:nvSpPr>
        <p:spPr>
          <a:xfrm>
            <a:off x="8931585" y="5019507"/>
            <a:ext cx="64008" cy="64008"/>
          </a:xfrm>
          <a:prstGeom prst="ellipse">
            <a:avLst/>
          </a:prstGeom>
          <a:solidFill>
            <a:srgbClr val="26364E">
              <a:alpha val="84000"/>
            </a:srgbClr>
          </a:solidFill>
          <a:ln w="3810">
            <a:solidFill>
              <a:srgbClr val="26364E">
                <a:alpha val="0"/>
              </a:srgbClr>
            </a:solidFill>
            <a:prstDash val="solid"/>
          </a:ln>
        </p:spPr>
      </p:sp>
      <p:sp>
        <p:nvSpPr>
          <p:cNvPr id="78" name="Shape 76"/>
          <p:cNvSpPr/>
          <p:nvPr/>
        </p:nvSpPr>
        <p:spPr>
          <a:xfrm>
            <a:off x="9022476" y="5019507"/>
            <a:ext cx="64008" cy="64008"/>
          </a:xfrm>
          <a:prstGeom prst="ellipse">
            <a:avLst/>
          </a:prstGeom>
          <a:solidFill>
            <a:srgbClr val="26364E">
              <a:alpha val="84000"/>
            </a:srgbClr>
          </a:solidFill>
          <a:ln w="3810">
            <a:solidFill>
              <a:srgbClr val="26364E">
                <a:alpha val="0"/>
              </a:srgbClr>
            </a:solidFill>
            <a:prstDash val="solid"/>
          </a:ln>
        </p:spPr>
      </p:sp>
      <p:sp>
        <p:nvSpPr>
          <p:cNvPr id="79" name="Shape 77"/>
          <p:cNvSpPr/>
          <p:nvPr/>
        </p:nvSpPr>
        <p:spPr>
          <a:xfrm>
            <a:off x="9113368" y="5019507"/>
            <a:ext cx="64008" cy="64008"/>
          </a:xfrm>
          <a:prstGeom prst="ellipse">
            <a:avLst/>
          </a:prstGeom>
          <a:solidFill>
            <a:srgbClr val="42E0CB"/>
          </a:solidFill>
          <a:ln w="3810">
            <a:solidFill>
              <a:srgbClr val="42E0CB">
                <a:alpha val="0"/>
              </a:srgbClr>
            </a:solidFill>
            <a:prstDash val="solid"/>
          </a:ln>
        </p:spPr>
      </p:sp>
      <p:sp>
        <p:nvSpPr>
          <p:cNvPr id="80" name="Shape 78"/>
          <p:cNvSpPr/>
          <p:nvPr/>
        </p:nvSpPr>
        <p:spPr>
          <a:xfrm>
            <a:off x="9204259" y="5019507"/>
            <a:ext cx="64008" cy="64008"/>
          </a:xfrm>
          <a:prstGeom prst="ellipse">
            <a:avLst/>
          </a:prstGeom>
          <a:solidFill>
            <a:srgbClr val="26364E">
              <a:alpha val="84000"/>
            </a:srgbClr>
          </a:solidFill>
          <a:ln w="3810">
            <a:solidFill>
              <a:srgbClr val="26364E">
                <a:alpha val="0"/>
              </a:srgbClr>
            </a:solidFill>
            <a:prstDash val="solid"/>
          </a:ln>
        </p:spPr>
      </p:sp>
      <p:sp>
        <p:nvSpPr>
          <p:cNvPr id="81" name="Shape 79"/>
          <p:cNvSpPr/>
          <p:nvPr/>
        </p:nvSpPr>
        <p:spPr>
          <a:xfrm>
            <a:off x="9295150" y="5019507"/>
            <a:ext cx="64008" cy="64008"/>
          </a:xfrm>
          <a:prstGeom prst="ellipse">
            <a:avLst/>
          </a:prstGeom>
          <a:solidFill>
            <a:srgbClr val="26364E">
              <a:alpha val="84000"/>
            </a:srgbClr>
          </a:solidFill>
          <a:ln w="3810">
            <a:solidFill>
              <a:srgbClr val="26364E">
                <a:alpha val="0"/>
              </a:srgbClr>
            </a:solidFill>
            <a:prstDash val="solid"/>
          </a:ln>
        </p:spPr>
      </p:sp>
      <p:sp>
        <p:nvSpPr>
          <p:cNvPr id="82" name="Shape 80"/>
          <p:cNvSpPr/>
          <p:nvPr/>
        </p:nvSpPr>
        <p:spPr>
          <a:xfrm>
            <a:off x="9386042" y="5019507"/>
            <a:ext cx="64008" cy="64008"/>
          </a:xfrm>
          <a:prstGeom prst="ellipse">
            <a:avLst/>
          </a:prstGeom>
          <a:solidFill>
            <a:srgbClr val="26364E">
              <a:alpha val="84000"/>
            </a:srgbClr>
          </a:solidFill>
          <a:ln w="3810">
            <a:solidFill>
              <a:srgbClr val="26364E">
                <a:alpha val="0"/>
              </a:srgbClr>
            </a:solidFill>
            <a:prstDash val="solid"/>
          </a:ln>
        </p:spPr>
      </p:sp>
      <p:sp>
        <p:nvSpPr>
          <p:cNvPr id="83" name="Shape 81"/>
          <p:cNvSpPr/>
          <p:nvPr/>
        </p:nvSpPr>
        <p:spPr>
          <a:xfrm>
            <a:off x="9476933" y="5019507"/>
            <a:ext cx="64008" cy="64008"/>
          </a:xfrm>
          <a:prstGeom prst="ellipse">
            <a:avLst/>
          </a:prstGeom>
          <a:solidFill>
            <a:srgbClr val="26364E">
              <a:alpha val="84000"/>
            </a:srgbClr>
          </a:solidFill>
          <a:ln w="3810">
            <a:solidFill>
              <a:srgbClr val="26364E">
                <a:alpha val="0"/>
              </a:srgbClr>
            </a:solidFill>
            <a:prstDash val="solid"/>
          </a:ln>
        </p:spPr>
      </p:sp>
      <p:sp>
        <p:nvSpPr>
          <p:cNvPr id="84" name="Shape 82"/>
          <p:cNvSpPr/>
          <p:nvPr/>
        </p:nvSpPr>
        <p:spPr>
          <a:xfrm>
            <a:off x="9567824" y="5019507"/>
            <a:ext cx="64008" cy="64008"/>
          </a:xfrm>
          <a:prstGeom prst="ellipse">
            <a:avLst/>
          </a:prstGeom>
          <a:solidFill>
            <a:srgbClr val="26364E">
              <a:alpha val="84000"/>
            </a:srgbClr>
          </a:solidFill>
          <a:ln w="3810">
            <a:solidFill>
              <a:srgbClr val="26364E">
                <a:alpha val="0"/>
              </a:srgbClr>
            </a:solidFill>
            <a:prstDash val="solid"/>
          </a:ln>
        </p:spPr>
      </p:sp>
      <p:sp>
        <p:nvSpPr>
          <p:cNvPr id="85" name="Shape 83"/>
          <p:cNvSpPr/>
          <p:nvPr/>
        </p:nvSpPr>
        <p:spPr>
          <a:xfrm>
            <a:off x="9658716" y="5019507"/>
            <a:ext cx="64008" cy="64008"/>
          </a:xfrm>
          <a:prstGeom prst="ellipse">
            <a:avLst/>
          </a:prstGeom>
          <a:solidFill>
            <a:srgbClr val="42E0CB"/>
          </a:solidFill>
          <a:ln w="3810">
            <a:solidFill>
              <a:srgbClr val="42E0CB">
                <a:alpha val="0"/>
              </a:srgbClr>
            </a:solidFill>
            <a:prstDash val="solid"/>
          </a:ln>
        </p:spPr>
      </p:sp>
      <p:sp>
        <p:nvSpPr>
          <p:cNvPr id="86" name="Shape 84"/>
          <p:cNvSpPr/>
          <p:nvPr/>
        </p:nvSpPr>
        <p:spPr>
          <a:xfrm>
            <a:off x="9749607" y="5019507"/>
            <a:ext cx="64008" cy="64008"/>
          </a:xfrm>
          <a:prstGeom prst="ellipse">
            <a:avLst/>
          </a:prstGeom>
          <a:solidFill>
            <a:srgbClr val="26364E">
              <a:alpha val="84000"/>
            </a:srgbClr>
          </a:solidFill>
          <a:ln w="3810">
            <a:solidFill>
              <a:srgbClr val="26364E">
                <a:alpha val="0"/>
              </a:srgbClr>
            </a:solidFill>
            <a:prstDash val="solid"/>
          </a:ln>
        </p:spPr>
      </p:sp>
      <p:sp>
        <p:nvSpPr>
          <p:cNvPr id="87" name="Shape 85"/>
          <p:cNvSpPr/>
          <p:nvPr/>
        </p:nvSpPr>
        <p:spPr>
          <a:xfrm>
            <a:off x="9840498" y="5019507"/>
            <a:ext cx="64008" cy="64008"/>
          </a:xfrm>
          <a:prstGeom prst="ellipse">
            <a:avLst/>
          </a:prstGeom>
          <a:solidFill>
            <a:srgbClr val="26364E">
              <a:alpha val="84000"/>
            </a:srgbClr>
          </a:solidFill>
          <a:ln w="3810">
            <a:solidFill>
              <a:srgbClr val="26364E">
                <a:alpha val="0"/>
              </a:srgbClr>
            </a:solidFill>
            <a:prstDash val="solid"/>
          </a:ln>
        </p:spPr>
      </p:sp>
      <p:sp>
        <p:nvSpPr>
          <p:cNvPr id="88" name="Shape 86"/>
          <p:cNvSpPr/>
          <p:nvPr/>
        </p:nvSpPr>
        <p:spPr>
          <a:xfrm>
            <a:off x="9931390" y="5019507"/>
            <a:ext cx="64008" cy="64008"/>
          </a:xfrm>
          <a:prstGeom prst="ellipse">
            <a:avLst/>
          </a:prstGeom>
          <a:solidFill>
            <a:srgbClr val="26364E">
              <a:alpha val="84000"/>
            </a:srgbClr>
          </a:solidFill>
          <a:ln w="3810">
            <a:solidFill>
              <a:srgbClr val="26364E">
                <a:alpha val="0"/>
              </a:srgbClr>
            </a:solidFill>
            <a:prstDash val="solid"/>
          </a:ln>
        </p:spPr>
      </p:sp>
      <p:sp>
        <p:nvSpPr>
          <p:cNvPr id="89" name="Shape 87"/>
          <p:cNvSpPr/>
          <p:nvPr/>
        </p:nvSpPr>
        <p:spPr>
          <a:xfrm>
            <a:off x="10022281" y="5019507"/>
            <a:ext cx="64008" cy="64008"/>
          </a:xfrm>
          <a:prstGeom prst="ellipse">
            <a:avLst/>
          </a:prstGeom>
          <a:solidFill>
            <a:srgbClr val="26364E">
              <a:alpha val="84000"/>
            </a:srgbClr>
          </a:solidFill>
          <a:ln w="3810">
            <a:solidFill>
              <a:srgbClr val="26364E">
                <a:alpha val="0"/>
              </a:srgbClr>
            </a:solidFill>
            <a:prstDash val="solid"/>
          </a:ln>
        </p:spPr>
      </p:sp>
      <p:sp>
        <p:nvSpPr>
          <p:cNvPr id="90" name="Shape 88"/>
          <p:cNvSpPr/>
          <p:nvPr/>
        </p:nvSpPr>
        <p:spPr>
          <a:xfrm>
            <a:off x="10113173" y="5019507"/>
            <a:ext cx="64008" cy="64008"/>
          </a:xfrm>
          <a:prstGeom prst="ellipse">
            <a:avLst/>
          </a:prstGeom>
          <a:solidFill>
            <a:srgbClr val="26364E">
              <a:alpha val="84000"/>
            </a:srgbClr>
          </a:solidFill>
          <a:ln w="3810">
            <a:solidFill>
              <a:srgbClr val="26364E">
                <a:alpha val="0"/>
              </a:srgbClr>
            </a:solidFill>
            <a:prstDash val="solid"/>
          </a:ln>
        </p:spPr>
      </p:sp>
      <p:sp>
        <p:nvSpPr>
          <p:cNvPr id="91" name="Shape 89"/>
          <p:cNvSpPr/>
          <p:nvPr/>
        </p:nvSpPr>
        <p:spPr>
          <a:xfrm>
            <a:off x="10204064" y="5019507"/>
            <a:ext cx="64008" cy="64008"/>
          </a:xfrm>
          <a:prstGeom prst="ellipse">
            <a:avLst/>
          </a:prstGeom>
          <a:solidFill>
            <a:srgbClr val="42E0CB"/>
          </a:solidFill>
          <a:ln w="3810">
            <a:solidFill>
              <a:srgbClr val="42E0CB">
                <a:alpha val="0"/>
              </a:srgbClr>
            </a:solidFill>
            <a:prstDash val="solid"/>
          </a:ln>
        </p:spPr>
      </p:sp>
      <p:sp>
        <p:nvSpPr>
          <p:cNvPr id="92" name="Shape 90"/>
          <p:cNvSpPr/>
          <p:nvPr/>
        </p:nvSpPr>
        <p:spPr>
          <a:xfrm>
            <a:off x="10294955" y="5019507"/>
            <a:ext cx="64008" cy="64008"/>
          </a:xfrm>
          <a:prstGeom prst="ellipse">
            <a:avLst/>
          </a:prstGeom>
          <a:solidFill>
            <a:srgbClr val="26364E">
              <a:alpha val="84000"/>
            </a:srgbClr>
          </a:solidFill>
          <a:ln w="3810">
            <a:solidFill>
              <a:srgbClr val="26364E">
                <a:alpha val="0"/>
              </a:srgbClr>
            </a:solidFill>
            <a:prstDash val="solid"/>
          </a:ln>
        </p:spPr>
      </p:sp>
      <p:sp>
        <p:nvSpPr>
          <p:cNvPr id="93" name="Shape 91"/>
          <p:cNvSpPr/>
          <p:nvPr/>
        </p:nvSpPr>
        <p:spPr>
          <a:xfrm>
            <a:off x="10385847" y="5019507"/>
            <a:ext cx="64008" cy="64008"/>
          </a:xfrm>
          <a:prstGeom prst="ellipse">
            <a:avLst/>
          </a:prstGeom>
          <a:solidFill>
            <a:srgbClr val="26364E">
              <a:alpha val="84000"/>
            </a:srgbClr>
          </a:solidFill>
          <a:ln w="3810">
            <a:solidFill>
              <a:srgbClr val="26364E">
                <a:alpha val="0"/>
              </a:srgbClr>
            </a:solidFill>
            <a:prstDash val="solid"/>
          </a:ln>
        </p:spPr>
      </p:sp>
      <p:sp>
        <p:nvSpPr>
          <p:cNvPr id="94" name="Shape 92"/>
          <p:cNvSpPr/>
          <p:nvPr/>
        </p:nvSpPr>
        <p:spPr>
          <a:xfrm>
            <a:off x="10476738" y="5019507"/>
            <a:ext cx="64008" cy="64008"/>
          </a:xfrm>
          <a:prstGeom prst="ellipse">
            <a:avLst/>
          </a:prstGeom>
          <a:solidFill>
            <a:srgbClr val="26364E">
              <a:alpha val="84000"/>
            </a:srgbClr>
          </a:solidFill>
          <a:ln w="3810">
            <a:solidFill>
              <a:srgbClr val="26364E">
                <a:alpha val="0"/>
              </a:srgbClr>
            </a:solidFill>
            <a:prstDash val="solid"/>
          </a:ln>
        </p:spPr>
      </p:sp>
      <p:sp>
        <p:nvSpPr>
          <p:cNvPr id="95" name="Shape 93"/>
          <p:cNvSpPr/>
          <p:nvPr/>
        </p:nvSpPr>
        <p:spPr>
          <a:xfrm>
            <a:off x="10567629" y="5019507"/>
            <a:ext cx="64008" cy="64008"/>
          </a:xfrm>
          <a:prstGeom prst="ellipse">
            <a:avLst/>
          </a:prstGeom>
          <a:solidFill>
            <a:srgbClr val="26364E">
              <a:alpha val="84000"/>
            </a:srgbClr>
          </a:solidFill>
          <a:ln w="3810">
            <a:solidFill>
              <a:srgbClr val="26364E">
                <a:alpha val="0"/>
              </a:srgbClr>
            </a:solidFill>
            <a:prstDash val="solid"/>
          </a:ln>
        </p:spPr>
      </p:sp>
      <p:sp>
        <p:nvSpPr>
          <p:cNvPr id="96" name="Shape 94"/>
          <p:cNvSpPr/>
          <p:nvPr/>
        </p:nvSpPr>
        <p:spPr>
          <a:xfrm>
            <a:off x="10658521" y="5019507"/>
            <a:ext cx="64008" cy="64008"/>
          </a:xfrm>
          <a:prstGeom prst="ellipse">
            <a:avLst/>
          </a:prstGeom>
          <a:solidFill>
            <a:srgbClr val="42E0CB"/>
          </a:solidFill>
          <a:ln w="3810">
            <a:solidFill>
              <a:srgbClr val="42E0CB">
                <a:alpha val="0"/>
              </a:srgbClr>
            </a:solidFill>
            <a:prstDash val="solid"/>
          </a:ln>
        </p:spPr>
      </p:sp>
      <p:sp>
        <p:nvSpPr>
          <p:cNvPr id="97" name="Shape 95"/>
          <p:cNvSpPr/>
          <p:nvPr/>
        </p:nvSpPr>
        <p:spPr>
          <a:xfrm>
            <a:off x="10749412" y="5019507"/>
            <a:ext cx="64008" cy="64008"/>
          </a:xfrm>
          <a:prstGeom prst="ellipse">
            <a:avLst/>
          </a:prstGeom>
          <a:solidFill>
            <a:srgbClr val="26364E">
              <a:alpha val="84000"/>
            </a:srgbClr>
          </a:solidFill>
          <a:ln w="3810">
            <a:solidFill>
              <a:srgbClr val="26364E">
                <a:alpha val="0"/>
              </a:srgbClr>
            </a:solidFill>
            <a:prstDash val="solid"/>
          </a:ln>
        </p:spPr>
      </p:sp>
      <p:sp>
        <p:nvSpPr>
          <p:cNvPr id="98" name="Shape 96"/>
          <p:cNvSpPr/>
          <p:nvPr/>
        </p:nvSpPr>
        <p:spPr>
          <a:xfrm>
            <a:off x="7931780" y="5110399"/>
            <a:ext cx="64008" cy="64008"/>
          </a:xfrm>
          <a:prstGeom prst="ellipse">
            <a:avLst/>
          </a:prstGeom>
          <a:solidFill>
            <a:srgbClr val="26364E">
              <a:alpha val="84000"/>
            </a:srgbClr>
          </a:solidFill>
          <a:ln w="3810">
            <a:solidFill>
              <a:srgbClr val="26364E">
                <a:alpha val="0"/>
              </a:srgbClr>
            </a:solidFill>
            <a:prstDash val="solid"/>
          </a:ln>
        </p:spPr>
      </p:sp>
      <p:sp>
        <p:nvSpPr>
          <p:cNvPr id="99" name="Shape 97"/>
          <p:cNvSpPr/>
          <p:nvPr/>
        </p:nvSpPr>
        <p:spPr>
          <a:xfrm>
            <a:off x="8022671" y="5110399"/>
            <a:ext cx="64008" cy="64008"/>
          </a:xfrm>
          <a:prstGeom prst="ellipse">
            <a:avLst/>
          </a:prstGeom>
          <a:solidFill>
            <a:srgbClr val="26364E">
              <a:alpha val="84000"/>
            </a:srgbClr>
          </a:solidFill>
          <a:ln w="3810">
            <a:solidFill>
              <a:srgbClr val="26364E">
                <a:alpha val="0"/>
              </a:srgbClr>
            </a:solidFill>
            <a:prstDash val="solid"/>
          </a:ln>
        </p:spPr>
      </p:sp>
      <p:sp>
        <p:nvSpPr>
          <p:cNvPr id="100" name="Shape 98"/>
          <p:cNvSpPr/>
          <p:nvPr/>
        </p:nvSpPr>
        <p:spPr>
          <a:xfrm>
            <a:off x="8113563" y="5110399"/>
            <a:ext cx="64008" cy="64008"/>
          </a:xfrm>
          <a:prstGeom prst="ellipse">
            <a:avLst/>
          </a:prstGeom>
          <a:solidFill>
            <a:srgbClr val="26364E">
              <a:alpha val="84000"/>
            </a:srgbClr>
          </a:solidFill>
          <a:ln w="3810">
            <a:solidFill>
              <a:srgbClr val="26364E">
                <a:alpha val="0"/>
              </a:srgbClr>
            </a:solidFill>
            <a:prstDash val="solid"/>
          </a:ln>
        </p:spPr>
      </p:sp>
      <p:sp>
        <p:nvSpPr>
          <p:cNvPr id="101" name="Shape 99"/>
          <p:cNvSpPr/>
          <p:nvPr/>
        </p:nvSpPr>
        <p:spPr>
          <a:xfrm>
            <a:off x="8204454" y="5110399"/>
            <a:ext cx="64008" cy="64008"/>
          </a:xfrm>
          <a:prstGeom prst="ellipse">
            <a:avLst/>
          </a:prstGeom>
          <a:solidFill>
            <a:srgbClr val="26364E">
              <a:alpha val="84000"/>
            </a:srgbClr>
          </a:solidFill>
          <a:ln w="3810">
            <a:solidFill>
              <a:srgbClr val="26364E">
                <a:alpha val="0"/>
              </a:srgbClr>
            </a:solidFill>
            <a:prstDash val="solid"/>
          </a:ln>
        </p:spPr>
      </p:sp>
      <p:sp>
        <p:nvSpPr>
          <p:cNvPr id="102" name="Shape 100"/>
          <p:cNvSpPr/>
          <p:nvPr/>
        </p:nvSpPr>
        <p:spPr>
          <a:xfrm>
            <a:off x="8295345" y="5110399"/>
            <a:ext cx="64008" cy="64008"/>
          </a:xfrm>
          <a:prstGeom prst="ellipse">
            <a:avLst/>
          </a:prstGeom>
          <a:solidFill>
            <a:srgbClr val="26364E">
              <a:alpha val="84000"/>
            </a:srgbClr>
          </a:solidFill>
          <a:ln w="3810">
            <a:solidFill>
              <a:srgbClr val="26364E">
                <a:alpha val="0"/>
              </a:srgbClr>
            </a:solidFill>
            <a:prstDash val="solid"/>
          </a:ln>
        </p:spPr>
      </p:sp>
      <p:sp>
        <p:nvSpPr>
          <p:cNvPr id="103" name="Shape 101"/>
          <p:cNvSpPr/>
          <p:nvPr/>
        </p:nvSpPr>
        <p:spPr>
          <a:xfrm>
            <a:off x="8386237" y="5110399"/>
            <a:ext cx="64008" cy="64008"/>
          </a:xfrm>
          <a:prstGeom prst="ellipse">
            <a:avLst/>
          </a:prstGeom>
          <a:solidFill>
            <a:srgbClr val="26364E">
              <a:alpha val="84000"/>
            </a:srgbClr>
          </a:solidFill>
          <a:ln w="3810">
            <a:solidFill>
              <a:srgbClr val="26364E">
                <a:alpha val="0"/>
              </a:srgbClr>
            </a:solidFill>
            <a:prstDash val="solid"/>
          </a:ln>
        </p:spPr>
      </p:sp>
      <p:sp>
        <p:nvSpPr>
          <p:cNvPr id="104" name="Shape 102"/>
          <p:cNvSpPr/>
          <p:nvPr/>
        </p:nvSpPr>
        <p:spPr>
          <a:xfrm>
            <a:off x="8477128" y="5110399"/>
            <a:ext cx="64008" cy="64008"/>
          </a:xfrm>
          <a:prstGeom prst="ellipse">
            <a:avLst/>
          </a:prstGeom>
          <a:solidFill>
            <a:srgbClr val="26364E">
              <a:alpha val="84000"/>
            </a:srgbClr>
          </a:solidFill>
          <a:ln w="3810">
            <a:solidFill>
              <a:srgbClr val="26364E">
                <a:alpha val="0"/>
              </a:srgbClr>
            </a:solidFill>
            <a:prstDash val="solid"/>
          </a:ln>
        </p:spPr>
      </p:sp>
      <p:sp>
        <p:nvSpPr>
          <p:cNvPr id="105" name="Shape 103"/>
          <p:cNvSpPr/>
          <p:nvPr/>
        </p:nvSpPr>
        <p:spPr>
          <a:xfrm>
            <a:off x="8568019" y="5110399"/>
            <a:ext cx="64008" cy="64008"/>
          </a:xfrm>
          <a:prstGeom prst="ellipse">
            <a:avLst/>
          </a:prstGeom>
          <a:solidFill>
            <a:srgbClr val="42E0CB"/>
          </a:solidFill>
          <a:ln w="3810">
            <a:solidFill>
              <a:srgbClr val="42E0CB">
                <a:alpha val="0"/>
              </a:srgbClr>
            </a:solidFill>
            <a:prstDash val="solid"/>
          </a:ln>
        </p:spPr>
      </p:sp>
      <p:sp>
        <p:nvSpPr>
          <p:cNvPr id="106" name="Shape 104"/>
          <p:cNvSpPr/>
          <p:nvPr/>
        </p:nvSpPr>
        <p:spPr>
          <a:xfrm>
            <a:off x="8658911" y="5110399"/>
            <a:ext cx="64008" cy="64008"/>
          </a:xfrm>
          <a:prstGeom prst="ellipse">
            <a:avLst/>
          </a:prstGeom>
          <a:solidFill>
            <a:srgbClr val="26364E">
              <a:alpha val="84000"/>
            </a:srgbClr>
          </a:solidFill>
          <a:ln w="3810">
            <a:solidFill>
              <a:srgbClr val="26364E">
                <a:alpha val="0"/>
              </a:srgbClr>
            </a:solidFill>
            <a:prstDash val="solid"/>
          </a:ln>
        </p:spPr>
      </p:sp>
      <p:sp>
        <p:nvSpPr>
          <p:cNvPr id="107" name="Shape 105"/>
          <p:cNvSpPr/>
          <p:nvPr/>
        </p:nvSpPr>
        <p:spPr>
          <a:xfrm>
            <a:off x="8749802" y="5110399"/>
            <a:ext cx="64008" cy="64008"/>
          </a:xfrm>
          <a:prstGeom prst="ellipse">
            <a:avLst/>
          </a:prstGeom>
          <a:solidFill>
            <a:srgbClr val="26364E">
              <a:alpha val="84000"/>
            </a:srgbClr>
          </a:solidFill>
          <a:ln w="3810">
            <a:solidFill>
              <a:srgbClr val="26364E">
                <a:alpha val="0"/>
              </a:srgbClr>
            </a:solidFill>
            <a:prstDash val="solid"/>
          </a:ln>
        </p:spPr>
      </p:sp>
      <p:sp>
        <p:nvSpPr>
          <p:cNvPr id="108" name="Shape 106"/>
          <p:cNvSpPr/>
          <p:nvPr/>
        </p:nvSpPr>
        <p:spPr>
          <a:xfrm>
            <a:off x="8840694" y="5110399"/>
            <a:ext cx="64008" cy="64008"/>
          </a:xfrm>
          <a:prstGeom prst="ellipse">
            <a:avLst/>
          </a:prstGeom>
          <a:solidFill>
            <a:srgbClr val="42E0CB"/>
          </a:solidFill>
          <a:ln w="3810">
            <a:solidFill>
              <a:srgbClr val="42E0CB">
                <a:alpha val="0"/>
              </a:srgbClr>
            </a:solidFill>
            <a:prstDash val="solid"/>
          </a:ln>
        </p:spPr>
      </p:sp>
      <p:sp>
        <p:nvSpPr>
          <p:cNvPr id="109" name="Shape 107"/>
          <p:cNvSpPr/>
          <p:nvPr/>
        </p:nvSpPr>
        <p:spPr>
          <a:xfrm>
            <a:off x="8931585" y="5110399"/>
            <a:ext cx="64008" cy="64008"/>
          </a:xfrm>
          <a:prstGeom prst="ellipse">
            <a:avLst/>
          </a:prstGeom>
          <a:solidFill>
            <a:srgbClr val="26364E">
              <a:alpha val="84000"/>
            </a:srgbClr>
          </a:solidFill>
          <a:ln w="3810">
            <a:solidFill>
              <a:srgbClr val="26364E">
                <a:alpha val="0"/>
              </a:srgbClr>
            </a:solidFill>
            <a:prstDash val="solid"/>
          </a:ln>
        </p:spPr>
      </p:sp>
      <p:sp>
        <p:nvSpPr>
          <p:cNvPr id="110" name="Shape 108"/>
          <p:cNvSpPr/>
          <p:nvPr/>
        </p:nvSpPr>
        <p:spPr>
          <a:xfrm>
            <a:off x="9022476" y="5110399"/>
            <a:ext cx="64008" cy="64008"/>
          </a:xfrm>
          <a:prstGeom prst="ellipse">
            <a:avLst/>
          </a:prstGeom>
          <a:solidFill>
            <a:srgbClr val="26364E">
              <a:alpha val="84000"/>
            </a:srgbClr>
          </a:solidFill>
          <a:ln w="3810">
            <a:solidFill>
              <a:srgbClr val="26364E">
                <a:alpha val="0"/>
              </a:srgbClr>
            </a:solidFill>
            <a:prstDash val="solid"/>
          </a:ln>
        </p:spPr>
      </p:sp>
      <p:sp>
        <p:nvSpPr>
          <p:cNvPr id="111" name="Shape 109"/>
          <p:cNvSpPr/>
          <p:nvPr/>
        </p:nvSpPr>
        <p:spPr>
          <a:xfrm>
            <a:off x="9113368" y="5110399"/>
            <a:ext cx="64008" cy="64008"/>
          </a:xfrm>
          <a:prstGeom prst="ellipse">
            <a:avLst/>
          </a:prstGeom>
          <a:solidFill>
            <a:srgbClr val="42E0CB"/>
          </a:solidFill>
          <a:ln w="3810">
            <a:solidFill>
              <a:srgbClr val="42E0CB">
                <a:alpha val="0"/>
              </a:srgbClr>
            </a:solidFill>
            <a:prstDash val="solid"/>
          </a:ln>
        </p:spPr>
      </p:sp>
      <p:sp>
        <p:nvSpPr>
          <p:cNvPr id="112" name="Shape 110"/>
          <p:cNvSpPr/>
          <p:nvPr/>
        </p:nvSpPr>
        <p:spPr>
          <a:xfrm>
            <a:off x="9204259" y="5110399"/>
            <a:ext cx="64008" cy="64008"/>
          </a:xfrm>
          <a:prstGeom prst="ellipse">
            <a:avLst/>
          </a:prstGeom>
          <a:solidFill>
            <a:srgbClr val="26364E">
              <a:alpha val="84000"/>
            </a:srgbClr>
          </a:solidFill>
          <a:ln w="3810">
            <a:solidFill>
              <a:srgbClr val="26364E">
                <a:alpha val="0"/>
              </a:srgbClr>
            </a:solidFill>
            <a:prstDash val="solid"/>
          </a:ln>
        </p:spPr>
      </p:sp>
      <p:sp>
        <p:nvSpPr>
          <p:cNvPr id="113" name="Shape 111"/>
          <p:cNvSpPr/>
          <p:nvPr/>
        </p:nvSpPr>
        <p:spPr>
          <a:xfrm>
            <a:off x="9295150" y="5110399"/>
            <a:ext cx="64008" cy="64008"/>
          </a:xfrm>
          <a:prstGeom prst="ellipse">
            <a:avLst/>
          </a:prstGeom>
          <a:solidFill>
            <a:srgbClr val="26364E">
              <a:alpha val="84000"/>
            </a:srgbClr>
          </a:solidFill>
          <a:ln w="3810">
            <a:solidFill>
              <a:srgbClr val="26364E">
                <a:alpha val="0"/>
              </a:srgbClr>
            </a:solidFill>
            <a:prstDash val="solid"/>
          </a:ln>
        </p:spPr>
      </p:sp>
      <p:sp>
        <p:nvSpPr>
          <p:cNvPr id="114" name="Shape 112"/>
          <p:cNvSpPr/>
          <p:nvPr/>
        </p:nvSpPr>
        <p:spPr>
          <a:xfrm>
            <a:off x="9386042" y="5110399"/>
            <a:ext cx="64008" cy="64008"/>
          </a:xfrm>
          <a:prstGeom prst="ellipse">
            <a:avLst/>
          </a:prstGeom>
          <a:solidFill>
            <a:srgbClr val="42E0CB"/>
          </a:solidFill>
          <a:ln w="3810">
            <a:solidFill>
              <a:srgbClr val="42E0CB">
                <a:alpha val="0"/>
              </a:srgbClr>
            </a:solidFill>
            <a:prstDash val="solid"/>
          </a:ln>
        </p:spPr>
      </p:sp>
      <p:sp>
        <p:nvSpPr>
          <p:cNvPr id="115" name="Shape 113"/>
          <p:cNvSpPr/>
          <p:nvPr/>
        </p:nvSpPr>
        <p:spPr>
          <a:xfrm>
            <a:off x="9476933" y="5110399"/>
            <a:ext cx="64008" cy="64008"/>
          </a:xfrm>
          <a:prstGeom prst="ellipse">
            <a:avLst/>
          </a:prstGeom>
          <a:solidFill>
            <a:srgbClr val="26364E">
              <a:alpha val="84000"/>
            </a:srgbClr>
          </a:solidFill>
          <a:ln w="3810">
            <a:solidFill>
              <a:srgbClr val="26364E">
                <a:alpha val="0"/>
              </a:srgbClr>
            </a:solidFill>
            <a:prstDash val="solid"/>
          </a:ln>
        </p:spPr>
      </p:sp>
      <p:sp>
        <p:nvSpPr>
          <p:cNvPr id="116" name="Shape 114"/>
          <p:cNvSpPr/>
          <p:nvPr/>
        </p:nvSpPr>
        <p:spPr>
          <a:xfrm>
            <a:off x="9567824" y="5110399"/>
            <a:ext cx="64008" cy="64008"/>
          </a:xfrm>
          <a:prstGeom prst="ellipse">
            <a:avLst/>
          </a:prstGeom>
          <a:solidFill>
            <a:srgbClr val="26364E">
              <a:alpha val="84000"/>
            </a:srgbClr>
          </a:solidFill>
          <a:ln w="3810">
            <a:solidFill>
              <a:srgbClr val="26364E">
                <a:alpha val="0"/>
              </a:srgbClr>
            </a:solidFill>
            <a:prstDash val="solid"/>
          </a:ln>
        </p:spPr>
      </p:sp>
      <p:sp>
        <p:nvSpPr>
          <p:cNvPr id="117" name="Shape 115"/>
          <p:cNvSpPr/>
          <p:nvPr/>
        </p:nvSpPr>
        <p:spPr>
          <a:xfrm>
            <a:off x="9658716" y="5110399"/>
            <a:ext cx="64008" cy="64008"/>
          </a:xfrm>
          <a:prstGeom prst="ellipse">
            <a:avLst/>
          </a:prstGeom>
          <a:solidFill>
            <a:srgbClr val="42E0CB"/>
          </a:solidFill>
          <a:ln w="3810">
            <a:solidFill>
              <a:srgbClr val="42E0CB">
                <a:alpha val="0"/>
              </a:srgbClr>
            </a:solidFill>
            <a:prstDash val="solid"/>
          </a:ln>
        </p:spPr>
      </p:sp>
      <p:sp>
        <p:nvSpPr>
          <p:cNvPr id="118" name="Shape 116"/>
          <p:cNvSpPr/>
          <p:nvPr/>
        </p:nvSpPr>
        <p:spPr>
          <a:xfrm>
            <a:off x="9749607" y="5110399"/>
            <a:ext cx="64008" cy="64008"/>
          </a:xfrm>
          <a:prstGeom prst="ellipse">
            <a:avLst/>
          </a:prstGeom>
          <a:solidFill>
            <a:srgbClr val="26364E">
              <a:alpha val="84000"/>
            </a:srgbClr>
          </a:solidFill>
          <a:ln w="3810">
            <a:solidFill>
              <a:srgbClr val="26364E">
                <a:alpha val="0"/>
              </a:srgbClr>
            </a:solidFill>
            <a:prstDash val="solid"/>
          </a:ln>
        </p:spPr>
      </p:sp>
      <p:sp>
        <p:nvSpPr>
          <p:cNvPr id="119" name="Shape 117"/>
          <p:cNvSpPr/>
          <p:nvPr/>
        </p:nvSpPr>
        <p:spPr>
          <a:xfrm>
            <a:off x="9840498" y="5110399"/>
            <a:ext cx="64008" cy="64008"/>
          </a:xfrm>
          <a:prstGeom prst="ellipse">
            <a:avLst/>
          </a:prstGeom>
          <a:solidFill>
            <a:srgbClr val="26364E">
              <a:alpha val="84000"/>
            </a:srgbClr>
          </a:solidFill>
          <a:ln w="3810">
            <a:solidFill>
              <a:srgbClr val="26364E">
                <a:alpha val="0"/>
              </a:srgbClr>
            </a:solidFill>
            <a:prstDash val="solid"/>
          </a:ln>
        </p:spPr>
      </p:sp>
      <p:sp>
        <p:nvSpPr>
          <p:cNvPr id="120" name="Shape 118"/>
          <p:cNvSpPr/>
          <p:nvPr/>
        </p:nvSpPr>
        <p:spPr>
          <a:xfrm>
            <a:off x="9931390" y="5110399"/>
            <a:ext cx="64008" cy="64008"/>
          </a:xfrm>
          <a:prstGeom prst="ellipse">
            <a:avLst/>
          </a:prstGeom>
          <a:solidFill>
            <a:srgbClr val="42E0CB"/>
          </a:solidFill>
          <a:ln w="3810">
            <a:solidFill>
              <a:srgbClr val="42E0CB">
                <a:alpha val="0"/>
              </a:srgbClr>
            </a:solidFill>
            <a:prstDash val="solid"/>
          </a:ln>
        </p:spPr>
      </p:sp>
      <p:sp>
        <p:nvSpPr>
          <p:cNvPr id="121" name="Shape 119"/>
          <p:cNvSpPr/>
          <p:nvPr/>
        </p:nvSpPr>
        <p:spPr>
          <a:xfrm>
            <a:off x="10022281" y="5110399"/>
            <a:ext cx="64008" cy="64008"/>
          </a:xfrm>
          <a:prstGeom prst="ellipse">
            <a:avLst/>
          </a:prstGeom>
          <a:solidFill>
            <a:srgbClr val="26364E">
              <a:alpha val="84000"/>
            </a:srgbClr>
          </a:solidFill>
          <a:ln w="3810">
            <a:solidFill>
              <a:srgbClr val="26364E">
                <a:alpha val="0"/>
              </a:srgbClr>
            </a:solidFill>
            <a:prstDash val="solid"/>
          </a:ln>
        </p:spPr>
      </p:sp>
      <p:sp>
        <p:nvSpPr>
          <p:cNvPr id="122" name="Shape 120"/>
          <p:cNvSpPr/>
          <p:nvPr/>
        </p:nvSpPr>
        <p:spPr>
          <a:xfrm>
            <a:off x="10113173" y="5110399"/>
            <a:ext cx="64008" cy="64008"/>
          </a:xfrm>
          <a:prstGeom prst="ellipse">
            <a:avLst/>
          </a:prstGeom>
          <a:solidFill>
            <a:srgbClr val="26364E">
              <a:alpha val="84000"/>
            </a:srgbClr>
          </a:solidFill>
          <a:ln w="3810">
            <a:solidFill>
              <a:srgbClr val="26364E">
                <a:alpha val="0"/>
              </a:srgbClr>
            </a:solidFill>
            <a:prstDash val="solid"/>
          </a:ln>
        </p:spPr>
      </p:sp>
      <p:sp>
        <p:nvSpPr>
          <p:cNvPr id="123" name="Shape 121"/>
          <p:cNvSpPr/>
          <p:nvPr/>
        </p:nvSpPr>
        <p:spPr>
          <a:xfrm>
            <a:off x="10204064" y="5110399"/>
            <a:ext cx="64008" cy="64008"/>
          </a:xfrm>
          <a:prstGeom prst="ellipse">
            <a:avLst/>
          </a:prstGeom>
          <a:solidFill>
            <a:srgbClr val="42E0CB"/>
          </a:solidFill>
          <a:ln w="3810">
            <a:solidFill>
              <a:srgbClr val="42E0CB">
                <a:alpha val="0"/>
              </a:srgbClr>
            </a:solidFill>
            <a:prstDash val="solid"/>
          </a:ln>
        </p:spPr>
      </p:sp>
      <p:sp>
        <p:nvSpPr>
          <p:cNvPr id="124" name="Shape 122"/>
          <p:cNvSpPr/>
          <p:nvPr/>
        </p:nvSpPr>
        <p:spPr>
          <a:xfrm>
            <a:off x="10294955" y="5110399"/>
            <a:ext cx="64008" cy="64008"/>
          </a:xfrm>
          <a:prstGeom prst="ellipse">
            <a:avLst/>
          </a:prstGeom>
          <a:solidFill>
            <a:srgbClr val="26364E">
              <a:alpha val="84000"/>
            </a:srgbClr>
          </a:solidFill>
          <a:ln w="3810">
            <a:solidFill>
              <a:srgbClr val="26364E">
                <a:alpha val="0"/>
              </a:srgbClr>
            </a:solidFill>
            <a:prstDash val="solid"/>
          </a:ln>
        </p:spPr>
      </p:sp>
      <p:sp>
        <p:nvSpPr>
          <p:cNvPr id="125" name="Shape 123"/>
          <p:cNvSpPr/>
          <p:nvPr/>
        </p:nvSpPr>
        <p:spPr>
          <a:xfrm>
            <a:off x="10385847" y="5110399"/>
            <a:ext cx="64008" cy="64008"/>
          </a:xfrm>
          <a:prstGeom prst="ellipse">
            <a:avLst/>
          </a:prstGeom>
          <a:solidFill>
            <a:srgbClr val="26364E">
              <a:alpha val="84000"/>
            </a:srgbClr>
          </a:solidFill>
          <a:ln w="3810">
            <a:solidFill>
              <a:srgbClr val="26364E">
                <a:alpha val="0"/>
              </a:srgbClr>
            </a:solidFill>
            <a:prstDash val="solid"/>
          </a:ln>
        </p:spPr>
      </p:sp>
      <p:sp>
        <p:nvSpPr>
          <p:cNvPr id="126" name="Shape 124"/>
          <p:cNvSpPr/>
          <p:nvPr/>
        </p:nvSpPr>
        <p:spPr>
          <a:xfrm>
            <a:off x="10476738" y="5110399"/>
            <a:ext cx="64008" cy="64008"/>
          </a:xfrm>
          <a:prstGeom prst="ellipse">
            <a:avLst/>
          </a:prstGeom>
          <a:solidFill>
            <a:srgbClr val="42E0CB"/>
          </a:solidFill>
          <a:ln w="3810">
            <a:solidFill>
              <a:srgbClr val="42E0CB">
                <a:alpha val="0"/>
              </a:srgbClr>
            </a:solidFill>
            <a:prstDash val="solid"/>
          </a:ln>
        </p:spPr>
      </p:sp>
      <p:sp>
        <p:nvSpPr>
          <p:cNvPr id="127" name="Shape 125"/>
          <p:cNvSpPr/>
          <p:nvPr/>
        </p:nvSpPr>
        <p:spPr>
          <a:xfrm>
            <a:off x="10567629" y="5110399"/>
            <a:ext cx="64008" cy="64008"/>
          </a:xfrm>
          <a:prstGeom prst="ellipse">
            <a:avLst/>
          </a:prstGeom>
          <a:solidFill>
            <a:srgbClr val="42E0CB"/>
          </a:solidFill>
          <a:ln w="3810">
            <a:solidFill>
              <a:srgbClr val="42E0CB">
                <a:alpha val="0"/>
              </a:srgbClr>
            </a:solidFill>
            <a:prstDash val="solid"/>
          </a:ln>
        </p:spPr>
      </p:sp>
      <p:sp>
        <p:nvSpPr>
          <p:cNvPr id="128" name="Shape 126"/>
          <p:cNvSpPr/>
          <p:nvPr/>
        </p:nvSpPr>
        <p:spPr>
          <a:xfrm>
            <a:off x="10658521" y="5110399"/>
            <a:ext cx="64008" cy="64008"/>
          </a:xfrm>
          <a:prstGeom prst="ellipse">
            <a:avLst/>
          </a:prstGeom>
          <a:solidFill>
            <a:srgbClr val="42E0CB"/>
          </a:solidFill>
          <a:ln w="3810">
            <a:solidFill>
              <a:srgbClr val="42E0CB">
                <a:alpha val="0"/>
              </a:srgbClr>
            </a:solidFill>
            <a:prstDash val="solid"/>
          </a:ln>
        </p:spPr>
      </p:sp>
      <p:sp>
        <p:nvSpPr>
          <p:cNvPr id="129" name="Shape 127"/>
          <p:cNvSpPr/>
          <p:nvPr/>
        </p:nvSpPr>
        <p:spPr>
          <a:xfrm>
            <a:off x="10749412" y="5110399"/>
            <a:ext cx="64008" cy="64008"/>
          </a:xfrm>
          <a:prstGeom prst="ellipse">
            <a:avLst/>
          </a:prstGeom>
          <a:solidFill>
            <a:srgbClr val="26364E">
              <a:alpha val="84000"/>
            </a:srgbClr>
          </a:solidFill>
          <a:ln w="3810">
            <a:solidFill>
              <a:srgbClr val="26364E">
                <a:alpha val="0"/>
              </a:srgbClr>
            </a:solidFill>
            <a:prstDash val="solid"/>
          </a:ln>
        </p:spPr>
      </p:sp>
      <p:sp>
        <p:nvSpPr>
          <p:cNvPr id="130" name="Shape 128"/>
          <p:cNvSpPr/>
          <p:nvPr/>
        </p:nvSpPr>
        <p:spPr>
          <a:xfrm>
            <a:off x="7931780" y="5201290"/>
            <a:ext cx="64008" cy="64008"/>
          </a:xfrm>
          <a:prstGeom prst="ellipse">
            <a:avLst/>
          </a:prstGeom>
          <a:solidFill>
            <a:srgbClr val="42E0CB"/>
          </a:solidFill>
          <a:ln w="3810">
            <a:solidFill>
              <a:srgbClr val="42E0CB">
                <a:alpha val="0"/>
              </a:srgbClr>
            </a:solidFill>
            <a:prstDash val="solid"/>
          </a:ln>
        </p:spPr>
      </p:sp>
      <p:sp>
        <p:nvSpPr>
          <p:cNvPr id="131" name="Shape 129"/>
          <p:cNvSpPr/>
          <p:nvPr/>
        </p:nvSpPr>
        <p:spPr>
          <a:xfrm>
            <a:off x="8022671" y="5201290"/>
            <a:ext cx="64008" cy="64008"/>
          </a:xfrm>
          <a:prstGeom prst="ellipse">
            <a:avLst/>
          </a:prstGeom>
          <a:solidFill>
            <a:srgbClr val="26364E">
              <a:alpha val="84000"/>
            </a:srgbClr>
          </a:solidFill>
          <a:ln w="3810">
            <a:solidFill>
              <a:srgbClr val="26364E">
                <a:alpha val="0"/>
              </a:srgbClr>
            </a:solidFill>
            <a:prstDash val="solid"/>
          </a:ln>
        </p:spPr>
      </p:sp>
      <p:sp>
        <p:nvSpPr>
          <p:cNvPr id="132" name="Shape 130"/>
          <p:cNvSpPr/>
          <p:nvPr/>
        </p:nvSpPr>
        <p:spPr>
          <a:xfrm>
            <a:off x="8113563" y="5201290"/>
            <a:ext cx="64008" cy="64008"/>
          </a:xfrm>
          <a:prstGeom prst="ellipse">
            <a:avLst/>
          </a:prstGeom>
          <a:solidFill>
            <a:srgbClr val="42E0CB"/>
          </a:solidFill>
          <a:ln w="3810">
            <a:solidFill>
              <a:srgbClr val="42E0CB">
                <a:alpha val="0"/>
              </a:srgbClr>
            </a:solidFill>
            <a:prstDash val="solid"/>
          </a:ln>
        </p:spPr>
      </p:sp>
      <p:sp>
        <p:nvSpPr>
          <p:cNvPr id="133" name="Shape 131"/>
          <p:cNvSpPr/>
          <p:nvPr/>
        </p:nvSpPr>
        <p:spPr>
          <a:xfrm>
            <a:off x="8204454" y="5201290"/>
            <a:ext cx="64008" cy="64008"/>
          </a:xfrm>
          <a:prstGeom prst="ellipse">
            <a:avLst/>
          </a:prstGeom>
          <a:solidFill>
            <a:srgbClr val="26364E">
              <a:alpha val="84000"/>
            </a:srgbClr>
          </a:solidFill>
          <a:ln w="3810">
            <a:solidFill>
              <a:srgbClr val="26364E">
                <a:alpha val="0"/>
              </a:srgbClr>
            </a:solidFill>
            <a:prstDash val="solid"/>
          </a:ln>
        </p:spPr>
      </p:sp>
      <p:sp>
        <p:nvSpPr>
          <p:cNvPr id="134" name="Shape 132"/>
          <p:cNvSpPr/>
          <p:nvPr/>
        </p:nvSpPr>
        <p:spPr>
          <a:xfrm>
            <a:off x="8295345" y="5201290"/>
            <a:ext cx="64008" cy="64008"/>
          </a:xfrm>
          <a:prstGeom prst="ellipse">
            <a:avLst/>
          </a:prstGeom>
          <a:solidFill>
            <a:srgbClr val="42E0CB"/>
          </a:solidFill>
          <a:ln w="3810">
            <a:solidFill>
              <a:srgbClr val="42E0CB">
                <a:alpha val="0"/>
              </a:srgbClr>
            </a:solidFill>
            <a:prstDash val="solid"/>
          </a:ln>
        </p:spPr>
      </p:sp>
      <p:sp>
        <p:nvSpPr>
          <p:cNvPr id="135" name="Shape 133"/>
          <p:cNvSpPr/>
          <p:nvPr/>
        </p:nvSpPr>
        <p:spPr>
          <a:xfrm>
            <a:off x="8386237" y="5201290"/>
            <a:ext cx="64008" cy="64008"/>
          </a:xfrm>
          <a:prstGeom prst="ellipse">
            <a:avLst/>
          </a:prstGeom>
          <a:solidFill>
            <a:srgbClr val="26364E">
              <a:alpha val="84000"/>
            </a:srgbClr>
          </a:solidFill>
          <a:ln w="3810">
            <a:solidFill>
              <a:srgbClr val="26364E">
                <a:alpha val="0"/>
              </a:srgbClr>
            </a:solidFill>
            <a:prstDash val="solid"/>
          </a:ln>
        </p:spPr>
      </p:sp>
      <p:sp>
        <p:nvSpPr>
          <p:cNvPr id="136" name="Shape 134"/>
          <p:cNvSpPr/>
          <p:nvPr/>
        </p:nvSpPr>
        <p:spPr>
          <a:xfrm>
            <a:off x="8477128" y="5201290"/>
            <a:ext cx="64008" cy="64008"/>
          </a:xfrm>
          <a:prstGeom prst="ellipse">
            <a:avLst/>
          </a:prstGeom>
          <a:solidFill>
            <a:srgbClr val="26364E">
              <a:alpha val="84000"/>
            </a:srgbClr>
          </a:solidFill>
          <a:ln w="3810">
            <a:solidFill>
              <a:srgbClr val="26364E">
                <a:alpha val="0"/>
              </a:srgbClr>
            </a:solidFill>
            <a:prstDash val="solid"/>
          </a:ln>
        </p:spPr>
      </p:sp>
      <p:sp>
        <p:nvSpPr>
          <p:cNvPr id="137" name="Shape 135"/>
          <p:cNvSpPr/>
          <p:nvPr/>
        </p:nvSpPr>
        <p:spPr>
          <a:xfrm>
            <a:off x="8568019" y="5201290"/>
            <a:ext cx="64008" cy="64008"/>
          </a:xfrm>
          <a:prstGeom prst="ellipse">
            <a:avLst/>
          </a:prstGeom>
          <a:solidFill>
            <a:srgbClr val="26364E">
              <a:alpha val="84000"/>
            </a:srgbClr>
          </a:solidFill>
          <a:ln w="3810">
            <a:solidFill>
              <a:srgbClr val="26364E">
                <a:alpha val="0"/>
              </a:srgbClr>
            </a:solidFill>
            <a:prstDash val="solid"/>
          </a:ln>
        </p:spPr>
      </p:sp>
      <p:sp>
        <p:nvSpPr>
          <p:cNvPr id="138" name="Shape 136"/>
          <p:cNvSpPr/>
          <p:nvPr/>
        </p:nvSpPr>
        <p:spPr>
          <a:xfrm>
            <a:off x="8658911" y="5201290"/>
            <a:ext cx="64008" cy="64008"/>
          </a:xfrm>
          <a:prstGeom prst="ellipse">
            <a:avLst/>
          </a:prstGeom>
          <a:solidFill>
            <a:srgbClr val="26364E">
              <a:alpha val="84000"/>
            </a:srgbClr>
          </a:solidFill>
          <a:ln w="3810">
            <a:solidFill>
              <a:srgbClr val="26364E">
                <a:alpha val="0"/>
              </a:srgbClr>
            </a:solidFill>
            <a:prstDash val="solid"/>
          </a:ln>
        </p:spPr>
      </p:sp>
      <p:sp>
        <p:nvSpPr>
          <p:cNvPr id="139" name="Shape 137"/>
          <p:cNvSpPr/>
          <p:nvPr/>
        </p:nvSpPr>
        <p:spPr>
          <a:xfrm>
            <a:off x="8749802" y="5201290"/>
            <a:ext cx="64008" cy="64008"/>
          </a:xfrm>
          <a:prstGeom prst="ellipse">
            <a:avLst/>
          </a:prstGeom>
          <a:solidFill>
            <a:srgbClr val="26364E">
              <a:alpha val="84000"/>
            </a:srgbClr>
          </a:solidFill>
          <a:ln w="3810">
            <a:solidFill>
              <a:srgbClr val="26364E">
                <a:alpha val="0"/>
              </a:srgbClr>
            </a:solidFill>
            <a:prstDash val="solid"/>
          </a:ln>
        </p:spPr>
      </p:sp>
      <p:sp>
        <p:nvSpPr>
          <p:cNvPr id="140" name="Shape 138"/>
          <p:cNvSpPr/>
          <p:nvPr/>
        </p:nvSpPr>
        <p:spPr>
          <a:xfrm>
            <a:off x="8840694" y="5201290"/>
            <a:ext cx="64008" cy="64008"/>
          </a:xfrm>
          <a:prstGeom prst="ellipse">
            <a:avLst/>
          </a:prstGeom>
          <a:solidFill>
            <a:srgbClr val="26364E">
              <a:alpha val="84000"/>
            </a:srgbClr>
          </a:solidFill>
          <a:ln w="3810">
            <a:solidFill>
              <a:srgbClr val="26364E">
                <a:alpha val="0"/>
              </a:srgbClr>
            </a:solidFill>
            <a:prstDash val="solid"/>
          </a:ln>
        </p:spPr>
      </p:sp>
      <p:sp>
        <p:nvSpPr>
          <p:cNvPr id="141" name="Shape 139"/>
          <p:cNvSpPr/>
          <p:nvPr/>
        </p:nvSpPr>
        <p:spPr>
          <a:xfrm>
            <a:off x="8931585" y="5201290"/>
            <a:ext cx="64008" cy="64008"/>
          </a:xfrm>
          <a:prstGeom prst="ellipse">
            <a:avLst/>
          </a:prstGeom>
          <a:solidFill>
            <a:srgbClr val="26364E">
              <a:alpha val="84000"/>
            </a:srgbClr>
          </a:solidFill>
          <a:ln w="3810">
            <a:solidFill>
              <a:srgbClr val="26364E">
                <a:alpha val="0"/>
              </a:srgbClr>
            </a:solidFill>
            <a:prstDash val="solid"/>
          </a:ln>
        </p:spPr>
      </p:sp>
      <p:sp>
        <p:nvSpPr>
          <p:cNvPr id="142" name="Shape 140"/>
          <p:cNvSpPr/>
          <p:nvPr/>
        </p:nvSpPr>
        <p:spPr>
          <a:xfrm>
            <a:off x="9022476" y="5201290"/>
            <a:ext cx="64008" cy="64008"/>
          </a:xfrm>
          <a:prstGeom prst="ellipse">
            <a:avLst/>
          </a:prstGeom>
          <a:solidFill>
            <a:srgbClr val="26364E">
              <a:alpha val="84000"/>
            </a:srgbClr>
          </a:solidFill>
          <a:ln w="3810">
            <a:solidFill>
              <a:srgbClr val="26364E">
                <a:alpha val="0"/>
              </a:srgbClr>
            </a:solidFill>
            <a:prstDash val="solid"/>
          </a:ln>
        </p:spPr>
      </p:sp>
      <p:sp>
        <p:nvSpPr>
          <p:cNvPr id="143" name="Shape 141"/>
          <p:cNvSpPr/>
          <p:nvPr/>
        </p:nvSpPr>
        <p:spPr>
          <a:xfrm>
            <a:off x="9113368" y="5201290"/>
            <a:ext cx="64008" cy="64008"/>
          </a:xfrm>
          <a:prstGeom prst="ellipse">
            <a:avLst/>
          </a:prstGeom>
          <a:solidFill>
            <a:srgbClr val="26364E">
              <a:alpha val="84000"/>
            </a:srgbClr>
          </a:solidFill>
          <a:ln w="3810">
            <a:solidFill>
              <a:srgbClr val="26364E">
                <a:alpha val="0"/>
              </a:srgbClr>
            </a:solidFill>
            <a:prstDash val="solid"/>
          </a:ln>
        </p:spPr>
      </p:sp>
      <p:sp>
        <p:nvSpPr>
          <p:cNvPr id="144" name="Shape 142"/>
          <p:cNvSpPr/>
          <p:nvPr/>
        </p:nvSpPr>
        <p:spPr>
          <a:xfrm>
            <a:off x="9204259" y="5201290"/>
            <a:ext cx="64008" cy="64008"/>
          </a:xfrm>
          <a:prstGeom prst="ellipse">
            <a:avLst/>
          </a:prstGeom>
          <a:solidFill>
            <a:srgbClr val="26364E">
              <a:alpha val="84000"/>
            </a:srgbClr>
          </a:solidFill>
          <a:ln w="3810">
            <a:solidFill>
              <a:srgbClr val="26364E">
                <a:alpha val="0"/>
              </a:srgbClr>
            </a:solidFill>
            <a:prstDash val="solid"/>
          </a:ln>
        </p:spPr>
      </p:sp>
      <p:sp>
        <p:nvSpPr>
          <p:cNvPr id="145" name="Shape 143"/>
          <p:cNvSpPr/>
          <p:nvPr/>
        </p:nvSpPr>
        <p:spPr>
          <a:xfrm>
            <a:off x="9295150" y="5201290"/>
            <a:ext cx="64008" cy="64008"/>
          </a:xfrm>
          <a:prstGeom prst="ellipse">
            <a:avLst/>
          </a:prstGeom>
          <a:solidFill>
            <a:srgbClr val="26364E">
              <a:alpha val="84000"/>
            </a:srgbClr>
          </a:solidFill>
          <a:ln w="3810">
            <a:solidFill>
              <a:srgbClr val="26364E">
                <a:alpha val="0"/>
              </a:srgbClr>
            </a:solidFill>
            <a:prstDash val="solid"/>
          </a:ln>
        </p:spPr>
      </p:sp>
      <p:sp>
        <p:nvSpPr>
          <p:cNvPr id="146" name="Shape 144"/>
          <p:cNvSpPr/>
          <p:nvPr/>
        </p:nvSpPr>
        <p:spPr>
          <a:xfrm>
            <a:off x="9386042" y="5201290"/>
            <a:ext cx="64008" cy="64008"/>
          </a:xfrm>
          <a:prstGeom prst="ellipse">
            <a:avLst/>
          </a:prstGeom>
          <a:solidFill>
            <a:srgbClr val="26364E">
              <a:alpha val="84000"/>
            </a:srgbClr>
          </a:solidFill>
          <a:ln w="3810">
            <a:solidFill>
              <a:srgbClr val="26364E">
                <a:alpha val="0"/>
              </a:srgbClr>
            </a:solidFill>
            <a:prstDash val="solid"/>
          </a:ln>
        </p:spPr>
      </p:sp>
      <p:sp>
        <p:nvSpPr>
          <p:cNvPr id="147" name="Shape 145"/>
          <p:cNvSpPr/>
          <p:nvPr/>
        </p:nvSpPr>
        <p:spPr>
          <a:xfrm>
            <a:off x="9476933" y="5201290"/>
            <a:ext cx="64008" cy="64008"/>
          </a:xfrm>
          <a:prstGeom prst="ellipse">
            <a:avLst/>
          </a:prstGeom>
          <a:solidFill>
            <a:srgbClr val="26364E">
              <a:alpha val="84000"/>
            </a:srgbClr>
          </a:solidFill>
          <a:ln w="3810">
            <a:solidFill>
              <a:srgbClr val="26364E">
                <a:alpha val="0"/>
              </a:srgbClr>
            </a:solidFill>
            <a:prstDash val="solid"/>
          </a:ln>
        </p:spPr>
      </p:sp>
      <p:sp>
        <p:nvSpPr>
          <p:cNvPr id="148" name="Shape 146"/>
          <p:cNvSpPr/>
          <p:nvPr/>
        </p:nvSpPr>
        <p:spPr>
          <a:xfrm>
            <a:off x="9567824" y="5201290"/>
            <a:ext cx="64008" cy="64008"/>
          </a:xfrm>
          <a:prstGeom prst="ellipse">
            <a:avLst/>
          </a:prstGeom>
          <a:solidFill>
            <a:srgbClr val="26364E">
              <a:alpha val="84000"/>
            </a:srgbClr>
          </a:solidFill>
          <a:ln w="3810">
            <a:solidFill>
              <a:srgbClr val="26364E">
                <a:alpha val="0"/>
              </a:srgbClr>
            </a:solidFill>
            <a:prstDash val="solid"/>
          </a:ln>
        </p:spPr>
      </p:sp>
      <p:sp>
        <p:nvSpPr>
          <p:cNvPr id="149" name="Shape 147"/>
          <p:cNvSpPr/>
          <p:nvPr/>
        </p:nvSpPr>
        <p:spPr>
          <a:xfrm>
            <a:off x="9658716" y="5201290"/>
            <a:ext cx="64008" cy="64008"/>
          </a:xfrm>
          <a:prstGeom prst="ellipse">
            <a:avLst/>
          </a:prstGeom>
          <a:solidFill>
            <a:srgbClr val="26364E">
              <a:alpha val="84000"/>
            </a:srgbClr>
          </a:solidFill>
          <a:ln w="3810">
            <a:solidFill>
              <a:srgbClr val="26364E">
                <a:alpha val="0"/>
              </a:srgbClr>
            </a:solidFill>
            <a:prstDash val="solid"/>
          </a:ln>
        </p:spPr>
      </p:sp>
      <p:sp>
        <p:nvSpPr>
          <p:cNvPr id="150" name="Shape 148"/>
          <p:cNvSpPr/>
          <p:nvPr/>
        </p:nvSpPr>
        <p:spPr>
          <a:xfrm>
            <a:off x="9749607" y="5201290"/>
            <a:ext cx="64008" cy="64008"/>
          </a:xfrm>
          <a:prstGeom prst="ellipse">
            <a:avLst/>
          </a:prstGeom>
          <a:solidFill>
            <a:srgbClr val="26364E">
              <a:alpha val="84000"/>
            </a:srgbClr>
          </a:solidFill>
          <a:ln w="3810">
            <a:solidFill>
              <a:srgbClr val="26364E">
                <a:alpha val="0"/>
              </a:srgbClr>
            </a:solidFill>
            <a:prstDash val="solid"/>
          </a:ln>
        </p:spPr>
      </p:sp>
      <p:sp>
        <p:nvSpPr>
          <p:cNvPr id="151" name="Shape 149"/>
          <p:cNvSpPr/>
          <p:nvPr/>
        </p:nvSpPr>
        <p:spPr>
          <a:xfrm>
            <a:off x="9840498" y="5201290"/>
            <a:ext cx="64008" cy="64008"/>
          </a:xfrm>
          <a:prstGeom prst="ellipse">
            <a:avLst/>
          </a:prstGeom>
          <a:solidFill>
            <a:srgbClr val="26364E">
              <a:alpha val="84000"/>
            </a:srgbClr>
          </a:solidFill>
          <a:ln w="3810">
            <a:solidFill>
              <a:srgbClr val="26364E">
                <a:alpha val="0"/>
              </a:srgbClr>
            </a:solidFill>
            <a:prstDash val="solid"/>
          </a:ln>
        </p:spPr>
      </p:sp>
      <p:sp>
        <p:nvSpPr>
          <p:cNvPr id="152" name="Shape 150"/>
          <p:cNvSpPr/>
          <p:nvPr/>
        </p:nvSpPr>
        <p:spPr>
          <a:xfrm>
            <a:off x="9931390" y="5201290"/>
            <a:ext cx="64008" cy="64008"/>
          </a:xfrm>
          <a:prstGeom prst="ellipse">
            <a:avLst/>
          </a:prstGeom>
          <a:solidFill>
            <a:srgbClr val="26364E">
              <a:alpha val="84000"/>
            </a:srgbClr>
          </a:solidFill>
          <a:ln w="3810">
            <a:solidFill>
              <a:srgbClr val="26364E">
                <a:alpha val="0"/>
              </a:srgbClr>
            </a:solidFill>
            <a:prstDash val="solid"/>
          </a:ln>
        </p:spPr>
      </p:sp>
      <p:sp>
        <p:nvSpPr>
          <p:cNvPr id="153" name="Shape 151"/>
          <p:cNvSpPr/>
          <p:nvPr/>
        </p:nvSpPr>
        <p:spPr>
          <a:xfrm>
            <a:off x="10022281" y="5201290"/>
            <a:ext cx="64008" cy="64008"/>
          </a:xfrm>
          <a:prstGeom prst="ellipse">
            <a:avLst/>
          </a:prstGeom>
          <a:solidFill>
            <a:srgbClr val="26364E">
              <a:alpha val="84000"/>
            </a:srgbClr>
          </a:solidFill>
          <a:ln w="3810">
            <a:solidFill>
              <a:srgbClr val="26364E">
                <a:alpha val="0"/>
              </a:srgbClr>
            </a:solidFill>
            <a:prstDash val="solid"/>
          </a:ln>
        </p:spPr>
      </p:sp>
      <p:sp>
        <p:nvSpPr>
          <p:cNvPr id="154" name="Shape 152"/>
          <p:cNvSpPr/>
          <p:nvPr/>
        </p:nvSpPr>
        <p:spPr>
          <a:xfrm>
            <a:off x="10113173" y="5201290"/>
            <a:ext cx="64008" cy="64008"/>
          </a:xfrm>
          <a:prstGeom prst="ellipse">
            <a:avLst/>
          </a:prstGeom>
          <a:solidFill>
            <a:srgbClr val="26364E">
              <a:alpha val="84000"/>
            </a:srgbClr>
          </a:solidFill>
          <a:ln w="3810">
            <a:solidFill>
              <a:srgbClr val="26364E">
                <a:alpha val="0"/>
              </a:srgbClr>
            </a:solidFill>
            <a:prstDash val="solid"/>
          </a:ln>
        </p:spPr>
      </p:sp>
      <p:sp>
        <p:nvSpPr>
          <p:cNvPr id="155" name="Shape 153"/>
          <p:cNvSpPr/>
          <p:nvPr/>
        </p:nvSpPr>
        <p:spPr>
          <a:xfrm>
            <a:off x="10204064" y="5201290"/>
            <a:ext cx="64008" cy="64008"/>
          </a:xfrm>
          <a:prstGeom prst="ellipse">
            <a:avLst/>
          </a:prstGeom>
          <a:solidFill>
            <a:srgbClr val="26364E">
              <a:alpha val="84000"/>
            </a:srgbClr>
          </a:solidFill>
          <a:ln w="3810">
            <a:solidFill>
              <a:srgbClr val="26364E">
                <a:alpha val="0"/>
              </a:srgbClr>
            </a:solidFill>
            <a:prstDash val="solid"/>
          </a:ln>
        </p:spPr>
      </p:sp>
      <p:sp>
        <p:nvSpPr>
          <p:cNvPr id="156" name="Shape 154"/>
          <p:cNvSpPr/>
          <p:nvPr/>
        </p:nvSpPr>
        <p:spPr>
          <a:xfrm>
            <a:off x="10294955" y="5201290"/>
            <a:ext cx="64008" cy="64008"/>
          </a:xfrm>
          <a:prstGeom prst="ellipse">
            <a:avLst/>
          </a:prstGeom>
          <a:solidFill>
            <a:srgbClr val="26364E">
              <a:alpha val="84000"/>
            </a:srgbClr>
          </a:solidFill>
          <a:ln w="3810">
            <a:solidFill>
              <a:srgbClr val="26364E">
                <a:alpha val="0"/>
              </a:srgbClr>
            </a:solidFill>
            <a:prstDash val="solid"/>
          </a:ln>
        </p:spPr>
      </p:sp>
      <p:sp>
        <p:nvSpPr>
          <p:cNvPr id="157" name="Shape 155"/>
          <p:cNvSpPr/>
          <p:nvPr/>
        </p:nvSpPr>
        <p:spPr>
          <a:xfrm>
            <a:off x="10385847" y="5201290"/>
            <a:ext cx="64008" cy="64008"/>
          </a:xfrm>
          <a:prstGeom prst="ellipse">
            <a:avLst/>
          </a:prstGeom>
          <a:solidFill>
            <a:srgbClr val="26364E">
              <a:alpha val="84000"/>
            </a:srgbClr>
          </a:solidFill>
          <a:ln w="3810">
            <a:solidFill>
              <a:srgbClr val="26364E">
                <a:alpha val="0"/>
              </a:srgbClr>
            </a:solidFill>
            <a:prstDash val="solid"/>
          </a:ln>
        </p:spPr>
      </p:sp>
      <p:sp>
        <p:nvSpPr>
          <p:cNvPr id="158" name="Shape 156"/>
          <p:cNvSpPr/>
          <p:nvPr/>
        </p:nvSpPr>
        <p:spPr>
          <a:xfrm>
            <a:off x="10476738" y="5201290"/>
            <a:ext cx="64008" cy="64008"/>
          </a:xfrm>
          <a:prstGeom prst="ellipse">
            <a:avLst/>
          </a:prstGeom>
          <a:solidFill>
            <a:srgbClr val="42E0CB"/>
          </a:solidFill>
          <a:ln w="3810">
            <a:solidFill>
              <a:srgbClr val="42E0CB">
                <a:alpha val="0"/>
              </a:srgbClr>
            </a:solidFill>
            <a:prstDash val="solid"/>
          </a:ln>
        </p:spPr>
      </p:sp>
      <p:sp>
        <p:nvSpPr>
          <p:cNvPr id="159" name="Shape 157"/>
          <p:cNvSpPr/>
          <p:nvPr/>
        </p:nvSpPr>
        <p:spPr>
          <a:xfrm>
            <a:off x="10567629" y="5201290"/>
            <a:ext cx="64008" cy="64008"/>
          </a:xfrm>
          <a:prstGeom prst="ellipse">
            <a:avLst/>
          </a:prstGeom>
          <a:solidFill>
            <a:srgbClr val="26364E">
              <a:alpha val="84000"/>
            </a:srgbClr>
          </a:solidFill>
          <a:ln w="3810">
            <a:solidFill>
              <a:srgbClr val="26364E">
                <a:alpha val="0"/>
              </a:srgbClr>
            </a:solidFill>
            <a:prstDash val="solid"/>
          </a:ln>
        </p:spPr>
      </p:sp>
      <p:sp>
        <p:nvSpPr>
          <p:cNvPr id="160" name="Shape 158"/>
          <p:cNvSpPr/>
          <p:nvPr/>
        </p:nvSpPr>
        <p:spPr>
          <a:xfrm>
            <a:off x="10658521" y="5201290"/>
            <a:ext cx="64008" cy="64008"/>
          </a:xfrm>
          <a:prstGeom prst="ellipse">
            <a:avLst/>
          </a:prstGeom>
          <a:solidFill>
            <a:srgbClr val="42E0CB"/>
          </a:solidFill>
          <a:ln w="3810">
            <a:solidFill>
              <a:srgbClr val="42E0CB">
                <a:alpha val="0"/>
              </a:srgbClr>
            </a:solidFill>
            <a:prstDash val="solid"/>
          </a:ln>
        </p:spPr>
      </p:sp>
      <p:sp>
        <p:nvSpPr>
          <p:cNvPr id="161" name="Shape 159"/>
          <p:cNvSpPr/>
          <p:nvPr/>
        </p:nvSpPr>
        <p:spPr>
          <a:xfrm>
            <a:off x="10749412" y="5201290"/>
            <a:ext cx="64008" cy="64008"/>
          </a:xfrm>
          <a:prstGeom prst="ellipse">
            <a:avLst/>
          </a:prstGeom>
          <a:solidFill>
            <a:srgbClr val="26364E">
              <a:alpha val="84000"/>
            </a:srgbClr>
          </a:solidFill>
          <a:ln w="3810">
            <a:solidFill>
              <a:srgbClr val="26364E">
                <a:alpha val="0"/>
              </a:srgbClr>
            </a:solidFill>
            <a:prstDash val="solid"/>
          </a:ln>
        </p:spPr>
      </p:sp>
      <p:sp>
        <p:nvSpPr>
          <p:cNvPr id="162" name="Shape 160"/>
          <p:cNvSpPr/>
          <p:nvPr/>
        </p:nvSpPr>
        <p:spPr>
          <a:xfrm>
            <a:off x="7931780" y="5292181"/>
            <a:ext cx="64008" cy="64008"/>
          </a:xfrm>
          <a:prstGeom prst="ellipse">
            <a:avLst/>
          </a:prstGeom>
          <a:solidFill>
            <a:srgbClr val="26364E">
              <a:alpha val="84000"/>
            </a:srgbClr>
          </a:solidFill>
          <a:ln w="3810">
            <a:solidFill>
              <a:srgbClr val="26364E">
                <a:alpha val="0"/>
              </a:srgbClr>
            </a:solidFill>
            <a:prstDash val="solid"/>
          </a:ln>
        </p:spPr>
      </p:sp>
      <p:sp>
        <p:nvSpPr>
          <p:cNvPr id="163" name="Shape 161"/>
          <p:cNvSpPr/>
          <p:nvPr/>
        </p:nvSpPr>
        <p:spPr>
          <a:xfrm>
            <a:off x="8022671" y="5292181"/>
            <a:ext cx="64008" cy="64008"/>
          </a:xfrm>
          <a:prstGeom prst="ellipse">
            <a:avLst/>
          </a:prstGeom>
          <a:solidFill>
            <a:srgbClr val="26364E">
              <a:alpha val="84000"/>
            </a:srgbClr>
          </a:solidFill>
          <a:ln w="3810">
            <a:solidFill>
              <a:srgbClr val="26364E">
                <a:alpha val="0"/>
              </a:srgbClr>
            </a:solidFill>
            <a:prstDash val="solid"/>
          </a:ln>
        </p:spPr>
      </p:sp>
      <p:sp>
        <p:nvSpPr>
          <p:cNvPr id="164" name="Shape 162"/>
          <p:cNvSpPr/>
          <p:nvPr/>
        </p:nvSpPr>
        <p:spPr>
          <a:xfrm>
            <a:off x="8113563" y="5292181"/>
            <a:ext cx="64008" cy="64008"/>
          </a:xfrm>
          <a:prstGeom prst="ellipse">
            <a:avLst/>
          </a:prstGeom>
          <a:solidFill>
            <a:srgbClr val="26364E">
              <a:alpha val="84000"/>
            </a:srgbClr>
          </a:solidFill>
          <a:ln w="3810">
            <a:solidFill>
              <a:srgbClr val="26364E">
                <a:alpha val="0"/>
              </a:srgbClr>
            </a:solidFill>
            <a:prstDash val="solid"/>
          </a:ln>
        </p:spPr>
      </p:sp>
      <p:sp>
        <p:nvSpPr>
          <p:cNvPr id="165" name="Shape 163"/>
          <p:cNvSpPr/>
          <p:nvPr/>
        </p:nvSpPr>
        <p:spPr>
          <a:xfrm>
            <a:off x="8204454" y="5292181"/>
            <a:ext cx="64008" cy="64008"/>
          </a:xfrm>
          <a:prstGeom prst="ellipse">
            <a:avLst/>
          </a:prstGeom>
          <a:solidFill>
            <a:srgbClr val="26364E">
              <a:alpha val="84000"/>
            </a:srgbClr>
          </a:solidFill>
          <a:ln w="3810">
            <a:solidFill>
              <a:srgbClr val="26364E">
                <a:alpha val="0"/>
              </a:srgbClr>
            </a:solidFill>
            <a:prstDash val="solid"/>
          </a:ln>
        </p:spPr>
      </p:sp>
      <p:sp>
        <p:nvSpPr>
          <p:cNvPr id="166" name="Shape 164"/>
          <p:cNvSpPr/>
          <p:nvPr/>
        </p:nvSpPr>
        <p:spPr>
          <a:xfrm>
            <a:off x="8295345" y="5292181"/>
            <a:ext cx="64008" cy="64008"/>
          </a:xfrm>
          <a:prstGeom prst="ellipse">
            <a:avLst/>
          </a:prstGeom>
          <a:solidFill>
            <a:srgbClr val="26364E">
              <a:alpha val="84000"/>
            </a:srgbClr>
          </a:solidFill>
          <a:ln w="3810">
            <a:solidFill>
              <a:srgbClr val="26364E">
                <a:alpha val="0"/>
              </a:srgbClr>
            </a:solidFill>
            <a:prstDash val="solid"/>
          </a:ln>
        </p:spPr>
      </p:sp>
      <p:sp>
        <p:nvSpPr>
          <p:cNvPr id="167" name="Shape 165"/>
          <p:cNvSpPr/>
          <p:nvPr/>
        </p:nvSpPr>
        <p:spPr>
          <a:xfrm>
            <a:off x="8386237" y="5292181"/>
            <a:ext cx="64008" cy="64008"/>
          </a:xfrm>
          <a:prstGeom prst="ellipse">
            <a:avLst/>
          </a:prstGeom>
          <a:solidFill>
            <a:srgbClr val="26364E">
              <a:alpha val="84000"/>
            </a:srgbClr>
          </a:solidFill>
          <a:ln w="3810">
            <a:solidFill>
              <a:srgbClr val="26364E">
                <a:alpha val="0"/>
              </a:srgbClr>
            </a:solidFill>
            <a:prstDash val="solid"/>
          </a:ln>
        </p:spPr>
      </p:sp>
      <p:sp>
        <p:nvSpPr>
          <p:cNvPr id="168" name="Shape 166"/>
          <p:cNvSpPr/>
          <p:nvPr/>
        </p:nvSpPr>
        <p:spPr>
          <a:xfrm>
            <a:off x="8477128" y="5292181"/>
            <a:ext cx="64008" cy="64008"/>
          </a:xfrm>
          <a:prstGeom prst="ellipse">
            <a:avLst/>
          </a:prstGeom>
          <a:solidFill>
            <a:srgbClr val="26364E">
              <a:alpha val="84000"/>
            </a:srgbClr>
          </a:solidFill>
          <a:ln w="3810">
            <a:solidFill>
              <a:srgbClr val="26364E">
                <a:alpha val="0"/>
              </a:srgbClr>
            </a:solidFill>
            <a:prstDash val="solid"/>
          </a:ln>
        </p:spPr>
      </p:sp>
      <p:sp>
        <p:nvSpPr>
          <p:cNvPr id="169" name="Shape 167"/>
          <p:cNvSpPr/>
          <p:nvPr/>
        </p:nvSpPr>
        <p:spPr>
          <a:xfrm>
            <a:off x="8568019" y="5292181"/>
            <a:ext cx="64008" cy="64008"/>
          </a:xfrm>
          <a:prstGeom prst="ellipse">
            <a:avLst/>
          </a:prstGeom>
          <a:solidFill>
            <a:srgbClr val="26364E">
              <a:alpha val="84000"/>
            </a:srgbClr>
          </a:solidFill>
          <a:ln w="3810">
            <a:solidFill>
              <a:srgbClr val="26364E">
                <a:alpha val="0"/>
              </a:srgbClr>
            </a:solidFill>
            <a:prstDash val="solid"/>
          </a:ln>
        </p:spPr>
      </p:sp>
      <p:sp>
        <p:nvSpPr>
          <p:cNvPr id="170" name="Shape 168"/>
          <p:cNvSpPr/>
          <p:nvPr/>
        </p:nvSpPr>
        <p:spPr>
          <a:xfrm>
            <a:off x="8658911" y="5292181"/>
            <a:ext cx="64008" cy="64008"/>
          </a:xfrm>
          <a:prstGeom prst="ellipse">
            <a:avLst/>
          </a:prstGeom>
          <a:solidFill>
            <a:srgbClr val="26364E">
              <a:alpha val="84000"/>
            </a:srgbClr>
          </a:solidFill>
          <a:ln w="3810">
            <a:solidFill>
              <a:srgbClr val="26364E">
                <a:alpha val="0"/>
              </a:srgbClr>
            </a:solidFill>
            <a:prstDash val="solid"/>
          </a:ln>
        </p:spPr>
      </p:sp>
      <p:sp>
        <p:nvSpPr>
          <p:cNvPr id="171" name="Shape 169"/>
          <p:cNvSpPr/>
          <p:nvPr/>
        </p:nvSpPr>
        <p:spPr>
          <a:xfrm>
            <a:off x="8749802" y="5292181"/>
            <a:ext cx="64008" cy="64008"/>
          </a:xfrm>
          <a:prstGeom prst="ellipse">
            <a:avLst/>
          </a:prstGeom>
          <a:solidFill>
            <a:srgbClr val="26364E">
              <a:alpha val="84000"/>
            </a:srgbClr>
          </a:solidFill>
          <a:ln w="3810">
            <a:solidFill>
              <a:srgbClr val="26364E">
                <a:alpha val="0"/>
              </a:srgbClr>
            </a:solidFill>
            <a:prstDash val="solid"/>
          </a:ln>
        </p:spPr>
      </p:sp>
      <p:sp>
        <p:nvSpPr>
          <p:cNvPr id="172" name="Shape 170"/>
          <p:cNvSpPr/>
          <p:nvPr/>
        </p:nvSpPr>
        <p:spPr>
          <a:xfrm>
            <a:off x="8840694" y="5292181"/>
            <a:ext cx="64008" cy="64008"/>
          </a:xfrm>
          <a:prstGeom prst="ellipse">
            <a:avLst/>
          </a:prstGeom>
          <a:solidFill>
            <a:srgbClr val="26364E">
              <a:alpha val="84000"/>
            </a:srgbClr>
          </a:solidFill>
          <a:ln w="3810">
            <a:solidFill>
              <a:srgbClr val="26364E">
                <a:alpha val="0"/>
              </a:srgbClr>
            </a:solidFill>
            <a:prstDash val="solid"/>
          </a:ln>
        </p:spPr>
      </p:sp>
      <p:sp>
        <p:nvSpPr>
          <p:cNvPr id="173" name="Shape 171"/>
          <p:cNvSpPr/>
          <p:nvPr/>
        </p:nvSpPr>
        <p:spPr>
          <a:xfrm>
            <a:off x="8931585" y="5292181"/>
            <a:ext cx="64008" cy="64008"/>
          </a:xfrm>
          <a:prstGeom prst="ellipse">
            <a:avLst/>
          </a:prstGeom>
          <a:solidFill>
            <a:srgbClr val="26364E">
              <a:alpha val="84000"/>
            </a:srgbClr>
          </a:solidFill>
          <a:ln w="3810">
            <a:solidFill>
              <a:srgbClr val="26364E">
                <a:alpha val="0"/>
              </a:srgbClr>
            </a:solidFill>
            <a:prstDash val="solid"/>
          </a:ln>
        </p:spPr>
      </p:sp>
      <p:sp>
        <p:nvSpPr>
          <p:cNvPr id="174" name="Shape 172"/>
          <p:cNvSpPr/>
          <p:nvPr/>
        </p:nvSpPr>
        <p:spPr>
          <a:xfrm>
            <a:off x="9022476" y="5292181"/>
            <a:ext cx="64008" cy="64008"/>
          </a:xfrm>
          <a:prstGeom prst="ellipse">
            <a:avLst/>
          </a:prstGeom>
          <a:solidFill>
            <a:srgbClr val="26364E">
              <a:alpha val="84000"/>
            </a:srgbClr>
          </a:solidFill>
          <a:ln w="3810">
            <a:solidFill>
              <a:srgbClr val="26364E">
                <a:alpha val="0"/>
              </a:srgbClr>
            </a:solidFill>
            <a:prstDash val="solid"/>
          </a:ln>
        </p:spPr>
      </p:sp>
      <p:sp>
        <p:nvSpPr>
          <p:cNvPr id="175" name="Shape 173"/>
          <p:cNvSpPr/>
          <p:nvPr/>
        </p:nvSpPr>
        <p:spPr>
          <a:xfrm>
            <a:off x="9113368" y="5292181"/>
            <a:ext cx="64008" cy="64008"/>
          </a:xfrm>
          <a:prstGeom prst="ellipse">
            <a:avLst/>
          </a:prstGeom>
          <a:solidFill>
            <a:srgbClr val="26364E">
              <a:alpha val="84000"/>
            </a:srgbClr>
          </a:solidFill>
          <a:ln w="3810">
            <a:solidFill>
              <a:srgbClr val="26364E">
                <a:alpha val="0"/>
              </a:srgbClr>
            </a:solidFill>
            <a:prstDash val="solid"/>
          </a:ln>
        </p:spPr>
      </p:sp>
      <p:sp>
        <p:nvSpPr>
          <p:cNvPr id="176" name="Shape 174"/>
          <p:cNvSpPr/>
          <p:nvPr/>
        </p:nvSpPr>
        <p:spPr>
          <a:xfrm>
            <a:off x="9204259" y="5292181"/>
            <a:ext cx="64008" cy="64008"/>
          </a:xfrm>
          <a:prstGeom prst="ellipse">
            <a:avLst/>
          </a:prstGeom>
          <a:solidFill>
            <a:srgbClr val="26364E">
              <a:alpha val="84000"/>
            </a:srgbClr>
          </a:solidFill>
          <a:ln w="3810">
            <a:solidFill>
              <a:srgbClr val="26364E">
                <a:alpha val="0"/>
              </a:srgbClr>
            </a:solidFill>
            <a:prstDash val="solid"/>
          </a:ln>
        </p:spPr>
      </p:sp>
      <p:sp>
        <p:nvSpPr>
          <p:cNvPr id="177" name="Shape 175"/>
          <p:cNvSpPr/>
          <p:nvPr/>
        </p:nvSpPr>
        <p:spPr>
          <a:xfrm>
            <a:off x="9295150" y="5292181"/>
            <a:ext cx="64008" cy="64008"/>
          </a:xfrm>
          <a:prstGeom prst="ellipse">
            <a:avLst/>
          </a:prstGeom>
          <a:solidFill>
            <a:srgbClr val="26364E">
              <a:alpha val="84000"/>
            </a:srgbClr>
          </a:solidFill>
          <a:ln w="3810">
            <a:solidFill>
              <a:srgbClr val="26364E">
                <a:alpha val="0"/>
              </a:srgbClr>
            </a:solidFill>
            <a:prstDash val="solid"/>
          </a:ln>
        </p:spPr>
      </p:sp>
      <p:sp>
        <p:nvSpPr>
          <p:cNvPr id="178" name="Shape 176"/>
          <p:cNvSpPr/>
          <p:nvPr/>
        </p:nvSpPr>
        <p:spPr>
          <a:xfrm>
            <a:off x="9386042" y="5292181"/>
            <a:ext cx="64008" cy="64008"/>
          </a:xfrm>
          <a:prstGeom prst="ellipse">
            <a:avLst/>
          </a:prstGeom>
          <a:solidFill>
            <a:srgbClr val="26364E">
              <a:alpha val="84000"/>
            </a:srgbClr>
          </a:solidFill>
          <a:ln w="3810">
            <a:solidFill>
              <a:srgbClr val="26364E">
                <a:alpha val="0"/>
              </a:srgbClr>
            </a:solidFill>
            <a:prstDash val="solid"/>
          </a:ln>
        </p:spPr>
      </p:sp>
      <p:sp>
        <p:nvSpPr>
          <p:cNvPr id="179" name="Shape 177"/>
          <p:cNvSpPr/>
          <p:nvPr/>
        </p:nvSpPr>
        <p:spPr>
          <a:xfrm>
            <a:off x="9476933" y="5292181"/>
            <a:ext cx="64008" cy="64008"/>
          </a:xfrm>
          <a:prstGeom prst="ellipse">
            <a:avLst/>
          </a:prstGeom>
          <a:solidFill>
            <a:srgbClr val="26364E">
              <a:alpha val="84000"/>
            </a:srgbClr>
          </a:solidFill>
          <a:ln w="3810">
            <a:solidFill>
              <a:srgbClr val="26364E">
                <a:alpha val="0"/>
              </a:srgbClr>
            </a:solidFill>
            <a:prstDash val="solid"/>
          </a:ln>
        </p:spPr>
      </p:sp>
      <p:sp>
        <p:nvSpPr>
          <p:cNvPr id="180" name="Shape 178"/>
          <p:cNvSpPr/>
          <p:nvPr/>
        </p:nvSpPr>
        <p:spPr>
          <a:xfrm>
            <a:off x="9567824" y="5292181"/>
            <a:ext cx="64008" cy="64008"/>
          </a:xfrm>
          <a:prstGeom prst="ellipse">
            <a:avLst/>
          </a:prstGeom>
          <a:solidFill>
            <a:srgbClr val="26364E">
              <a:alpha val="84000"/>
            </a:srgbClr>
          </a:solidFill>
          <a:ln w="3810">
            <a:solidFill>
              <a:srgbClr val="26364E">
                <a:alpha val="0"/>
              </a:srgbClr>
            </a:solidFill>
            <a:prstDash val="solid"/>
          </a:ln>
        </p:spPr>
      </p:sp>
      <p:sp>
        <p:nvSpPr>
          <p:cNvPr id="181" name="Shape 179"/>
          <p:cNvSpPr/>
          <p:nvPr/>
        </p:nvSpPr>
        <p:spPr>
          <a:xfrm>
            <a:off x="9658716" y="5292181"/>
            <a:ext cx="64008" cy="64008"/>
          </a:xfrm>
          <a:prstGeom prst="ellipse">
            <a:avLst/>
          </a:prstGeom>
          <a:solidFill>
            <a:srgbClr val="26364E">
              <a:alpha val="84000"/>
            </a:srgbClr>
          </a:solidFill>
          <a:ln w="3810">
            <a:solidFill>
              <a:srgbClr val="26364E">
                <a:alpha val="0"/>
              </a:srgbClr>
            </a:solidFill>
            <a:prstDash val="solid"/>
          </a:ln>
        </p:spPr>
      </p:sp>
      <p:sp>
        <p:nvSpPr>
          <p:cNvPr id="182" name="Shape 180"/>
          <p:cNvSpPr/>
          <p:nvPr/>
        </p:nvSpPr>
        <p:spPr>
          <a:xfrm>
            <a:off x="9749607" y="5292181"/>
            <a:ext cx="64008" cy="64008"/>
          </a:xfrm>
          <a:prstGeom prst="ellipse">
            <a:avLst/>
          </a:prstGeom>
          <a:solidFill>
            <a:srgbClr val="26364E">
              <a:alpha val="84000"/>
            </a:srgbClr>
          </a:solidFill>
          <a:ln w="3810">
            <a:solidFill>
              <a:srgbClr val="26364E">
                <a:alpha val="0"/>
              </a:srgbClr>
            </a:solidFill>
            <a:prstDash val="solid"/>
          </a:ln>
        </p:spPr>
      </p:sp>
      <p:sp>
        <p:nvSpPr>
          <p:cNvPr id="183" name="Shape 181"/>
          <p:cNvSpPr/>
          <p:nvPr/>
        </p:nvSpPr>
        <p:spPr>
          <a:xfrm>
            <a:off x="9840498" y="5292181"/>
            <a:ext cx="64008" cy="64008"/>
          </a:xfrm>
          <a:prstGeom prst="ellipse">
            <a:avLst/>
          </a:prstGeom>
          <a:solidFill>
            <a:srgbClr val="26364E">
              <a:alpha val="84000"/>
            </a:srgbClr>
          </a:solidFill>
          <a:ln w="3810">
            <a:solidFill>
              <a:srgbClr val="26364E">
                <a:alpha val="0"/>
              </a:srgbClr>
            </a:solidFill>
            <a:prstDash val="solid"/>
          </a:ln>
        </p:spPr>
      </p:sp>
      <p:sp>
        <p:nvSpPr>
          <p:cNvPr id="184" name="Shape 182"/>
          <p:cNvSpPr/>
          <p:nvPr/>
        </p:nvSpPr>
        <p:spPr>
          <a:xfrm>
            <a:off x="9931390" y="5292181"/>
            <a:ext cx="64008" cy="64008"/>
          </a:xfrm>
          <a:prstGeom prst="ellipse">
            <a:avLst/>
          </a:prstGeom>
          <a:solidFill>
            <a:srgbClr val="26364E">
              <a:alpha val="84000"/>
            </a:srgbClr>
          </a:solidFill>
          <a:ln w="3810">
            <a:solidFill>
              <a:srgbClr val="26364E">
                <a:alpha val="0"/>
              </a:srgbClr>
            </a:solidFill>
            <a:prstDash val="solid"/>
          </a:ln>
        </p:spPr>
      </p:sp>
      <p:sp>
        <p:nvSpPr>
          <p:cNvPr id="185" name="Shape 183"/>
          <p:cNvSpPr/>
          <p:nvPr/>
        </p:nvSpPr>
        <p:spPr>
          <a:xfrm>
            <a:off x="10022281" y="5292181"/>
            <a:ext cx="64008" cy="64008"/>
          </a:xfrm>
          <a:prstGeom prst="ellipse">
            <a:avLst/>
          </a:prstGeom>
          <a:solidFill>
            <a:srgbClr val="26364E">
              <a:alpha val="84000"/>
            </a:srgbClr>
          </a:solidFill>
          <a:ln w="3810">
            <a:solidFill>
              <a:srgbClr val="26364E">
                <a:alpha val="0"/>
              </a:srgbClr>
            </a:solidFill>
            <a:prstDash val="solid"/>
          </a:ln>
        </p:spPr>
      </p:sp>
      <p:sp>
        <p:nvSpPr>
          <p:cNvPr id="186" name="Shape 184"/>
          <p:cNvSpPr/>
          <p:nvPr/>
        </p:nvSpPr>
        <p:spPr>
          <a:xfrm>
            <a:off x="10113173" y="5292181"/>
            <a:ext cx="64008" cy="64008"/>
          </a:xfrm>
          <a:prstGeom prst="ellipse">
            <a:avLst/>
          </a:prstGeom>
          <a:solidFill>
            <a:srgbClr val="26364E">
              <a:alpha val="84000"/>
            </a:srgbClr>
          </a:solidFill>
          <a:ln w="3810">
            <a:solidFill>
              <a:srgbClr val="26364E">
                <a:alpha val="0"/>
              </a:srgbClr>
            </a:solidFill>
            <a:prstDash val="solid"/>
          </a:ln>
        </p:spPr>
      </p:sp>
      <p:sp>
        <p:nvSpPr>
          <p:cNvPr id="187" name="Shape 185"/>
          <p:cNvSpPr/>
          <p:nvPr/>
        </p:nvSpPr>
        <p:spPr>
          <a:xfrm>
            <a:off x="10204064" y="5292181"/>
            <a:ext cx="64008" cy="64008"/>
          </a:xfrm>
          <a:prstGeom prst="ellipse">
            <a:avLst/>
          </a:prstGeom>
          <a:solidFill>
            <a:srgbClr val="26364E">
              <a:alpha val="84000"/>
            </a:srgbClr>
          </a:solidFill>
          <a:ln w="3810">
            <a:solidFill>
              <a:srgbClr val="26364E">
                <a:alpha val="0"/>
              </a:srgbClr>
            </a:solidFill>
            <a:prstDash val="solid"/>
          </a:ln>
        </p:spPr>
      </p:sp>
      <p:sp>
        <p:nvSpPr>
          <p:cNvPr id="188" name="Shape 186"/>
          <p:cNvSpPr/>
          <p:nvPr/>
        </p:nvSpPr>
        <p:spPr>
          <a:xfrm>
            <a:off x="10294955" y="5292181"/>
            <a:ext cx="64008" cy="64008"/>
          </a:xfrm>
          <a:prstGeom prst="ellipse">
            <a:avLst/>
          </a:prstGeom>
          <a:solidFill>
            <a:srgbClr val="26364E">
              <a:alpha val="84000"/>
            </a:srgbClr>
          </a:solidFill>
          <a:ln w="3810">
            <a:solidFill>
              <a:srgbClr val="26364E">
                <a:alpha val="0"/>
              </a:srgbClr>
            </a:solidFill>
            <a:prstDash val="solid"/>
          </a:ln>
        </p:spPr>
      </p:sp>
      <p:sp>
        <p:nvSpPr>
          <p:cNvPr id="189" name="Shape 187"/>
          <p:cNvSpPr/>
          <p:nvPr/>
        </p:nvSpPr>
        <p:spPr>
          <a:xfrm>
            <a:off x="10385847" y="5292181"/>
            <a:ext cx="64008" cy="64008"/>
          </a:xfrm>
          <a:prstGeom prst="ellipse">
            <a:avLst/>
          </a:prstGeom>
          <a:solidFill>
            <a:srgbClr val="26364E">
              <a:alpha val="84000"/>
            </a:srgbClr>
          </a:solidFill>
          <a:ln w="3810">
            <a:solidFill>
              <a:srgbClr val="26364E">
                <a:alpha val="0"/>
              </a:srgbClr>
            </a:solidFill>
            <a:prstDash val="solid"/>
          </a:ln>
        </p:spPr>
      </p:sp>
      <p:sp>
        <p:nvSpPr>
          <p:cNvPr id="190" name="Shape 188"/>
          <p:cNvSpPr/>
          <p:nvPr/>
        </p:nvSpPr>
        <p:spPr>
          <a:xfrm>
            <a:off x="10476738" y="5292181"/>
            <a:ext cx="64008" cy="64008"/>
          </a:xfrm>
          <a:prstGeom prst="ellipse">
            <a:avLst/>
          </a:prstGeom>
          <a:solidFill>
            <a:srgbClr val="42E0CB"/>
          </a:solidFill>
          <a:ln w="3810">
            <a:solidFill>
              <a:srgbClr val="42E0CB">
                <a:alpha val="0"/>
              </a:srgbClr>
            </a:solidFill>
            <a:prstDash val="solid"/>
          </a:ln>
        </p:spPr>
      </p:sp>
      <p:sp>
        <p:nvSpPr>
          <p:cNvPr id="191" name="Shape 189"/>
          <p:cNvSpPr/>
          <p:nvPr/>
        </p:nvSpPr>
        <p:spPr>
          <a:xfrm>
            <a:off x="10567629" y="5292181"/>
            <a:ext cx="64008" cy="64008"/>
          </a:xfrm>
          <a:prstGeom prst="ellipse">
            <a:avLst/>
          </a:prstGeom>
          <a:solidFill>
            <a:srgbClr val="26364E">
              <a:alpha val="84000"/>
            </a:srgbClr>
          </a:solidFill>
          <a:ln w="3810">
            <a:solidFill>
              <a:srgbClr val="26364E">
                <a:alpha val="0"/>
              </a:srgbClr>
            </a:solidFill>
            <a:prstDash val="solid"/>
          </a:ln>
        </p:spPr>
      </p:sp>
      <p:sp>
        <p:nvSpPr>
          <p:cNvPr id="192" name="Shape 190"/>
          <p:cNvSpPr/>
          <p:nvPr/>
        </p:nvSpPr>
        <p:spPr>
          <a:xfrm>
            <a:off x="10658521" y="5292181"/>
            <a:ext cx="64008" cy="64008"/>
          </a:xfrm>
          <a:prstGeom prst="ellipse">
            <a:avLst/>
          </a:prstGeom>
          <a:solidFill>
            <a:srgbClr val="42E0CB"/>
          </a:solidFill>
          <a:ln w="3810">
            <a:solidFill>
              <a:srgbClr val="42E0CB">
                <a:alpha val="0"/>
              </a:srgbClr>
            </a:solidFill>
            <a:prstDash val="solid"/>
          </a:ln>
        </p:spPr>
      </p:sp>
      <p:sp>
        <p:nvSpPr>
          <p:cNvPr id="193" name="Shape 191"/>
          <p:cNvSpPr/>
          <p:nvPr/>
        </p:nvSpPr>
        <p:spPr>
          <a:xfrm>
            <a:off x="10749412" y="5292181"/>
            <a:ext cx="64008" cy="64008"/>
          </a:xfrm>
          <a:prstGeom prst="ellipse">
            <a:avLst/>
          </a:prstGeom>
          <a:solidFill>
            <a:srgbClr val="26364E">
              <a:alpha val="84000"/>
            </a:srgbClr>
          </a:solidFill>
          <a:ln w="3810">
            <a:solidFill>
              <a:srgbClr val="26364E">
                <a:alpha val="0"/>
              </a:srgbClr>
            </a:solidFill>
            <a:prstDash val="solid"/>
          </a:ln>
        </p:spPr>
      </p:sp>
      <p:sp>
        <p:nvSpPr>
          <p:cNvPr id="194" name="Shape 192"/>
          <p:cNvSpPr/>
          <p:nvPr/>
        </p:nvSpPr>
        <p:spPr>
          <a:xfrm>
            <a:off x="7931780" y="5383073"/>
            <a:ext cx="64008" cy="64008"/>
          </a:xfrm>
          <a:prstGeom prst="ellipse">
            <a:avLst/>
          </a:prstGeom>
          <a:solidFill>
            <a:srgbClr val="42E0CB"/>
          </a:solidFill>
          <a:ln w="3810">
            <a:solidFill>
              <a:srgbClr val="42E0CB">
                <a:alpha val="0"/>
              </a:srgbClr>
            </a:solidFill>
            <a:prstDash val="solid"/>
          </a:ln>
        </p:spPr>
      </p:sp>
      <p:sp>
        <p:nvSpPr>
          <p:cNvPr id="195" name="Shape 193"/>
          <p:cNvSpPr/>
          <p:nvPr/>
        </p:nvSpPr>
        <p:spPr>
          <a:xfrm>
            <a:off x="8022671" y="5383073"/>
            <a:ext cx="64008" cy="64008"/>
          </a:xfrm>
          <a:prstGeom prst="ellipse">
            <a:avLst/>
          </a:prstGeom>
          <a:solidFill>
            <a:srgbClr val="26364E">
              <a:alpha val="84000"/>
            </a:srgbClr>
          </a:solidFill>
          <a:ln w="3810">
            <a:solidFill>
              <a:srgbClr val="26364E">
                <a:alpha val="0"/>
              </a:srgbClr>
            </a:solidFill>
            <a:prstDash val="solid"/>
          </a:ln>
        </p:spPr>
      </p:sp>
      <p:sp>
        <p:nvSpPr>
          <p:cNvPr id="196" name="Shape 194"/>
          <p:cNvSpPr/>
          <p:nvPr/>
        </p:nvSpPr>
        <p:spPr>
          <a:xfrm>
            <a:off x="8113563" y="5383073"/>
            <a:ext cx="64008" cy="64008"/>
          </a:xfrm>
          <a:prstGeom prst="ellipse">
            <a:avLst/>
          </a:prstGeom>
          <a:solidFill>
            <a:srgbClr val="42E0CB"/>
          </a:solidFill>
          <a:ln w="3810">
            <a:solidFill>
              <a:srgbClr val="42E0CB">
                <a:alpha val="0"/>
              </a:srgbClr>
            </a:solidFill>
            <a:prstDash val="solid"/>
          </a:ln>
        </p:spPr>
      </p:sp>
      <p:sp>
        <p:nvSpPr>
          <p:cNvPr id="197" name="Shape 195"/>
          <p:cNvSpPr/>
          <p:nvPr/>
        </p:nvSpPr>
        <p:spPr>
          <a:xfrm>
            <a:off x="8204454" y="5383073"/>
            <a:ext cx="64008" cy="64008"/>
          </a:xfrm>
          <a:prstGeom prst="ellipse">
            <a:avLst/>
          </a:prstGeom>
          <a:solidFill>
            <a:srgbClr val="26364E">
              <a:alpha val="84000"/>
            </a:srgbClr>
          </a:solidFill>
          <a:ln w="3810">
            <a:solidFill>
              <a:srgbClr val="26364E">
                <a:alpha val="0"/>
              </a:srgbClr>
            </a:solidFill>
            <a:prstDash val="solid"/>
          </a:ln>
        </p:spPr>
      </p:sp>
      <p:sp>
        <p:nvSpPr>
          <p:cNvPr id="198" name="Shape 196"/>
          <p:cNvSpPr/>
          <p:nvPr/>
        </p:nvSpPr>
        <p:spPr>
          <a:xfrm>
            <a:off x="8295345" y="5383073"/>
            <a:ext cx="64008" cy="64008"/>
          </a:xfrm>
          <a:prstGeom prst="ellipse">
            <a:avLst/>
          </a:prstGeom>
          <a:solidFill>
            <a:srgbClr val="42E0CB"/>
          </a:solidFill>
          <a:ln w="3810">
            <a:solidFill>
              <a:srgbClr val="42E0CB">
                <a:alpha val="0"/>
              </a:srgbClr>
            </a:solidFill>
            <a:prstDash val="solid"/>
          </a:ln>
        </p:spPr>
      </p:sp>
      <p:sp>
        <p:nvSpPr>
          <p:cNvPr id="199" name="Shape 197"/>
          <p:cNvSpPr/>
          <p:nvPr/>
        </p:nvSpPr>
        <p:spPr>
          <a:xfrm>
            <a:off x="8386237" y="5383073"/>
            <a:ext cx="64008" cy="64008"/>
          </a:xfrm>
          <a:prstGeom prst="ellipse">
            <a:avLst/>
          </a:prstGeom>
          <a:solidFill>
            <a:srgbClr val="26364E">
              <a:alpha val="84000"/>
            </a:srgbClr>
          </a:solidFill>
          <a:ln w="3810">
            <a:solidFill>
              <a:srgbClr val="26364E">
                <a:alpha val="0"/>
              </a:srgbClr>
            </a:solidFill>
            <a:prstDash val="solid"/>
          </a:ln>
        </p:spPr>
      </p:sp>
      <p:sp>
        <p:nvSpPr>
          <p:cNvPr id="200" name="Shape 198"/>
          <p:cNvSpPr/>
          <p:nvPr/>
        </p:nvSpPr>
        <p:spPr>
          <a:xfrm>
            <a:off x="8477128" y="5383073"/>
            <a:ext cx="64008" cy="64008"/>
          </a:xfrm>
          <a:prstGeom prst="ellipse">
            <a:avLst/>
          </a:prstGeom>
          <a:solidFill>
            <a:srgbClr val="26364E">
              <a:alpha val="84000"/>
            </a:srgbClr>
          </a:solidFill>
          <a:ln w="3810">
            <a:solidFill>
              <a:srgbClr val="26364E">
                <a:alpha val="0"/>
              </a:srgbClr>
            </a:solidFill>
            <a:prstDash val="solid"/>
          </a:ln>
        </p:spPr>
      </p:sp>
      <p:sp>
        <p:nvSpPr>
          <p:cNvPr id="201" name="Shape 199"/>
          <p:cNvSpPr/>
          <p:nvPr/>
        </p:nvSpPr>
        <p:spPr>
          <a:xfrm>
            <a:off x="8568019" y="5383073"/>
            <a:ext cx="64008" cy="64008"/>
          </a:xfrm>
          <a:prstGeom prst="ellipse">
            <a:avLst/>
          </a:prstGeom>
          <a:solidFill>
            <a:srgbClr val="42E0CB"/>
          </a:solidFill>
          <a:ln w="3810">
            <a:solidFill>
              <a:srgbClr val="42E0CB">
                <a:alpha val="0"/>
              </a:srgbClr>
            </a:solidFill>
            <a:prstDash val="solid"/>
          </a:ln>
        </p:spPr>
      </p:sp>
      <p:sp>
        <p:nvSpPr>
          <p:cNvPr id="202" name="Shape 200"/>
          <p:cNvSpPr/>
          <p:nvPr/>
        </p:nvSpPr>
        <p:spPr>
          <a:xfrm>
            <a:off x="8658911" y="5383073"/>
            <a:ext cx="64008" cy="64008"/>
          </a:xfrm>
          <a:prstGeom prst="ellipse">
            <a:avLst/>
          </a:prstGeom>
          <a:solidFill>
            <a:srgbClr val="26364E">
              <a:alpha val="84000"/>
            </a:srgbClr>
          </a:solidFill>
          <a:ln w="3810">
            <a:solidFill>
              <a:srgbClr val="26364E">
                <a:alpha val="0"/>
              </a:srgbClr>
            </a:solidFill>
            <a:prstDash val="solid"/>
          </a:ln>
        </p:spPr>
      </p:sp>
      <p:sp>
        <p:nvSpPr>
          <p:cNvPr id="203" name="Shape 201"/>
          <p:cNvSpPr/>
          <p:nvPr/>
        </p:nvSpPr>
        <p:spPr>
          <a:xfrm>
            <a:off x="8749802" y="5383073"/>
            <a:ext cx="64008" cy="64008"/>
          </a:xfrm>
          <a:prstGeom prst="ellipse">
            <a:avLst/>
          </a:prstGeom>
          <a:solidFill>
            <a:srgbClr val="26364E">
              <a:alpha val="84000"/>
            </a:srgbClr>
          </a:solidFill>
          <a:ln w="3810">
            <a:solidFill>
              <a:srgbClr val="26364E">
                <a:alpha val="0"/>
              </a:srgbClr>
            </a:solidFill>
            <a:prstDash val="solid"/>
          </a:ln>
        </p:spPr>
      </p:sp>
      <p:sp>
        <p:nvSpPr>
          <p:cNvPr id="204" name="Shape 202"/>
          <p:cNvSpPr/>
          <p:nvPr/>
        </p:nvSpPr>
        <p:spPr>
          <a:xfrm>
            <a:off x="8840694" y="5383073"/>
            <a:ext cx="64008" cy="64008"/>
          </a:xfrm>
          <a:prstGeom prst="ellipse">
            <a:avLst/>
          </a:prstGeom>
          <a:solidFill>
            <a:srgbClr val="42E0CB"/>
          </a:solidFill>
          <a:ln w="3810">
            <a:solidFill>
              <a:srgbClr val="42E0CB">
                <a:alpha val="0"/>
              </a:srgbClr>
            </a:solidFill>
            <a:prstDash val="solid"/>
          </a:ln>
        </p:spPr>
      </p:sp>
      <p:sp>
        <p:nvSpPr>
          <p:cNvPr id="205" name="Shape 203"/>
          <p:cNvSpPr/>
          <p:nvPr/>
        </p:nvSpPr>
        <p:spPr>
          <a:xfrm>
            <a:off x="8931585" y="5383073"/>
            <a:ext cx="64008" cy="64008"/>
          </a:xfrm>
          <a:prstGeom prst="ellipse">
            <a:avLst/>
          </a:prstGeom>
          <a:solidFill>
            <a:srgbClr val="26364E">
              <a:alpha val="84000"/>
            </a:srgbClr>
          </a:solidFill>
          <a:ln w="3810">
            <a:solidFill>
              <a:srgbClr val="26364E">
                <a:alpha val="0"/>
              </a:srgbClr>
            </a:solidFill>
            <a:prstDash val="solid"/>
          </a:ln>
        </p:spPr>
      </p:sp>
      <p:sp>
        <p:nvSpPr>
          <p:cNvPr id="206" name="Shape 204"/>
          <p:cNvSpPr/>
          <p:nvPr/>
        </p:nvSpPr>
        <p:spPr>
          <a:xfrm>
            <a:off x="9022476" y="5383073"/>
            <a:ext cx="64008" cy="64008"/>
          </a:xfrm>
          <a:prstGeom prst="ellipse">
            <a:avLst/>
          </a:prstGeom>
          <a:solidFill>
            <a:srgbClr val="26364E">
              <a:alpha val="84000"/>
            </a:srgbClr>
          </a:solidFill>
          <a:ln w="3810">
            <a:solidFill>
              <a:srgbClr val="26364E">
                <a:alpha val="0"/>
              </a:srgbClr>
            </a:solidFill>
            <a:prstDash val="solid"/>
          </a:ln>
        </p:spPr>
      </p:sp>
      <p:sp>
        <p:nvSpPr>
          <p:cNvPr id="207" name="Shape 205"/>
          <p:cNvSpPr/>
          <p:nvPr/>
        </p:nvSpPr>
        <p:spPr>
          <a:xfrm>
            <a:off x="9113368" y="5383073"/>
            <a:ext cx="64008" cy="64008"/>
          </a:xfrm>
          <a:prstGeom prst="ellipse">
            <a:avLst/>
          </a:prstGeom>
          <a:solidFill>
            <a:srgbClr val="42E0CB"/>
          </a:solidFill>
          <a:ln w="3810">
            <a:solidFill>
              <a:srgbClr val="42E0CB">
                <a:alpha val="0"/>
              </a:srgbClr>
            </a:solidFill>
            <a:prstDash val="solid"/>
          </a:ln>
        </p:spPr>
      </p:sp>
      <p:sp>
        <p:nvSpPr>
          <p:cNvPr id="208" name="Shape 206"/>
          <p:cNvSpPr/>
          <p:nvPr/>
        </p:nvSpPr>
        <p:spPr>
          <a:xfrm>
            <a:off x="9204259" y="5383073"/>
            <a:ext cx="64008" cy="64008"/>
          </a:xfrm>
          <a:prstGeom prst="ellipse">
            <a:avLst/>
          </a:prstGeom>
          <a:solidFill>
            <a:srgbClr val="26364E">
              <a:alpha val="84000"/>
            </a:srgbClr>
          </a:solidFill>
          <a:ln w="3810">
            <a:solidFill>
              <a:srgbClr val="26364E">
                <a:alpha val="0"/>
              </a:srgbClr>
            </a:solidFill>
            <a:prstDash val="solid"/>
          </a:ln>
        </p:spPr>
      </p:sp>
      <p:sp>
        <p:nvSpPr>
          <p:cNvPr id="209" name="Shape 207"/>
          <p:cNvSpPr/>
          <p:nvPr/>
        </p:nvSpPr>
        <p:spPr>
          <a:xfrm>
            <a:off x="9295150" y="5383073"/>
            <a:ext cx="64008" cy="64008"/>
          </a:xfrm>
          <a:prstGeom prst="ellipse">
            <a:avLst/>
          </a:prstGeom>
          <a:solidFill>
            <a:srgbClr val="26364E">
              <a:alpha val="84000"/>
            </a:srgbClr>
          </a:solidFill>
          <a:ln w="3810">
            <a:solidFill>
              <a:srgbClr val="26364E">
                <a:alpha val="0"/>
              </a:srgbClr>
            </a:solidFill>
            <a:prstDash val="solid"/>
          </a:ln>
        </p:spPr>
      </p:sp>
      <p:sp>
        <p:nvSpPr>
          <p:cNvPr id="210" name="Shape 208"/>
          <p:cNvSpPr/>
          <p:nvPr/>
        </p:nvSpPr>
        <p:spPr>
          <a:xfrm>
            <a:off x="9386042" y="5383073"/>
            <a:ext cx="64008" cy="64008"/>
          </a:xfrm>
          <a:prstGeom prst="ellipse">
            <a:avLst/>
          </a:prstGeom>
          <a:solidFill>
            <a:srgbClr val="42E0CB"/>
          </a:solidFill>
          <a:ln w="3810">
            <a:solidFill>
              <a:srgbClr val="42E0CB">
                <a:alpha val="0"/>
              </a:srgbClr>
            </a:solidFill>
            <a:prstDash val="solid"/>
          </a:ln>
        </p:spPr>
      </p:sp>
      <p:sp>
        <p:nvSpPr>
          <p:cNvPr id="211" name="Shape 209"/>
          <p:cNvSpPr/>
          <p:nvPr/>
        </p:nvSpPr>
        <p:spPr>
          <a:xfrm>
            <a:off x="9476933" y="5383073"/>
            <a:ext cx="64008" cy="64008"/>
          </a:xfrm>
          <a:prstGeom prst="ellipse">
            <a:avLst/>
          </a:prstGeom>
          <a:solidFill>
            <a:srgbClr val="26364E">
              <a:alpha val="84000"/>
            </a:srgbClr>
          </a:solidFill>
          <a:ln w="3810">
            <a:solidFill>
              <a:srgbClr val="26364E">
                <a:alpha val="0"/>
              </a:srgbClr>
            </a:solidFill>
            <a:prstDash val="solid"/>
          </a:ln>
        </p:spPr>
      </p:sp>
      <p:sp>
        <p:nvSpPr>
          <p:cNvPr id="212" name="Shape 210"/>
          <p:cNvSpPr/>
          <p:nvPr/>
        </p:nvSpPr>
        <p:spPr>
          <a:xfrm>
            <a:off x="9567824" y="5383073"/>
            <a:ext cx="64008" cy="64008"/>
          </a:xfrm>
          <a:prstGeom prst="ellipse">
            <a:avLst/>
          </a:prstGeom>
          <a:solidFill>
            <a:srgbClr val="26364E">
              <a:alpha val="84000"/>
            </a:srgbClr>
          </a:solidFill>
          <a:ln w="3810">
            <a:solidFill>
              <a:srgbClr val="26364E">
                <a:alpha val="0"/>
              </a:srgbClr>
            </a:solidFill>
            <a:prstDash val="solid"/>
          </a:ln>
        </p:spPr>
      </p:sp>
      <p:sp>
        <p:nvSpPr>
          <p:cNvPr id="213" name="Shape 211"/>
          <p:cNvSpPr/>
          <p:nvPr/>
        </p:nvSpPr>
        <p:spPr>
          <a:xfrm>
            <a:off x="9658716" y="5383073"/>
            <a:ext cx="64008" cy="64008"/>
          </a:xfrm>
          <a:prstGeom prst="ellipse">
            <a:avLst/>
          </a:prstGeom>
          <a:solidFill>
            <a:srgbClr val="42E0CB"/>
          </a:solidFill>
          <a:ln w="3810">
            <a:solidFill>
              <a:srgbClr val="42E0CB">
                <a:alpha val="0"/>
              </a:srgbClr>
            </a:solidFill>
            <a:prstDash val="solid"/>
          </a:ln>
        </p:spPr>
      </p:sp>
      <p:sp>
        <p:nvSpPr>
          <p:cNvPr id="214" name="Shape 212"/>
          <p:cNvSpPr/>
          <p:nvPr/>
        </p:nvSpPr>
        <p:spPr>
          <a:xfrm>
            <a:off x="9749607" y="5383073"/>
            <a:ext cx="64008" cy="64008"/>
          </a:xfrm>
          <a:prstGeom prst="ellipse">
            <a:avLst/>
          </a:prstGeom>
          <a:solidFill>
            <a:srgbClr val="26364E">
              <a:alpha val="84000"/>
            </a:srgbClr>
          </a:solidFill>
          <a:ln w="3810">
            <a:solidFill>
              <a:srgbClr val="26364E">
                <a:alpha val="0"/>
              </a:srgbClr>
            </a:solidFill>
            <a:prstDash val="solid"/>
          </a:ln>
        </p:spPr>
      </p:sp>
      <p:sp>
        <p:nvSpPr>
          <p:cNvPr id="215" name="Shape 213"/>
          <p:cNvSpPr/>
          <p:nvPr/>
        </p:nvSpPr>
        <p:spPr>
          <a:xfrm>
            <a:off x="9840498" y="5383073"/>
            <a:ext cx="64008" cy="64008"/>
          </a:xfrm>
          <a:prstGeom prst="ellipse">
            <a:avLst/>
          </a:prstGeom>
          <a:solidFill>
            <a:srgbClr val="26364E">
              <a:alpha val="84000"/>
            </a:srgbClr>
          </a:solidFill>
          <a:ln w="3810">
            <a:solidFill>
              <a:srgbClr val="26364E">
                <a:alpha val="0"/>
              </a:srgbClr>
            </a:solidFill>
            <a:prstDash val="solid"/>
          </a:ln>
        </p:spPr>
      </p:sp>
      <p:sp>
        <p:nvSpPr>
          <p:cNvPr id="216" name="Shape 214"/>
          <p:cNvSpPr/>
          <p:nvPr/>
        </p:nvSpPr>
        <p:spPr>
          <a:xfrm>
            <a:off x="9931390" y="5383073"/>
            <a:ext cx="64008" cy="64008"/>
          </a:xfrm>
          <a:prstGeom prst="ellipse">
            <a:avLst/>
          </a:prstGeom>
          <a:solidFill>
            <a:srgbClr val="42E0CB"/>
          </a:solidFill>
          <a:ln w="3810">
            <a:solidFill>
              <a:srgbClr val="42E0CB">
                <a:alpha val="0"/>
              </a:srgbClr>
            </a:solidFill>
            <a:prstDash val="solid"/>
          </a:ln>
        </p:spPr>
      </p:sp>
      <p:sp>
        <p:nvSpPr>
          <p:cNvPr id="217" name="Shape 215"/>
          <p:cNvSpPr/>
          <p:nvPr/>
        </p:nvSpPr>
        <p:spPr>
          <a:xfrm>
            <a:off x="10022281" y="5383073"/>
            <a:ext cx="64008" cy="64008"/>
          </a:xfrm>
          <a:prstGeom prst="ellipse">
            <a:avLst/>
          </a:prstGeom>
          <a:solidFill>
            <a:srgbClr val="26364E">
              <a:alpha val="84000"/>
            </a:srgbClr>
          </a:solidFill>
          <a:ln w="3810">
            <a:solidFill>
              <a:srgbClr val="26364E">
                <a:alpha val="0"/>
              </a:srgbClr>
            </a:solidFill>
            <a:prstDash val="solid"/>
          </a:ln>
        </p:spPr>
      </p:sp>
      <p:sp>
        <p:nvSpPr>
          <p:cNvPr id="218" name="Shape 216"/>
          <p:cNvSpPr/>
          <p:nvPr/>
        </p:nvSpPr>
        <p:spPr>
          <a:xfrm>
            <a:off x="10113173" y="5383073"/>
            <a:ext cx="64008" cy="64008"/>
          </a:xfrm>
          <a:prstGeom prst="ellipse">
            <a:avLst/>
          </a:prstGeom>
          <a:solidFill>
            <a:srgbClr val="26364E">
              <a:alpha val="84000"/>
            </a:srgbClr>
          </a:solidFill>
          <a:ln w="3810">
            <a:solidFill>
              <a:srgbClr val="26364E">
                <a:alpha val="0"/>
              </a:srgbClr>
            </a:solidFill>
            <a:prstDash val="solid"/>
          </a:ln>
        </p:spPr>
      </p:sp>
      <p:sp>
        <p:nvSpPr>
          <p:cNvPr id="219" name="Shape 217"/>
          <p:cNvSpPr/>
          <p:nvPr/>
        </p:nvSpPr>
        <p:spPr>
          <a:xfrm>
            <a:off x="10204064" y="5383073"/>
            <a:ext cx="64008" cy="64008"/>
          </a:xfrm>
          <a:prstGeom prst="ellipse">
            <a:avLst/>
          </a:prstGeom>
          <a:solidFill>
            <a:srgbClr val="42E0CB"/>
          </a:solidFill>
          <a:ln w="3810">
            <a:solidFill>
              <a:srgbClr val="42E0CB">
                <a:alpha val="0"/>
              </a:srgbClr>
            </a:solidFill>
            <a:prstDash val="solid"/>
          </a:ln>
        </p:spPr>
      </p:sp>
      <p:sp>
        <p:nvSpPr>
          <p:cNvPr id="220" name="Shape 218"/>
          <p:cNvSpPr/>
          <p:nvPr/>
        </p:nvSpPr>
        <p:spPr>
          <a:xfrm>
            <a:off x="10294955" y="5383073"/>
            <a:ext cx="64008" cy="64008"/>
          </a:xfrm>
          <a:prstGeom prst="ellipse">
            <a:avLst/>
          </a:prstGeom>
          <a:solidFill>
            <a:srgbClr val="26364E">
              <a:alpha val="84000"/>
            </a:srgbClr>
          </a:solidFill>
          <a:ln w="3810">
            <a:solidFill>
              <a:srgbClr val="26364E">
                <a:alpha val="0"/>
              </a:srgbClr>
            </a:solidFill>
            <a:prstDash val="solid"/>
          </a:ln>
        </p:spPr>
      </p:sp>
      <p:sp>
        <p:nvSpPr>
          <p:cNvPr id="221" name="Shape 219"/>
          <p:cNvSpPr/>
          <p:nvPr/>
        </p:nvSpPr>
        <p:spPr>
          <a:xfrm>
            <a:off x="10385847" y="5383073"/>
            <a:ext cx="64008" cy="64008"/>
          </a:xfrm>
          <a:prstGeom prst="ellipse">
            <a:avLst/>
          </a:prstGeom>
          <a:solidFill>
            <a:srgbClr val="26364E">
              <a:alpha val="84000"/>
            </a:srgbClr>
          </a:solidFill>
          <a:ln w="3810">
            <a:solidFill>
              <a:srgbClr val="26364E">
                <a:alpha val="0"/>
              </a:srgbClr>
            </a:solidFill>
            <a:prstDash val="solid"/>
          </a:ln>
        </p:spPr>
      </p:sp>
      <p:sp>
        <p:nvSpPr>
          <p:cNvPr id="222" name="Shape 220"/>
          <p:cNvSpPr/>
          <p:nvPr/>
        </p:nvSpPr>
        <p:spPr>
          <a:xfrm>
            <a:off x="10476738" y="5383073"/>
            <a:ext cx="64008" cy="64008"/>
          </a:xfrm>
          <a:prstGeom prst="ellipse">
            <a:avLst/>
          </a:prstGeom>
          <a:solidFill>
            <a:srgbClr val="42E0CB"/>
          </a:solidFill>
          <a:ln w="3810">
            <a:solidFill>
              <a:srgbClr val="42E0CB">
                <a:alpha val="0"/>
              </a:srgbClr>
            </a:solidFill>
            <a:prstDash val="solid"/>
          </a:ln>
        </p:spPr>
      </p:sp>
      <p:sp>
        <p:nvSpPr>
          <p:cNvPr id="223" name="Shape 221"/>
          <p:cNvSpPr/>
          <p:nvPr/>
        </p:nvSpPr>
        <p:spPr>
          <a:xfrm>
            <a:off x="10567629" y="5383073"/>
            <a:ext cx="64008" cy="64008"/>
          </a:xfrm>
          <a:prstGeom prst="ellipse">
            <a:avLst/>
          </a:prstGeom>
          <a:solidFill>
            <a:srgbClr val="42E0CB"/>
          </a:solidFill>
          <a:ln w="3810">
            <a:solidFill>
              <a:srgbClr val="42E0CB">
                <a:alpha val="0"/>
              </a:srgbClr>
            </a:solidFill>
            <a:prstDash val="solid"/>
          </a:ln>
        </p:spPr>
      </p:sp>
      <p:sp>
        <p:nvSpPr>
          <p:cNvPr id="224" name="Shape 222"/>
          <p:cNvSpPr/>
          <p:nvPr/>
        </p:nvSpPr>
        <p:spPr>
          <a:xfrm>
            <a:off x="10658521" y="5383073"/>
            <a:ext cx="64008" cy="64008"/>
          </a:xfrm>
          <a:prstGeom prst="ellipse">
            <a:avLst/>
          </a:prstGeom>
          <a:solidFill>
            <a:srgbClr val="42E0CB"/>
          </a:solidFill>
          <a:ln w="3810">
            <a:solidFill>
              <a:srgbClr val="42E0CB">
                <a:alpha val="0"/>
              </a:srgbClr>
            </a:solidFill>
            <a:prstDash val="solid"/>
          </a:ln>
        </p:spPr>
      </p:sp>
      <p:sp>
        <p:nvSpPr>
          <p:cNvPr id="225" name="Shape 223"/>
          <p:cNvSpPr/>
          <p:nvPr/>
        </p:nvSpPr>
        <p:spPr>
          <a:xfrm>
            <a:off x="10749412" y="5383073"/>
            <a:ext cx="64008" cy="64008"/>
          </a:xfrm>
          <a:prstGeom prst="ellipse">
            <a:avLst/>
          </a:prstGeom>
          <a:solidFill>
            <a:srgbClr val="26364E">
              <a:alpha val="84000"/>
            </a:srgbClr>
          </a:solidFill>
          <a:ln w="3810">
            <a:solidFill>
              <a:srgbClr val="26364E">
                <a:alpha val="0"/>
              </a:srgbClr>
            </a:solidFill>
            <a:prstDash val="solid"/>
          </a:ln>
        </p:spPr>
      </p:sp>
      <p:sp>
        <p:nvSpPr>
          <p:cNvPr id="226" name="Shape 224"/>
          <p:cNvSpPr/>
          <p:nvPr/>
        </p:nvSpPr>
        <p:spPr>
          <a:xfrm>
            <a:off x="7931780" y="5473964"/>
            <a:ext cx="64008" cy="64008"/>
          </a:xfrm>
          <a:prstGeom prst="ellipse">
            <a:avLst/>
          </a:prstGeom>
          <a:solidFill>
            <a:srgbClr val="26364E">
              <a:alpha val="84000"/>
            </a:srgbClr>
          </a:solidFill>
          <a:ln w="3810">
            <a:solidFill>
              <a:srgbClr val="26364E">
                <a:alpha val="0"/>
              </a:srgbClr>
            </a:solidFill>
            <a:prstDash val="solid"/>
          </a:ln>
        </p:spPr>
      </p:sp>
      <p:sp>
        <p:nvSpPr>
          <p:cNvPr id="227" name="Shape 225"/>
          <p:cNvSpPr/>
          <p:nvPr/>
        </p:nvSpPr>
        <p:spPr>
          <a:xfrm>
            <a:off x="8022671" y="5473964"/>
            <a:ext cx="64008" cy="64008"/>
          </a:xfrm>
          <a:prstGeom prst="ellipse">
            <a:avLst/>
          </a:prstGeom>
          <a:solidFill>
            <a:srgbClr val="26364E">
              <a:alpha val="84000"/>
            </a:srgbClr>
          </a:solidFill>
          <a:ln w="3810">
            <a:solidFill>
              <a:srgbClr val="26364E">
                <a:alpha val="0"/>
              </a:srgbClr>
            </a:solidFill>
            <a:prstDash val="solid"/>
          </a:ln>
        </p:spPr>
      </p:sp>
      <p:sp>
        <p:nvSpPr>
          <p:cNvPr id="228" name="Shape 226"/>
          <p:cNvSpPr/>
          <p:nvPr/>
        </p:nvSpPr>
        <p:spPr>
          <a:xfrm>
            <a:off x="8113563" y="5473964"/>
            <a:ext cx="64008" cy="64008"/>
          </a:xfrm>
          <a:prstGeom prst="ellipse">
            <a:avLst/>
          </a:prstGeom>
          <a:solidFill>
            <a:srgbClr val="26364E">
              <a:alpha val="84000"/>
            </a:srgbClr>
          </a:solidFill>
          <a:ln w="3810">
            <a:solidFill>
              <a:srgbClr val="26364E">
                <a:alpha val="0"/>
              </a:srgbClr>
            </a:solidFill>
            <a:prstDash val="solid"/>
          </a:ln>
        </p:spPr>
      </p:sp>
      <p:sp>
        <p:nvSpPr>
          <p:cNvPr id="229" name="Shape 227"/>
          <p:cNvSpPr/>
          <p:nvPr/>
        </p:nvSpPr>
        <p:spPr>
          <a:xfrm>
            <a:off x="8204454" y="5473964"/>
            <a:ext cx="64008" cy="64008"/>
          </a:xfrm>
          <a:prstGeom prst="ellipse">
            <a:avLst/>
          </a:prstGeom>
          <a:solidFill>
            <a:srgbClr val="26364E">
              <a:alpha val="84000"/>
            </a:srgbClr>
          </a:solidFill>
          <a:ln w="3810">
            <a:solidFill>
              <a:srgbClr val="26364E">
                <a:alpha val="0"/>
              </a:srgbClr>
            </a:solidFill>
            <a:prstDash val="solid"/>
          </a:ln>
        </p:spPr>
      </p:sp>
      <p:sp>
        <p:nvSpPr>
          <p:cNvPr id="230" name="Shape 228"/>
          <p:cNvSpPr/>
          <p:nvPr/>
        </p:nvSpPr>
        <p:spPr>
          <a:xfrm>
            <a:off x="8295345" y="5473964"/>
            <a:ext cx="64008" cy="64008"/>
          </a:xfrm>
          <a:prstGeom prst="ellipse">
            <a:avLst/>
          </a:prstGeom>
          <a:solidFill>
            <a:srgbClr val="26364E">
              <a:alpha val="84000"/>
            </a:srgbClr>
          </a:solidFill>
          <a:ln w="3810">
            <a:solidFill>
              <a:srgbClr val="26364E">
                <a:alpha val="0"/>
              </a:srgbClr>
            </a:solidFill>
            <a:prstDash val="solid"/>
          </a:ln>
        </p:spPr>
      </p:sp>
      <p:sp>
        <p:nvSpPr>
          <p:cNvPr id="231" name="Shape 229"/>
          <p:cNvSpPr/>
          <p:nvPr/>
        </p:nvSpPr>
        <p:spPr>
          <a:xfrm>
            <a:off x="8386237" y="5473964"/>
            <a:ext cx="64008" cy="64008"/>
          </a:xfrm>
          <a:prstGeom prst="ellipse">
            <a:avLst/>
          </a:prstGeom>
          <a:solidFill>
            <a:srgbClr val="26364E">
              <a:alpha val="84000"/>
            </a:srgbClr>
          </a:solidFill>
          <a:ln w="3810">
            <a:solidFill>
              <a:srgbClr val="26364E">
                <a:alpha val="0"/>
              </a:srgbClr>
            </a:solidFill>
            <a:prstDash val="solid"/>
          </a:ln>
        </p:spPr>
      </p:sp>
      <p:sp>
        <p:nvSpPr>
          <p:cNvPr id="232" name="Shape 230"/>
          <p:cNvSpPr/>
          <p:nvPr/>
        </p:nvSpPr>
        <p:spPr>
          <a:xfrm>
            <a:off x="8477128" y="5473964"/>
            <a:ext cx="64008" cy="64008"/>
          </a:xfrm>
          <a:prstGeom prst="ellipse">
            <a:avLst/>
          </a:prstGeom>
          <a:solidFill>
            <a:srgbClr val="26364E">
              <a:alpha val="84000"/>
            </a:srgbClr>
          </a:solidFill>
          <a:ln w="3810">
            <a:solidFill>
              <a:srgbClr val="26364E">
                <a:alpha val="0"/>
              </a:srgbClr>
            </a:solidFill>
            <a:prstDash val="solid"/>
          </a:ln>
        </p:spPr>
      </p:sp>
      <p:sp>
        <p:nvSpPr>
          <p:cNvPr id="233" name="Shape 231"/>
          <p:cNvSpPr/>
          <p:nvPr/>
        </p:nvSpPr>
        <p:spPr>
          <a:xfrm>
            <a:off x="8568019" y="5473964"/>
            <a:ext cx="64008" cy="64008"/>
          </a:xfrm>
          <a:prstGeom prst="ellipse">
            <a:avLst/>
          </a:prstGeom>
          <a:solidFill>
            <a:srgbClr val="42E0CB"/>
          </a:solidFill>
          <a:ln w="3810">
            <a:solidFill>
              <a:srgbClr val="42E0CB">
                <a:alpha val="0"/>
              </a:srgbClr>
            </a:solidFill>
            <a:prstDash val="solid"/>
          </a:ln>
        </p:spPr>
      </p:sp>
      <p:sp>
        <p:nvSpPr>
          <p:cNvPr id="234" name="Shape 232"/>
          <p:cNvSpPr/>
          <p:nvPr/>
        </p:nvSpPr>
        <p:spPr>
          <a:xfrm>
            <a:off x="8658911" y="5473964"/>
            <a:ext cx="64008" cy="64008"/>
          </a:xfrm>
          <a:prstGeom prst="ellipse">
            <a:avLst/>
          </a:prstGeom>
          <a:solidFill>
            <a:srgbClr val="26364E">
              <a:alpha val="84000"/>
            </a:srgbClr>
          </a:solidFill>
          <a:ln w="3810">
            <a:solidFill>
              <a:srgbClr val="26364E">
                <a:alpha val="0"/>
              </a:srgbClr>
            </a:solidFill>
            <a:prstDash val="solid"/>
          </a:ln>
        </p:spPr>
      </p:sp>
      <p:sp>
        <p:nvSpPr>
          <p:cNvPr id="235" name="Shape 233"/>
          <p:cNvSpPr/>
          <p:nvPr/>
        </p:nvSpPr>
        <p:spPr>
          <a:xfrm>
            <a:off x="8749802" y="5473964"/>
            <a:ext cx="64008" cy="64008"/>
          </a:xfrm>
          <a:prstGeom prst="ellipse">
            <a:avLst/>
          </a:prstGeom>
          <a:solidFill>
            <a:srgbClr val="26364E">
              <a:alpha val="84000"/>
            </a:srgbClr>
          </a:solidFill>
          <a:ln w="3810">
            <a:solidFill>
              <a:srgbClr val="26364E">
                <a:alpha val="0"/>
              </a:srgbClr>
            </a:solidFill>
            <a:prstDash val="solid"/>
          </a:ln>
        </p:spPr>
      </p:sp>
      <p:sp>
        <p:nvSpPr>
          <p:cNvPr id="236" name="Shape 234"/>
          <p:cNvSpPr/>
          <p:nvPr/>
        </p:nvSpPr>
        <p:spPr>
          <a:xfrm>
            <a:off x="8840694" y="5473964"/>
            <a:ext cx="64008" cy="64008"/>
          </a:xfrm>
          <a:prstGeom prst="ellipse">
            <a:avLst/>
          </a:prstGeom>
          <a:solidFill>
            <a:srgbClr val="26364E">
              <a:alpha val="84000"/>
            </a:srgbClr>
          </a:solidFill>
          <a:ln w="3810">
            <a:solidFill>
              <a:srgbClr val="26364E">
                <a:alpha val="0"/>
              </a:srgbClr>
            </a:solidFill>
            <a:prstDash val="solid"/>
          </a:ln>
        </p:spPr>
      </p:sp>
      <p:sp>
        <p:nvSpPr>
          <p:cNvPr id="237" name="Shape 235"/>
          <p:cNvSpPr/>
          <p:nvPr/>
        </p:nvSpPr>
        <p:spPr>
          <a:xfrm>
            <a:off x="8931585" y="5473964"/>
            <a:ext cx="64008" cy="64008"/>
          </a:xfrm>
          <a:prstGeom prst="ellipse">
            <a:avLst/>
          </a:prstGeom>
          <a:solidFill>
            <a:srgbClr val="26364E">
              <a:alpha val="84000"/>
            </a:srgbClr>
          </a:solidFill>
          <a:ln w="3810">
            <a:solidFill>
              <a:srgbClr val="26364E">
                <a:alpha val="0"/>
              </a:srgbClr>
            </a:solidFill>
            <a:prstDash val="solid"/>
          </a:ln>
        </p:spPr>
      </p:sp>
      <p:sp>
        <p:nvSpPr>
          <p:cNvPr id="238" name="Shape 236"/>
          <p:cNvSpPr/>
          <p:nvPr/>
        </p:nvSpPr>
        <p:spPr>
          <a:xfrm>
            <a:off x="9022476" y="5473964"/>
            <a:ext cx="64008" cy="64008"/>
          </a:xfrm>
          <a:prstGeom prst="ellipse">
            <a:avLst/>
          </a:prstGeom>
          <a:solidFill>
            <a:srgbClr val="26364E">
              <a:alpha val="84000"/>
            </a:srgbClr>
          </a:solidFill>
          <a:ln w="3810">
            <a:solidFill>
              <a:srgbClr val="26364E">
                <a:alpha val="0"/>
              </a:srgbClr>
            </a:solidFill>
            <a:prstDash val="solid"/>
          </a:ln>
        </p:spPr>
      </p:sp>
      <p:sp>
        <p:nvSpPr>
          <p:cNvPr id="239" name="Shape 237"/>
          <p:cNvSpPr/>
          <p:nvPr/>
        </p:nvSpPr>
        <p:spPr>
          <a:xfrm>
            <a:off x="9113368" y="5473964"/>
            <a:ext cx="64008" cy="64008"/>
          </a:xfrm>
          <a:prstGeom prst="ellipse">
            <a:avLst/>
          </a:prstGeom>
          <a:solidFill>
            <a:srgbClr val="42E0CB"/>
          </a:solidFill>
          <a:ln w="3810">
            <a:solidFill>
              <a:srgbClr val="42E0CB">
                <a:alpha val="0"/>
              </a:srgbClr>
            </a:solidFill>
            <a:prstDash val="solid"/>
          </a:ln>
        </p:spPr>
      </p:sp>
      <p:sp>
        <p:nvSpPr>
          <p:cNvPr id="240" name="Shape 238"/>
          <p:cNvSpPr/>
          <p:nvPr/>
        </p:nvSpPr>
        <p:spPr>
          <a:xfrm>
            <a:off x="9204259" y="5473964"/>
            <a:ext cx="64008" cy="64008"/>
          </a:xfrm>
          <a:prstGeom prst="ellipse">
            <a:avLst/>
          </a:prstGeom>
          <a:solidFill>
            <a:srgbClr val="26364E">
              <a:alpha val="84000"/>
            </a:srgbClr>
          </a:solidFill>
          <a:ln w="3810">
            <a:solidFill>
              <a:srgbClr val="26364E">
                <a:alpha val="0"/>
              </a:srgbClr>
            </a:solidFill>
            <a:prstDash val="solid"/>
          </a:ln>
        </p:spPr>
      </p:sp>
      <p:sp>
        <p:nvSpPr>
          <p:cNvPr id="241" name="Shape 239"/>
          <p:cNvSpPr/>
          <p:nvPr/>
        </p:nvSpPr>
        <p:spPr>
          <a:xfrm>
            <a:off x="9295150" y="5473964"/>
            <a:ext cx="64008" cy="64008"/>
          </a:xfrm>
          <a:prstGeom prst="ellipse">
            <a:avLst/>
          </a:prstGeom>
          <a:solidFill>
            <a:srgbClr val="26364E">
              <a:alpha val="84000"/>
            </a:srgbClr>
          </a:solidFill>
          <a:ln w="3810">
            <a:solidFill>
              <a:srgbClr val="26364E">
                <a:alpha val="0"/>
              </a:srgbClr>
            </a:solidFill>
            <a:prstDash val="solid"/>
          </a:ln>
        </p:spPr>
      </p:sp>
      <p:sp>
        <p:nvSpPr>
          <p:cNvPr id="242" name="Shape 240"/>
          <p:cNvSpPr/>
          <p:nvPr/>
        </p:nvSpPr>
        <p:spPr>
          <a:xfrm>
            <a:off x="9386042" y="5473964"/>
            <a:ext cx="64008" cy="64008"/>
          </a:xfrm>
          <a:prstGeom prst="ellipse">
            <a:avLst/>
          </a:prstGeom>
          <a:solidFill>
            <a:srgbClr val="26364E">
              <a:alpha val="84000"/>
            </a:srgbClr>
          </a:solidFill>
          <a:ln w="3810">
            <a:solidFill>
              <a:srgbClr val="26364E">
                <a:alpha val="0"/>
              </a:srgbClr>
            </a:solidFill>
            <a:prstDash val="solid"/>
          </a:ln>
        </p:spPr>
      </p:sp>
      <p:sp>
        <p:nvSpPr>
          <p:cNvPr id="243" name="Shape 241"/>
          <p:cNvSpPr/>
          <p:nvPr/>
        </p:nvSpPr>
        <p:spPr>
          <a:xfrm>
            <a:off x="9476933" y="5473964"/>
            <a:ext cx="64008" cy="64008"/>
          </a:xfrm>
          <a:prstGeom prst="ellipse">
            <a:avLst/>
          </a:prstGeom>
          <a:solidFill>
            <a:srgbClr val="26364E">
              <a:alpha val="84000"/>
            </a:srgbClr>
          </a:solidFill>
          <a:ln w="3810">
            <a:solidFill>
              <a:srgbClr val="26364E">
                <a:alpha val="0"/>
              </a:srgbClr>
            </a:solidFill>
            <a:prstDash val="solid"/>
          </a:ln>
        </p:spPr>
      </p:sp>
      <p:sp>
        <p:nvSpPr>
          <p:cNvPr id="244" name="Shape 242"/>
          <p:cNvSpPr/>
          <p:nvPr/>
        </p:nvSpPr>
        <p:spPr>
          <a:xfrm>
            <a:off x="9567824" y="5473964"/>
            <a:ext cx="64008" cy="64008"/>
          </a:xfrm>
          <a:prstGeom prst="ellipse">
            <a:avLst/>
          </a:prstGeom>
          <a:solidFill>
            <a:srgbClr val="26364E">
              <a:alpha val="84000"/>
            </a:srgbClr>
          </a:solidFill>
          <a:ln w="3810">
            <a:solidFill>
              <a:srgbClr val="26364E">
                <a:alpha val="0"/>
              </a:srgbClr>
            </a:solidFill>
            <a:prstDash val="solid"/>
          </a:ln>
        </p:spPr>
      </p:sp>
      <p:sp>
        <p:nvSpPr>
          <p:cNvPr id="245" name="Shape 243"/>
          <p:cNvSpPr/>
          <p:nvPr/>
        </p:nvSpPr>
        <p:spPr>
          <a:xfrm>
            <a:off x="9658716" y="5473964"/>
            <a:ext cx="64008" cy="64008"/>
          </a:xfrm>
          <a:prstGeom prst="ellipse">
            <a:avLst/>
          </a:prstGeom>
          <a:solidFill>
            <a:srgbClr val="42E0CB"/>
          </a:solidFill>
          <a:ln w="3810">
            <a:solidFill>
              <a:srgbClr val="42E0CB">
                <a:alpha val="0"/>
              </a:srgbClr>
            </a:solidFill>
            <a:prstDash val="solid"/>
          </a:ln>
        </p:spPr>
      </p:sp>
      <p:sp>
        <p:nvSpPr>
          <p:cNvPr id="246" name="Shape 244"/>
          <p:cNvSpPr/>
          <p:nvPr/>
        </p:nvSpPr>
        <p:spPr>
          <a:xfrm>
            <a:off x="9749607" y="5473964"/>
            <a:ext cx="64008" cy="64008"/>
          </a:xfrm>
          <a:prstGeom prst="ellipse">
            <a:avLst/>
          </a:prstGeom>
          <a:solidFill>
            <a:srgbClr val="26364E">
              <a:alpha val="84000"/>
            </a:srgbClr>
          </a:solidFill>
          <a:ln w="3810">
            <a:solidFill>
              <a:srgbClr val="26364E">
                <a:alpha val="0"/>
              </a:srgbClr>
            </a:solidFill>
            <a:prstDash val="solid"/>
          </a:ln>
        </p:spPr>
      </p:sp>
      <p:sp>
        <p:nvSpPr>
          <p:cNvPr id="247" name="Shape 245"/>
          <p:cNvSpPr/>
          <p:nvPr/>
        </p:nvSpPr>
        <p:spPr>
          <a:xfrm>
            <a:off x="9840498" y="5473964"/>
            <a:ext cx="64008" cy="64008"/>
          </a:xfrm>
          <a:prstGeom prst="ellipse">
            <a:avLst/>
          </a:prstGeom>
          <a:solidFill>
            <a:srgbClr val="26364E">
              <a:alpha val="84000"/>
            </a:srgbClr>
          </a:solidFill>
          <a:ln w="3810">
            <a:solidFill>
              <a:srgbClr val="26364E">
                <a:alpha val="0"/>
              </a:srgbClr>
            </a:solidFill>
            <a:prstDash val="solid"/>
          </a:ln>
        </p:spPr>
      </p:sp>
      <p:sp>
        <p:nvSpPr>
          <p:cNvPr id="248" name="Shape 246"/>
          <p:cNvSpPr/>
          <p:nvPr/>
        </p:nvSpPr>
        <p:spPr>
          <a:xfrm>
            <a:off x="9931390" y="5473964"/>
            <a:ext cx="64008" cy="64008"/>
          </a:xfrm>
          <a:prstGeom prst="ellipse">
            <a:avLst/>
          </a:prstGeom>
          <a:solidFill>
            <a:srgbClr val="26364E">
              <a:alpha val="84000"/>
            </a:srgbClr>
          </a:solidFill>
          <a:ln w="3810">
            <a:solidFill>
              <a:srgbClr val="26364E">
                <a:alpha val="0"/>
              </a:srgbClr>
            </a:solidFill>
            <a:prstDash val="solid"/>
          </a:ln>
        </p:spPr>
      </p:sp>
      <p:sp>
        <p:nvSpPr>
          <p:cNvPr id="249" name="Shape 247"/>
          <p:cNvSpPr/>
          <p:nvPr/>
        </p:nvSpPr>
        <p:spPr>
          <a:xfrm>
            <a:off x="10022281" y="5473964"/>
            <a:ext cx="64008" cy="64008"/>
          </a:xfrm>
          <a:prstGeom prst="ellipse">
            <a:avLst/>
          </a:prstGeom>
          <a:solidFill>
            <a:srgbClr val="26364E">
              <a:alpha val="84000"/>
            </a:srgbClr>
          </a:solidFill>
          <a:ln w="3810">
            <a:solidFill>
              <a:srgbClr val="26364E">
                <a:alpha val="0"/>
              </a:srgbClr>
            </a:solidFill>
            <a:prstDash val="solid"/>
          </a:ln>
        </p:spPr>
      </p:sp>
      <p:sp>
        <p:nvSpPr>
          <p:cNvPr id="250" name="Shape 248"/>
          <p:cNvSpPr/>
          <p:nvPr/>
        </p:nvSpPr>
        <p:spPr>
          <a:xfrm>
            <a:off x="10113173" y="5473964"/>
            <a:ext cx="64008" cy="64008"/>
          </a:xfrm>
          <a:prstGeom prst="ellipse">
            <a:avLst/>
          </a:prstGeom>
          <a:solidFill>
            <a:srgbClr val="26364E">
              <a:alpha val="84000"/>
            </a:srgbClr>
          </a:solidFill>
          <a:ln w="3810">
            <a:solidFill>
              <a:srgbClr val="26364E">
                <a:alpha val="0"/>
              </a:srgbClr>
            </a:solidFill>
            <a:prstDash val="solid"/>
          </a:ln>
        </p:spPr>
      </p:sp>
      <p:sp>
        <p:nvSpPr>
          <p:cNvPr id="251" name="Shape 249"/>
          <p:cNvSpPr/>
          <p:nvPr/>
        </p:nvSpPr>
        <p:spPr>
          <a:xfrm>
            <a:off x="10204064" y="5473964"/>
            <a:ext cx="64008" cy="64008"/>
          </a:xfrm>
          <a:prstGeom prst="ellipse">
            <a:avLst/>
          </a:prstGeom>
          <a:solidFill>
            <a:srgbClr val="42E0CB"/>
          </a:solidFill>
          <a:ln w="3810">
            <a:solidFill>
              <a:srgbClr val="42E0CB">
                <a:alpha val="0"/>
              </a:srgbClr>
            </a:solidFill>
            <a:prstDash val="solid"/>
          </a:ln>
        </p:spPr>
      </p:sp>
      <p:sp>
        <p:nvSpPr>
          <p:cNvPr id="252" name="Shape 250"/>
          <p:cNvSpPr/>
          <p:nvPr/>
        </p:nvSpPr>
        <p:spPr>
          <a:xfrm>
            <a:off x="10294955" y="5473964"/>
            <a:ext cx="64008" cy="64008"/>
          </a:xfrm>
          <a:prstGeom prst="ellipse">
            <a:avLst/>
          </a:prstGeom>
          <a:solidFill>
            <a:srgbClr val="26364E">
              <a:alpha val="84000"/>
            </a:srgbClr>
          </a:solidFill>
          <a:ln w="3810">
            <a:solidFill>
              <a:srgbClr val="26364E">
                <a:alpha val="0"/>
              </a:srgbClr>
            </a:solidFill>
            <a:prstDash val="solid"/>
          </a:ln>
        </p:spPr>
      </p:sp>
      <p:sp>
        <p:nvSpPr>
          <p:cNvPr id="253" name="Shape 251"/>
          <p:cNvSpPr/>
          <p:nvPr/>
        </p:nvSpPr>
        <p:spPr>
          <a:xfrm>
            <a:off x="10385847" y="5473964"/>
            <a:ext cx="64008" cy="64008"/>
          </a:xfrm>
          <a:prstGeom prst="ellipse">
            <a:avLst/>
          </a:prstGeom>
          <a:solidFill>
            <a:srgbClr val="26364E">
              <a:alpha val="84000"/>
            </a:srgbClr>
          </a:solidFill>
          <a:ln w="3810">
            <a:solidFill>
              <a:srgbClr val="26364E">
                <a:alpha val="0"/>
              </a:srgbClr>
            </a:solidFill>
            <a:prstDash val="solid"/>
          </a:ln>
        </p:spPr>
      </p:sp>
      <p:sp>
        <p:nvSpPr>
          <p:cNvPr id="254" name="Shape 252"/>
          <p:cNvSpPr/>
          <p:nvPr/>
        </p:nvSpPr>
        <p:spPr>
          <a:xfrm>
            <a:off x="10476738" y="5473964"/>
            <a:ext cx="64008" cy="64008"/>
          </a:xfrm>
          <a:prstGeom prst="ellipse">
            <a:avLst/>
          </a:prstGeom>
          <a:solidFill>
            <a:srgbClr val="26364E">
              <a:alpha val="84000"/>
            </a:srgbClr>
          </a:solidFill>
          <a:ln w="3810">
            <a:solidFill>
              <a:srgbClr val="26364E">
                <a:alpha val="0"/>
              </a:srgbClr>
            </a:solidFill>
            <a:prstDash val="solid"/>
          </a:ln>
        </p:spPr>
      </p:sp>
      <p:sp>
        <p:nvSpPr>
          <p:cNvPr id="255" name="Shape 253"/>
          <p:cNvSpPr/>
          <p:nvPr/>
        </p:nvSpPr>
        <p:spPr>
          <a:xfrm>
            <a:off x="10567629" y="5473964"/>
            <a:ext cx="64008" cy="64008"/>
          </a:xfrm>
          <a:prstGeom prst="ellipse">
            <a:avLst/>
          </a:prstGeom>
          <a:solidFill>
            <a:srgbClr val="26364E">
              <a:alpha val="84000"/>
            </a:srgbClr>
          </a:solidFill>
          <a:ln w="3810">
            <a:solidFill>
              <a:srgbClr val="26364E">
                <a:alpha val="0"/>
              </a:srgbClr>
            </a:solidFill>
            <a:prstDash val="solid"/>
          </a:ln>
        </p:spPr>
      </p:sp>
      <p:sp>
        <p:nvSpPr>
          <p:cNvPr id="256" name="Shape 254"/>
          <p:cNvSpPr/>
          <p:nvPr/>
        </p:nvSpPr>
        <p:spPr>
          <a:xfrm>
            <a:off x="10658521" y="5473964"/>
            <a:ext cx="64008" cy="64008"/>
          </a:xfrm>
          <a:prstGeom prst="ellipse">
            <a:avLst/>
          </a:prstGeom>
          <a:solidFill>
            <a:srgbClr val="42E0CB"/>
          </a:solidFill>
          <a:ln w="3810">
            <a:solidFill>
              <a:srgbClr val="42E0CB">
                <a:alpha val="0"/>
              </a:srgbClr>
            </a:solidFill>
            <a:prstDash val="solid"/>
          </a:ln>
        </p:spPr>
      </p:sp>
      <p:sp>
        <p:nvSpPr>
          <p:cNvPr id="257" name="Shape 255"/>
          <p:cNvSpPr/>
          <p:nvPr/>
        </p:nvSpPr>
        <p:spPr>
          <a:xfrm>
            <a:off x="10749412" y="5473964"/>
            <a:ext cx="64008" cy="64008"/>
          </a:xfrm>
          <a:prstGeom prst="ellipse">
            <a:avLst/>
          </a:prstGeom>
          <a:solidFill>
            <a:srgbClr val="26364E">
              <a:alpha val="84000"/>
            </a:srgbClr>
          </a:solidFill>
          <a:ln w="3810">
            <a:solidFill>
              <a:srgbClr val="26364E">
                <a:alpha val="0"/>
              </a:srgbClr>
            </a:solidFill>
            <a:prstDash val="solid"/>
          </a:ln>
        </p:spPr>
      </p:sp>
      <p:sp>
        <p:nvSpPr>
          <p:cNvPr id="258" name="Shape 256"/>
          <p:cNvSpPr/>
          <p:nvPr/>
        </p:nvSpPr>
        <p:spPr>
          <a:xfrm>
            <a:off x="7931780" y="5564856"/>
            <a:ext cx="64008" cy="64008"/>
          </a:xfrm>
          <a:prstGeom prst="ellipse">
            <a:avLst/>
          </a:prstGeom>
          <a:solidFill>
            <a:srgbClr val="26364E">
              <a:alpha val="84000"/>
            </a:srgbClr>
          </a:solidFill>
          <a:ln w="3810">
            <a:solidFill>
              <a:srgbClr val="26364E">
                <a:alpha val="0"/>
              </a:srgbClr>
            </a:solidFill>
            <a:prstDash val="solid"/>
          </a:ln>
        </p:spPr>
      </p:sp>
      <p:sp>
        <p:nvSpPr>
          <p:cNvPr id="259" name="Shape 257"/>
          <p:cNvSpPr/>
          <p:nvPr/>
        </p:nvSpPr>
        <p:spPr>
          <a:xfrm>
            <a:off x="8022671" y="5564856"/>
            <a:ext cx="64008" cy="64008"/>
          </a:xfrm>
          <a:prstGeom prst="ellipse">
            <a:avLst/>
          </a:prstGeom>
          <a:solidFill>
            <a:srgbClr val="26364E">
              <a:alpha val="84000"/>
            </a:srgbClr>
          </a:solidFill>
          <a:ln w="3810">
            <a:solidFill>
              <a:srgbClr val="26364E">
                <a:alpha val="0"/>
              </a:srgbClr>
            </a:solidFill>
            <a:prstDash val="solid"/>
          </a:ln>
        </p:spPr>
      </p:sp>
      <p:sp>
        <p:nvSpPr>
          <p:cNvPr id="260" name="Shape 258"/>
          <p:cNvSpPr/>
          <p:nvPr/>
        </p:nvSpPr>
        <p:spPr>
          <a:xfrm>
            <a:off x="8113563" y="5564856"/>
            <a:ext cx="64008" cy="64008"/>
          </a:xfrm>
          <a:prstGeom prst="ellipse">
            <a:avLst/>
          </a:prstGeom>
          <a:solidFill>
            <a:srgbClr val="42E0CB"/>
          </a:solidFill>
          <a:ln w="3810">
            <a:solidFill>
              <a:srgbClr val="42E0CB">
                <a:alpha val="0"/>
              </a:srgbClr>
            </a:solidFill>
            <a:prstDash val="solid"/>
          </a:ln>
        </p:spPr>
      </p:sp>
      <p:sp>
        <p:nvSpPr>
          <p:cNvPr id="261" name="Shape 259"/>
          <p:cNvSpPr/>
          <p:nvPr/>
        </p:nvSpPr>
        <p:spPr>
          <a:xfrm>
            <a:off x="8204454" y="5564856"/>
            <a:ext cx="64008" cy="64008"/>
          </a:xfrm>
          <a:prstGeom prst="ellipse">
            <a:avLst/>
          </a:prstGeom>
          <a:solidFill>
            <a:srgbClr val="26364E">
              <a:alpha val="84000"/>
            </a:srgbClr>
          </a:solidFill>
          <a:ln w="3810">
            <a:solidFill>
              <a:srgbClr val="26364E">
                <a:alpha val="0"/>
              </a:srgbClr>
            </a:solidFill>
            <a:prstDash val="solid"/>
          </a:ln>
        </p:spPr>
      </p:sp>
      <p:sp>
        <p:nvSpPr>
          <p:cNvPr id="262" name="Shape 260"/>
          <p:cNvSpPr/>
          <p:nvPr/>
        </p:nvSpPr>
        <p:spPr>
          <a:xfrm>
            <a:off x="8295345" y="5564856"/>
            <a:ext cx="64008" cy="64008"/>
          </a:xfrm>
          <a:prstGeom prst="ellipse">
            <a:avLst/>
          </a:prstGeom>
          <a:solidFill>
            <a:srgbClr val="26364E">
              <a:alpha val="84000"/>
            </a:srgbClr>
          </a:solidFill>
          <a:ln w="3810">
            <a:solidFill>
              <a:srgbClr val="26364E">
                <a:alpha val="0"/>
              </a:srgbClr>
            </a:solidFill>
            <a:prstDash val="solid"/>
          </a:ln>
        </p:spPr>
      </p:sp>
      <p:sp>
        <p:nvSpPr>
          <p:cNvPr id="263" name="Shape 261"/>
          <p:cNvSpPr/>
          <p:nvPr/>
        </p:nvSpPr>
        <p:spPr>
          <a:xfrm>
            <a:off x="8386237" y="5564856"/>
            <a:ext cx="64008" cy="64008"/>
          </a:xfrm>
          <a:prstGeom prst="ellipse">
            <a:avLst/>
          </a:prstGeom>
          <a:solidFill>
            <a:srgbClr val="26364E">
              <a:alpha val="84000"/>
            </a:srgbClr>
          </a:solidFill>
          <a:ln w="3810">
            <a:solidFill>
              <a:srgbClr val="26364E">
                <a:alpha val="0"/>
              </a:srgbClr>
            </a:solidFill>
            <a:prstDash val="solid"/>
          </a:ln>
        </p:spPr>
      </p:sp>
      <p:sp>
        <p:nvSpPr>
          <p:cNvPr id="264" name="Shape 262"/>
          <p:cNvSpPr/>
          <p:nvPr/>
        </p:nvSpPr>
        <p:spPr>
          <a:xfrm>
            <a:off x="8477128" y="5564856"/>
            <a:ext cx="64008" cy="64008"/>
          </a:xfrm>
          <a:prstGeom prst="ellipse">
            <a:avLst/>
          </a:prstGeom>
          <a:solidFill>
            <a:srgbClr val="26364E">
              <a:alpha val="84000"/>
            </a:srgbClr>
          </a:solidFill>
          <a:ln w="3810">
            <a:solidFill>
              <a:srgbClr val="26364E">
                <a:alpha val="0"/>
              </a:srgbClr>
            </a:solidFill>
            <a:prstDash val="solid"/>
          </a:ln>
        </p:spPr>
      </p:sp>
      <p:sp>
        <p:nvSpPr>
          <p:cNvPr id="265" name="Shape 263"/>
          <p:cNvSpPr/>
          <p:nvPr/>
        </p:nvSpPr>
        <p:spPr>
          <a:xfrm>
            <a:off x="8568019" y="5564856"/>
            <a:ext cx="64008" cy="64008"/>
          </a:xfrm>
          <a:prstGeom prst="ellipse">
            <a:avLst/>
          </a:prstGeom>
          <a:solidFill>
            <a:srgbClr val="26364E">
              <a:alpha val="84000"/>
            </a:srgbClr>
          </a:solidFill>
          <a:ln w="3810">
            <a:solidFill>
              <a:srgbClr val="26364E">
                <a:alpha val="0"/>
              </a:srgbClr>
            </a:solidFill>
            <a:prstDash val="solid"/>
          </a:ln>
        </p:spPr>
      </p:sp>
      <p:sp>
        <p:nvSpPr>
          <p:cNvPr id="266" name="Shape 264"/>
          <p:cNvSpPr/>
          <p:nvPr/>
        </p:nvSpPr>
        <p:spPr>
          <a:xfrm>
            <a:off x="8658911" y="5564856"/>
            <a:ext cx="64008" cy="64008"/>
          </a:xfrm>
          <a:prstGeom prst="ellipse">
            <a:avLst/>
          </a:prstGeom>
          <a:solidFill>
            <a:srgbClr val="26364E">
              <a:alpha val="84000"/>
            </a:srgbClr>
          </a:solidFill>
          <a:ln w="3810">
            <a:solidFill>
              <a:srgbClr val="26364E">
                <a:alpha val="0"/>
              </a:srgbClr>
            </a:solidFill>
            <a:prstDash val="solid"/>
          </a:ln>
        </p:spPr>
      </p:sp>
      <p:sp>
        <p:nvSpPr>
          <p:cNvPr id="267" name="Shape 265"/>
          <p:cNvSpPr/>
          <p:nvPr/>
        </p:nvSpPr>
        <p:spPr>
          <a:xfrm>
            <a:off x="8749802" y="5564856"/>
            <a:ext cx="64008" cy="64008"/>
          </a:xfrm>
          <a:prstGeom prst="ellipse">
            <a:avLst/>
          </a:prstGeom>
          <a:solidFill>
            <a:srgbClr val="26364E">
              <a:alpha val="84000"/>
            </a:srgbClr>
          </a:solidFill>
          <a:ln w="3810">
            <a:solidFill>
              <a:srgbClr val="26364E">
                <a:alpha val="0"/>
              </a:srgbClr>
            </a:solidFill>
            <a:prstDash val="solid"/>
          </a:ln>
        </p:spPr>
      </p:sp>
      <p:sp>
        <p:nvSpPr>
          <p:cNvPr id="268" name="Shape 266"/>
          <p:cNvSpPr/>
          <p:nvPr/>
        </p:nvSpPr>
        <p:spPr>
          <a:xfrm>
            <a:off x="8840694" y="5564856"/>
            <a:ext cx="64008" cy="64008"/>
          </a:xfrm>
          <a:prstGeom prst="ellipse">
            <a:avLst/>
          </a:prstGeom>
          <a:solidFill>
            <a:srgbClr val="26364E">
              <a:alpha val="84000"/>
            </a:srgbClr>
          </a:solidFill>
          <a:ln w="3810">
            <a:solidFill>
              <a:srgbClr val="26364E">
                <a:alpha val="0"/>
              </a:srgbClr>
            </a:solidFill>
            <a:prstDash val="solid"/>
          </a:ln>
        </p:spPr>
      </p:sp>
      <p:sp>
        <p:nvSpPr>
          <p:cNvPr id="269" name="Shape 267"/>
          <p:cNvSpPr/>
          <p:nvPr/>
        </p:nvSpPr>
        <p:spPr>
          <a:xfrm>
            <a:off x="8931585" y="5564856"/>
            <a:ext cx="64008" cy="64008"/>
          </a:xfrm>
          <a:prstGeom prst="ellipse">
            <a:avLst/>
          </a:prstGeom>
          <a:solidFill>
            <a:srgbClr val="26364E">
              <a:alpha val="84000"/>
            </a:srgbClr>
          </a:solidFill>
          <a:ln w="3810">
            <a:solidFill>
              <a:srgbClr val="26364E">
                <a:alpha val="0"/>
              </a:srgbClr>
            </a:solidFill>
            <a:prstDash val="solid"/>
          </a:ln>
        </p:spPr>
      </p:sp>
      <p:sp>
        <p:nvSpPr>
          <p:cNvPr id="270" name="Shape 268"/>
          <p:cNvSpPr/>
          <p:nvPr/>
        </p:nvSpPr>
        <p:spPr>
          <a:xfrm>
            <a:off x="9022476" y="5564856"/>
            <a:ext cx="64008" cy="64008"/>
          </a:xfrm>
          <a:prstGeom prst="ellipse">
            <a:avLst/>
          </a:prstGeom>
          <a:solidFill>
            <a:srgbClr val="26364E">
              <a:alpha val="84000"/>
            </a:srgbClr>
          </a:solidFill>
          <a:ln w="3810">
            <a:solidFill>
              <a:srgbClr val="26364E">
                <a:alpha val="0"/>
              </a:srgbClr>
            </a:solidFill>
            <a:prstDash val="solid"/>
          </a:ln>
        </p:spPr>
      </p:sp>
      <p:sp>
        <p:nvSpPr>
          <p:cNvPr id="271" name="Shape 269"/>
          <p:cNvSpPr/>
          <p:nvPr/>
        </p:nvSpPr>
        <p:spPr>
          <a:xfrm>
            <a:off x="9113368" y="5564856"/>
            <a:ext cx="64008" cy="64008"/>
          </a:xfrm>
          <a:prstGeom prst="ellipse">
            <a:avLst/>
          </a:prstGeom>
          <a:solidFill>
            <a:srgbClr val="26364E">
              <a:alpha val="84000"/>
            </a:srgbClr>
          </a:solidFill>
          <a:ln w="3810">
            <a:solidFill>
              <a:srgbClr val="26364E">
                <a:alpha val="0"/>
              </a:srgbClr>
            </a:solidFill>
            <a:prstDash val="solid"/>
          </a:ln>
        </p:spPr>
      </p:sp>
      <p:sp>
        <p:nvSpPr>
          <p:cNvPr id="272" name="Shape 270"/>
          <p:cNvSpPr/>
          <p:nvPr/>
        </p:nvSpPr>
        <p:spPr>
          <a:xfrm>
            <a:off x="9204259" y="5564856"/>
            <a:ext cx="64008" cy="64008"/>
          </a:xfrm>
          <a:prstGeom prst="ellipse">
            <a:avLst/>
          </a:prstGeom>
          <a:solidFill>
            <a:srgbClr val="26364E">
              <a:alpha val="84000"/>
            </a:srgbClr>
          </a:solidFill>
          <a:ln w="3810">
            <a:solidFill>
              <a:srgbClr val="26364E">
                <a:alpha val="0"/>
              </a:srgbClr>
            </a:solidFill>
            <a:prstDash val="solid"/>
          </a:ln>
        </p:spPr>
      </p:sp>
      <p:sp>
        <p:nvSpPr>
          <p:cNvPr id="273" name="Shape 271"/>
          <p:cNvSpPr/>
          <p:nvPr/>
        </p:nvSpPr>
        <p:spPr>
          <a:xfrm>
            <a:off x="9295150" y="5564856"/>
            <a:ext cx="64008" cy="64008"/>
          </a:xfrm>
          <a:prstGeom prst="ellipse">
            <a:avLst/>
          </a:prstGeom>
          <a:solidFill>
            <a:srgbClr val="26364E">
              <a:alpha val="84000"/>
            </a:srgbClr>
          </a:solidFill>
          <a:ln w="3810">
            <a:solidFill>
              <a:srgbClr val="26364E">
                <a:alpha val="0"/>
              </a:srgbClr>
            </a:solidFill>
            <a:prstDash val="solid"/>
          </a:ln>
        </p:spPr>
      </p:sp>
      <p:sp>
        <p:nvSpPr>
          <p:cNvPr id="274" name="Shape 272"/>
          <p:cNvSpPr/>
          <p:nvPr/>
        </p:nvSpPr>
        <p:spPr>
          <a:xfrm>
            <a:off x="9386042" y="5564856"/>
            <a:ext cx="64008" cy="64008"/>
          </a:xfrm>
          <a:prstGeom prst="ellipse">
            <a:avLst/>
          </a:prstGeom>
          <a:solidFill>
            <a:srgbClr val="26364E">
              <a:alpha val="84000"/>
            </a:srgbClr>
          </a:solidFill>
          <a:ln w="3810">
            <a:solidFill>
              <a:srgbClr val="26364E">
                <a:alpha val="0"/>
              </a:srgbClr>
            </a:solidFill>
            <a:prstDash val="solid"/>
          </a:ln>
        </p:spPr>
      </p:sp>
      <p:sp>
        <p:nvSpPr>
          <p:cNvPr id="275" name="Shape 273"/>
          <p:cNvSpPr/>
          <p:nvPr/>
        </p:nvSpPr>
        <p:spPr>
          <a:xfrm>
            <a:off x="9476933" y="5564856"/>
            <a:ext cx="64008" cy="64008"/>
          </a:xfrm>
          <a:prstGeom prst="ellipse">
            <a:avLst/>
          </a:prstGeom>
          <a:solidFill>
            <a:srgbClr val="26364E">
              <a:alpha val="84000"/>
            </a:srgbClr>
          </a:solidFill>
          <a:ln w="3810">
            <a:solidFill>
              <a:srgbClr val="26364E">
                <a:alpha val="0"/>
              </a:srgbClr>
            </a:solidFill>
            <a:prstDash val="solid"/>
          </a:ln>
        </p:spPr>
      </p:sp>
      <p:sp>
        <p:nvSpPr>
          <p:cNvPr id="276" name="Shape 274"/>
          <p:cNvSpPr/>
          <p:nvPr/>
        </p:nvSpPr>
        <p:spPr>
          <a:xfrm>
            <a:off x="9567824" y="5564856"/>
            <a:ext cx="64008" cy="64008"/>
          </a:xfrm>
          <a:prstGeom prst="ellipse">
            <a:avLst/>
          </a:prstGeom>
          <a:solidFill>
            <a:srgbClr val="26364E">
              <a:alpha val="84000"/>
            </a:srgbClr>
          </a:solidFill>
          <a:ln w="3810">
            <a:solidFill>
              <a:srgbClr val="26364E">
                <a:alpha val="0"/>
              </a:srgbClr>
            </a:solidFill>
            <a:prstDash val="solid"/>
          </a:ln>
        </p:spPr>
      </p:sp>
      <p:sp>
        <p:nvSpPr>
          <p:cNvPr id="277" name="Shape 275"/>
          <p:cNvSpPr/>
          <p:nvPr/>
        </p:nvSpPr>
        <p:spPr>
          <a:xfrm>
            <a:off x="9658716" y="5564856"/>
            <a:ext cx="64008" cy="64008"/>
          </a:xfrm>
          <a:prstGeom prst="ellipse">
            <a:avLst/>
          </a:prstGeom>
          <a:solidFill>
            <a:srgbClr val="26364E">
              <a:alpha val="84000"/>
            </a:srgbClr>
          </a:solidFill>
          <a:ln w="3810">
            <a:solidFill>
              <a:srgbClr val="26364E">
                <a:alpha val="0"/>
              </a:srgbClr>
            </a:solidFill>
            <a:prstDash val="solid"/>
          </a:ln>
        </p:spPr>
      </p:sp>
      <p:sp>
        <p:nvSpPr>
          <p:cNvPr id="278" name="Shape 276"/>
          <p:cNvSpPr/>
          <p:nvPr/>
        </p:nvSpPr>
        <p:spPr>
          <a:xfrm>
            <a:off x="9749607" y="5564856"/>
            <a:ext cx="64008" cy="64008"/>
          </a:xfrm>
          <a:prstGeom prst="ellipse">
            <a:avLst/>
          </a:prstGeom>
          <a:solidFill>
            <a:srgbClr val="26364E">
              <a:alpha val="84000"/>
            </a:srgbClr>
          </a:solidFill>
          <a:ln w="3810">
            <a:solidFill>
              <a:srgbClr val="26364E">
                <a:alpha val="0"/>
              </a:srgbClr>
            </a:solidFill>
            <a:prstDash val="solid"/>
          </a:ln>
        </p:spPr>
      </p:sp>
      <p:sp>
        <p:nvSpPr>
          <p:cNvPr id="279" name="Shape 277"/>
          <p:cNvSpPr/>
          <p:nvPr/>
        </p:nvSpPr>
        <p:spPr>
          <a:xfrm>
            <a:off x="9840498" y="5564856"/>
            <a:ext cx="64008" cy="64008"/>
          </a:xfrm>
          <a:prstGeom prst="ellipse">
            <a:avLst/>
          </a:prstGeom>
          <a:solidFill>
            <a:srgbClr val="26364E">
              <a:alpha val="84000"/>
            </a:srgbClr>
          </a:solidFill>
          <a:ln w="3810">
            <a:solidFill>
              <a:srgbClr val="26364E">
                <a:alpha val="0"/>
              </a:srgbClr>
            </a:solidFill>
            <a:prstDash val="solid"/>
          </a:ln>
        </p:spPr>
      </p:sp>
      <p:sp>
        <p:nvSpPr>
          <p:cNvPr id="280" name="Shape 278"/>
          <p:cNvSpPr/>
          <p:nvPr/>
        </p:nvSpPr>
        <p:spPr>
          <a:xfrm>
            <a:off x="9931390" y="5564856"/>
            <a:ext cx="64008" cy="64008"/>
          </a:xfrm>
          <a:prstGeom prst="ellipse">
            <a:avLst/>
          </a:prstGeom>
          <a:solidFill>
            <a:srgbClr val="26364E">
              <a:alpha val="84000"/>
            </a:srgbClr>
          </a:solidFill>
          <a:ln w="3810">
            <a:solidFill>
              <a:srgbClr val="26364E">
                <a:alpha val="0"/>
              </a:srgbClr>
            </a:solidFill>
            <a:prstDash val="solid"/>
          </a:ln>
        </p:spPr>
      </p:sp>
      <p:sp>
        <p:nvSpPr>
          <p:cNvPr id="281" name="Shape 279"/>
          <p:cNvSpPr/>
          <p:nvPr/>
        </p:nvSpPr>
        <p:spPr>
          <a:xfrm>
            <a:off x="10022281" y="5564856"/>
            <a:ext cx="64008" cy="64008"/>
          </a:xfrm>
          <a:prstGeom prst="ellipse">
            <a:avLst/>
          </a:prstGeom>
          <a:solidFill>
            <a:srgbClr val="26364E">
              <a:alpha val="84000"/>
            </a:srgbClr>
          </a:solidFill>
          <a:ln w="3810">
            <a:solidFill>
              <a:srgbClr val="26364E">
                <a:alpha val="0"/>
              </a:srgbClr>
            </a:solidFill>
            <a:prstDash val="solid"/>
          </a:ln>
        </p:spPr>
      </p:sp>
      <p:sp>
        <p:nvSpPr>
          <p:cNvPr id="282" name="Shape 280"/>
          <p:cNvSpPr/>
          <p:nvPr/>
        </p:nvSpPr>
        <p:spPr>
          <a:xfrm>
            <a:off x="10113173" y="5564856"/>
            <a:ext cx="64008" cy="64008"/>
          </a:xfrm>
          <a:prstGeom prst="ellipse">
            <a:avLst/>
          </a:prstGeom>
          <a:solidFill>
            <a:srgbClr val="26364E">
              <a:alpha val="84000"/>
            </a:srgbClr>
          </a:solidFill>
          <a:ln w="3810">
            <a:solidFill>
              <a:srgbClr val="26364E">
                <a:alpha val="0"/>
              </a:srgbClr>
            </a:solidFill>
            <a:prstDash val="solid"/>
          </a:ln>
        </p:spPr>
      </p:sp>
      <p:sp>
        <p:nvSpPr>
          <p:cNvPr id="283" name="Shape 281"/>
          <p:cNvSpPr/>
          <p:nvPr/>
        </p:nvSpPr>
        <p:spPr>
          <a:xfrm>
            <a:off x="10204064" y="5564856"/>
            <a:ext cx="64008" cy="64008"/>
          </a:xfrm>
          <a:prstGeom prst="ellipse">
            <a:avLst/>
          </a:prstGeom>
          <a:solidFill>
            <a:srgbClr val="26364E">
              <a:alpha val="84000"/>
            </a:srgbClr>
          </a:solidFill>
          <a:ln w="3810">
            <a:solidFill>
              <a:srgbClr val="26364E">
                <a:alpha val="0"/>
              </a:srgbClr>
            </a:solidFill>
            <a:prstDash val="solid"/>
          </a:ln>
        </p:spPr>
      </p:sp>
      <p:sp>
        <p:nvSpPr>
          <p:cNvPr id="284" name="Shape 282"/>
          <p:cNvSpPr/>
          <p:nvPr/>
        </p:nvSpPr>
        <p:spPr>
          <a:xfrm>
            <a:off x="10294955" y="5564856"/>
            <a:ext cx="64008" cy="64008"/>
          </a:xfrm>
          <a:prstGeom prst="ellipse">
            <a:avLst/>
          </a:prstGeom>
          <a:solidFill>
            <a:srgbClr val="26364E">
              <a:alpha val="84000"/>
            </a:srgbClr>
          </a:solidFill>
          <a:ln w="3810">
            <a:solidFill>
              <a:srgbClr val="26364E">
                <a:alpha val="0"/>
              </a:srgbClr>
            </a:solidFill>
            <a:prstDash val="solid"/>
          </a:ln>
        </p:spPr>
      </p:sp>
      <p:sp>
        <p:nvSpPr>
          <p:cNvPr id="285" name="Shape 283"/>
          <p:cNvSpPr/>
          <p:nvPr/>
        </p:nvSpPr>
        <p:spPr>
          <a:xfrm>
            <a:off x="10385847" y="5564856"/>
            <a:ext cx="64008" cy="64008"/>
          </a:xfrm>
          <a:prstGeom prst="ellipse">
            <a:avLst/>
          </a:prstGeom>
          <a:solidFill>
            <a:srgbClr val="26364E">
              <a:alpha val="84000"/>
            </a:srgbClr>
          </a:solidFill>
          <a:ln w="3810">
            <a:solidFill>
              <a:srgbClr val="26364E">
                <a:alpha val="0"/>
              </a:srgbClr>
            </a:solidFill>
            <a:prstDash val="solid"/>
          </a:ln>
        </p:spPr>
      </p:sp>
      <p:sp>
        <p:nvSpPr>
          <p:cNvPr id="286" name="Shape 284"/>
          <p:cNvSpPr/>
          <p:nvPr/>
        </p:nvSpPr>
        <p:spPr>
          <a:xfrm>
            <a:off x="10476738" y="5564856"/>
            <a:ext cx="64008" cy="64008"/>
          </a:xfrm>
          <a:prstGeom prst="ellipse">
            <a:avLst/>
          </a:prstGeom>
          <a:solidFill>
            <a:srgbClr val="26364E">
              <a:alpha val="84000"/>
            </a:srgbClr>
          </a:solidFill>
          <a:ln w="3810">
            <a:solidFill>
              <a:srgbClr val="26364E">
                <a:alpha val="0"/>
              </a:srgbClr>
            </a:solidFill>
            <a:prstDash val="solid"/>
          </a:ln>
        </p:spPr>
      </p:sp>
      <p:sp>
        <p:nvSpPr>
          <p:cNvPr id="287" name="Shape 285"/>
          <p:cNvSpPr/>
          <p:nvPr/>
        </p:nvSpPr>
        <p:spPr>
          <a:xfrm>
            <a:off x="10567629" y="5564856"/>
            <a:ext cx="64008" cy="64008"/>
          </a:xfrm>
          <a:prstGeom prst="ellipse">
            <a:avLst/>
          </a:prstGeom>
          <a:solidFill>
            <a:srgbClr val="26364E">
              <a:alpha val="84000"/>
            </a:srgbClr>
          </a:solidFill>
          <a:ln w="3810">
            <a:solidFill>
              <a:srgbClr val="26364E">
                <a:alpha val="0"/>
              </a:srgbClr>
            </a:solidFill>
            <a:prstDash val="solid"/>
          </a:ln>
        </p:spPr>
      </p:sp>
      <p:sp>
        <p:nvSpPr>
          <p:cNvPr id="288" name="Shape 286"/>
          <p:cNvSpPr/>
          <p:nvPr/>
        </p:nvSpPr>
        <p:spPr>
          <a:xfrm>
            <a:off x="10658521" y="5564856"/>
            <a:ext cx="64008" cy="64008"/>
          </a:xfrm>
          <a:prstGeom prst="ellipse">
            <a:avLst/>
          </a:prstGeom>
          <a:solidFill>
            <a:srgbClr val="42E0CB"/>
          </a:solidFill>
          <a:ln w="3810">
            <a:solidFill>
              <a:srgbClr val="42E0CB">
                <a:alpha val="0"/>
              </a:srgbClr>
            </a:solidFill>
            <a:prstDash val="solid"/>
          </a:ln>
        </p:spPr>
      </p:sp>
      <p:sp>
        <p:nvSpPr>
          <p:cNvPr id="289" name="Shape 287"/>
          <p:cNvSpPr/>
          <p:nvPr/>
        </p:nvSpPr>
        <p:spPr>
          <a:xfrm>
            <a:off x="10749412" y="5564856"/>
            <a:ext cx="64008" cy="64008"/>
          </a:xfrm>
          <a:prstGeom prst="ellipse">
            <a:avLst/>
          </a:prstGeom>
          <a:solidFill>
            <a:srgbClr val="26364E">
              <a:alpha val="84000"/>
            </a:srgbClr>
          </a:solidFill>
          <a:ln w="3810">
            <a:solidFill>
              <a:srgbClr val="26364E">
                <a:alpha val="0"/>
              </a:srgbClr>
            </a:solidFill>
            <a:prstDash val="solid"/>
          </a:ln>
        </p:spPr>
      </p:sp>
      <p:sp>
        <p:nvSpPr>
          <p:cNvPr id="290" name="Text 288"/>
          <p:cNvSpPr txBox="1"/>
          <p:nvPr/>
        </p:nvSpPr>
        <p:spPr>
          <a:xfrm>
            <a:off x="868680" y="5998464"/>
            <a:ext cx="5943600" cy="219456"/>
          </a:xfrm>
          <a:prstGeom prst="rect">
            <a:avLst/>
          </a:prstGeom>
          <a:noFill/>
          <a:ln/>
        </p:spPr>
        <p:txBody>
          <a:bodyPr wrap="square" lIns="381" tIns="381" rIns="381" bIns="381" rtlCol="0" anchor="ctr">
            <a:normAutofit/>
          </a:bodyPr>
          <a:lstStyle/>
          <a:p>
            <a:pPr marL="0" indent="0" algn="l">
              <a:buNone/>
            </a:pPr>
            <a:r>
              <a:rPr lang="en-US" sz="1000" i="1" dirty="0">
                <a:solidFill>
                  <a:srgbClr val="8292A9"/>
                </a:solidFill>
                <a:latin typeface="Noto Sans" pitchFamily="34" charset="0"/>
                <a:ea typeface="Noto Sans" pitchFamily="34" charset="-122"/>
                <a:cs typeface="Noto Sans" pitchFamily="34" charset="-120"/>
              </a:rPr>
              <a:t>Tampilan ilustratif — amati efek saat simulasi dijalankan.</a:t>
            </a:r>
            <a:endParaRPr lang="en-US" sz="1000" dirty="0"/>
          </a:p>
        </p:txBody>
      </p:sp>
      <p:sp>
        <p:nvSpPr>
          <p:cNvPr id="291"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KODE • PENGEMBANGAN</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500" b="1" dirty="0">
                <a:solidFill>
                  <a:srgbClr val="F3F7FC"/>
                </a:solidFill>
                <a:latin typeface="Noto Sans" pitchFamily="34" charset="0"/>
                <a:ea typeface="Noto Sans" pitchFamily="34" charset="-122"/>
                <a:cs typeface="Noto Sans" pitchFamily="34" charset="-120"/>
              </a:rPr>
              <a:t>Menampilkan beberapa pesan dengan array</a:t>
            </a:r>
            <a:endParaRPr lang="en-US" sz="25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Array menyimpan beberapa pesan; indeks berpindah ketika satu animasi selesai.</a:t>
            </a:r>
            <a:endParaRPr lang="en-US" sz="1100" dirty="0"/>
          </a:p>
        </p:txBody>
      </p:sp>
      <p:sp>
        <p:nvSpPr>
          <p:cNvPr id="11" name="Shape 9"/>
          <p:cNvSpPr/>
          <p:nvPr/>
        </p:nvSpPr>
        <p:spPr>
          <a:xfrm>
            <a:off x="749808" y="1664208"/>
            <a:ext cx="5623560" cy="4407408"/>
          </a:xfrm>
          <a:prstGeom prst="roundRect">
            <a:avLst>
              <a:gd name="adj" fmla="val 2490"/>
            </a:avLst>
          </a:prstGeom>
          <a:solidFill>
            <a:srgbClr val="070D17"/>
          </a:solidFill>
          <a:ln w="10160">
            <a:solidFill>
              <a:srgbClr val="31465C"/>
            </a:solidFill>
            <a:prstDash val="solid"/>
          </a:ln>
        </p:spPr>
      </p:sp>
      <p:sp>
        <p:nvSpPr>
          <p:cNvPr id="12" name="Text 10"/>
          <p:cNvSpPr txBox="1"/>
          <p:nvPr/>
        </p:nvSpPr>
        <p:spPr>
          <a:xfrm>
            <a:off x="1005840" y="1920240"/>
            <a:ext cx="5074920" cy="3310128"/>
          </a:xfrm>
          <a:prstGeom prst="rect">
            <a:avLst/>
          </a:prstGeom>
          <a:noFill/>
          <a:ln/>
        </p:spPr>
        <p:txBody>
          <a:bodyPr wrap="square" lIns="254" tIns="254" rIns="254" bIns="254" rtlCol="0" anchor="t">
            <a:normAutofit/>
          </a:bodyPr>
          <a:lstStyle/>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const char *pesan[] = {</a:t>
            </a: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  "SELAMAT DATANG",</a:t>
            </a: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  "KELAS XII",</a:t>
            </a: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  "INFORMATIKA"</a:t>
            </a: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a:t>
            </a: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int i = 0;</a:t>
            </a:r>
            <a:endParaRPr lang="en-US" sz="1400" dirty="0"/>
          </a:p>
          <a:p>
            <a:pPr marL="0" indent="0" algn="l">
              <a:buNone/>
            </a:pP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 Ketika animasi selesai:</a:t>
            </a: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i = (i + 1) % 3;</a:t>
            </a: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layar.displayText(pesan[i], PA_CENTER, 80, 1000,</a:t>
            </a: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                  PA_SCROLL_LEFT, PA_SCROLL_UP);</a:t>
            </a:r>
            <a:endParaRPr lang="en-US" sz="1400" dirty="0"/>
          </a:p>
          <a:p>
            <a:pPr marL="0" indent="0" algn="l">
              <a:buNone/>
            </a:pPr>
            <a:r>
              <a:rPr lang="en-US" sz="1400" dirty="0">
                <a:solidFill>
                  <a:srgbClr val="D9E9F5"/>
                </a:solidFill>
                <a:latin typeface="DejaVu Sans Mono" pitchFamily="34" charset="0"/>
                <a:ea typeface="DejaVu Sans Mono" pitchFamily="34" charset="-122"/>
                <a:cs typeface="DejaVu Sans Mono" pitchFamily="34" charset="-120"/>
              </a:rPr>
              <a:t>layar.displayReset();</a:t>
            </a:r>
            <a:endParaRPr lang="en-US" sz="1400" dirty="0"/>
          </a:p>
        </p:txBody>
      </p:sp>
      <p:sp>
        <p:nvSpPr>
          <p:cNvPr id="13" name="Shape 11"/>
          <p:cNvSpPr/>
          <p:nvPr/>
        </p:nvSpPr>
        <p:spPr>
          <a:xfrm>
            <a:off x="6903720" y="1828800"/>
            <a:ext cx="4251960" cy="804672"/>
          </a:xfrm>
          <a:prstGeom prst="roundRect">
            <a:avLst>
              <a:gd name="adj" fmla="val 13636"/>
            </a:avLst>
          </a:prstGeom>
          <a:solidFill>
            <a:srgbClr val="131E33"/>
          </a:solidFill>
          <a:ln w="10160">
            <a:solidFill>
              <a:srgbClr val="42E0CB"/>
            </a:solidFill>
            <a:prstDash val="solid"/>
          </a:ln>
        </p:spPr>
      </p:sp>
      <p:sp>
        <p:nvSpPr>
          <p:cNvPr id="14" name="Text 12"/>
          <p:cNvSpPr txBox="1"/>
          <p:nvPr/>
        </p:nvSpPr>
        <p:spPr>
          <a:xfrm>
            <a:off x="7159752" y="1984248"/>
            <a:ext cx="411480" cy="365760"/>
          </a:xfrm>
          <a:prstGeom prst="rect">
            <a:avLst/>
          </a:prstGeom>
          <a:noFill/>
          <a:ln/>
        </p:spPr>
        <p:txBody>
          <a:bodyPr wrap="square" lIns="381" tIns="381" rIns="381" bIns="381" rtlCol="0" anchor="ctr">
            <a:normAutofit/>
          </a:bodyPr>
          <a:lstStyle/>
          <a:p>
            <a:pPr marL="0" indent="0" algn="l">
              <a:buNone/>
            </a:pPr>
            <a:r>
              <a:rPr lang="en-US" sz="2200" b="1" dirty="0">
                <a:solidFill>
                  <a:srgbClr val="42E0CB"/>
                </a:solidFill>
                <a:latin typeface="Noto Sans" pitchFamily="34" charset="0"/>
                <a:ea typeface="Noto Sans" pitchFamily="34" charset="-122"/>
                <a:cs typeface="Noto Sans" pitchFamily="34" charset="-120"/>
              </a:rPr>
              <a:t>1</a:t>
            </a:r>
            <a:endParaRPr lang="en-US" sz="2200" dirty="0"/>
          </a:p>
        </p:txBody>
      </p:sp>
      <p:sp>
        <p:nvSpPr>
          <p:cNvPr id="15" name="Text 13"/>
          <p:cNvSpPr txBox="1"/>
          <p:nvPr/>
        </p:nvSpPr>
        <p:spPr>
          <a:xfrm>
            <a:off x="7754112" y="2011680"/>
            <a:ext cx="2971800" cy="320040"/>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SELAMAT DATANG</a:t>
            </a:r>
            <a:endParaRPr lang="en-US" sz="1500" dirty="0"/>
          </a:p>
        </p:txBody>
      </p:sp>
      <p:sp>
        <p:nvSpPr>
          <p:cNvPr id="16" name="Shape 14"/>
          <p:cNvSpPr/>
          <p:nvPr/>
        </p:nvSpPr>
        <p:spPr>
          <a:xfrm>
            <a:off x="6903720" y="2862072"/>
            <a:ext cx="4251960" cy="804672"/>
          </a:xfrm>
          <a:prstGeom prst="roundRect">
            <a:avLst>
              <a:gd name="adj" fmla="val 13636"/>
            </a:avLst>
          </a:prstGeom>
          <a:solidFill>
            <a:srgbClr val="131E33"/>
          </a:solidFill>
          <a:ln w="10160">
            <a:solidFill>
              <a:srgbClr val="FFB45E"/>
            </a:solidFill>
            <a:prstDash val="solid"/>
          </a:ln>
        </p:spPr>
      </p:sp>
      <p:sp>
        <p:nvSpPr>
          <p:cNvPr id="17" name="Text 15"/>
          <p:cNvSpPr txBox="1"/>
          <p:nvPr/>
        </p:nvSpPr>
        <p:spPr>
          <a:xfrm>
            <a:off x="7159752" y="3017520"/>
            <a:ext cx="411480" cy="365760"/>
          </a:xfrm>
          <a:prstGeom prst="rect">
            <a:avLst/>
          </a:prstGeom>
          <a:noFill/>
          <a:ln/>
        </p:spPr>
        <p:txBody>
          <a:bodyPr wrap="square" lIns="381" tIns="381" rIns="381" bIns="381" rtlCol="0" anchor="ctr">
            <a:normAutofit/>
          </a:bodyPr>
          <a:lstStyle/>
          <a:p>
            <a:pPr marL="0" indent="0" algn="l">
              <a:buNone/>
            </a:pPr>
            <a:r>
              <a:rPr lang="en-US" sz="2200" b="1" dirty="0">
                <a:solidFill>
                  <a:srgbClr val="FFB45E"/>
                </a:solidFill>
                <a:latin typeface="Noto Sans" pitchFamily="34" charset="0"/>
                <a:ea typeface="Noto Sans" pitchFamily="34" charset="-122"/>
                <a:cs typeface="Noto Sans" pitchFamily="34" charset="-120"/>
              </a:rPr>
              <a:t>2</a:t>
            </a:r>
            <a:endParaRPr lang="en-US" sz="2200" dirty="0"/>
          </a:p>
        </p:txBody>
      </p:sp>
      <p:sp>
        <p:nvSpPr>
          <p:cNvPr id="18" name="Text 16"/>
          <p:cNvSpPr txBox="1"/>
          <p:nvPr/>
        </p:nvSpPr>
        <p:spPr>
          <a:xfrm>
            <a:off x="7754112" y="3044952"/>
            <a:ext cx="2971800" cy="320040"/>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KELAS XII</a:t>
            </a:r>
            <a:endParaRPr lang="en-US" sz="1500" dirty="0"/>
          </a:p>
        </p:txBody>
      </p:sp>
      <p:sp>
        <p:nvSpPr>
          <p:cNvPr id="19" name="Shape 17"/>
          <p:cNvSpPr/>
          <p:nvPr/>
        </p:nvSpPr>
        <p:spPr>
          <a:xfrm>
            <a:off x="6903720" y="3895344"/>
            <a:ext cx="4251960" cy="804672"/>
          </a:xfrm>
          <a:prstGeom prst="roundRect">
            <a:avLst>
              <a:gd name="adj" fmla="val 13636"/>
            </a:avLst>
          </a:prstGeom>
          <a:solidFill>
            <a:srgbClr val="131E33"/>
          </a:solidFill>
          <a:ln w="10160">
            <a:solidFill>
              <a:srgbClr val="8FE3A1"/>
            </a:solidFill>
            <a:prstDash val="solid"/>
          </a:ln>
        </p:spPr>
      </p:sp>
      <p:sp>
        <p:nvSpPr>
          <p:cNvPr id="20" name="Text 18"/>
          <p:cNvSpPr txBox="1"/>
          <p:nvPr/>
        </p:nvSpPr>
        <p:spPr>
          <a:xfrm>
            <a:off x="7159752" y="4050792"/>
            <a:ext cx="411480" cy="365760"/>
          </a:xfrm>
          <a:prstGeom prst="rect">
            <a:avLst/>
          </a:prstGeom>
          <a:noFill/>
          <a:ln/>
        </p:spPr>
        <p:txBody>
          <a:bodyPr wrap="square" lIns="381" tIns="381" rIns="381" bIns="381" rtlCol="0" anchor="ctr">
            <a:normAutofit/>
          </a:bodyPr>
          <a:lstStyle/>
          <a:p>
            <a:pPr marL="0" indent="0" algn="l">
              <a:buNone/>
            </a:pPr>
            <a:r>
              <a:rPr lang="en-US" sz="2200" b="1" dirty="0">
                <a:solidFill>
                  <a:srgbClr val="8FE3A1"/>
                </a:solidFill>
                <a:latin typeface="Noto Sans" pitchFamily="34" charset="0"/>
                <a:ea typeface="Noto Sans" pitchFamily="34" charset="-122"/>
                <a:cs typeface="Noto Sans" pitchFamily="34" charset="-120"/>
              </a:rPr>
              <a:t>3</a:t>
            </a:r>
            <a:endParaRPr lang="en-US" sz="2200" dirty="0"/>
          </a:p>
        </p:txBody>
      </p:sp>
      <p:sp>
        <p:nvSpPr>
          <p:cNvPr id="21" name="Text 19"/>
          <p:cNvSpPr txBox="1"/>
          <p:nvPr/>
        </p:nvSpPr>
        <p:spPr>
          <a:xfrm>
            <a:off x="7754112" y="4078224"/>
            <a:ext cx="2971800" cy="320040"/>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INFORMATIKA</a:t>
            </a:r>
            <a:endParaRPr lang="en-US" sz="1500" dirty="0"/>
          </a:p>
        </p:txBody>
      </p:sp>
      <p:sp>
        <p:nvSpPr>
          <p:cNvPr id="22" name="Shape 20"/>
          <p:cNvSpPr/>
          <p:nvPr/>
        </p:nvSpPr>
        <p:spPr>
          <a:xfrm>
            <a:off x="9006840" y="2642616"/>
            <a:ext cx="0" cy="164592"/>
          </a:xfrm>
          <a:prstGeom prst="line">
            <a:avLst/>
          </a:prstGeom>
          <a:noFill/>
          <a:ln w="20320">
            <a:solidFill>
              <a:srgbClr val="42E0CB"/>
            </a:solidFill>
            <a:prstDash val="solid"/>
            <a:headEnd type="none"/>
            <a:tailEnd type="none"/>
          </a:ln>
        </p:spPr>
      </p:sp>
      <p:sp>
        <p:nvSpPr>
          <p:cNvPr id="23" name="Shape 21"/>
          <p:cNvSpPr/>
          <p:nvPr/>
        </p:nvSpPr>
        <p:spPr>
          <a:xfrm>
            <a:off x="9006840" y="3675888"/>
            <a:ext cx="0" cy="164592"/>
          </a:xfrm>
          <a:prstGeom prst="line">
            <a:avLst/>
          </a:prstGeom>
          <a:noFill/>
          <a:ln w="20320">
            <a:solidFill>
              <a:srgbClr val="FFB45E"/>
            </a:solidFill>
            <a:prstDash val="solid"/>
            <a:headEnd type="none"/>
            <a:tailEnd type="none"/>
          </a:ln>
        </p:spPr>
      </p:sp>
      <p:sp>
        <p:nvSpPr>
          <p:cNvPr id="24" name="Shape 22"/>
          <p:cNvSpPr/>
          <p:nvPr/>
        </p:nvSpPr>
        <p:spPr>
          <a:xfrm>
            <a:off x="6903720" y="5166360"/>
            <a:ext cx="4251960" cy="621792"/>
          </a:xfrm>
          <a:prstGeom prst="roundRect">
            <a:avLst>
              <a:gd name="adj" fmla="val 17647"/>
            </a:avLst>
          </a:prstGeom>
          <a:solidFill>
            <a:srgbClr val="0C1928"/>
          </a:solidFill>
          <a:ln w="10160">
            <a:solidFill>
              <a:srgbClr val="2A3A54"/>
            </a:solidFill>
            <a:prstDash val="solid"/>
          </a:ln>
        </p:spPr>
      </p:sp>
      <p:sp>
        <p:nvSpPr>
          <p:cNvPr id="25" name="Text 23"/>
          <p:cNvSpPr txBox="1"/>
          <p:nvPr/>
        </p:nvSpPr>
        <p:spPr>
          <a:xfrm>
            <a:off x="7086600" y="5340096"/>
            <a:ext cx="3886200" cy="246888"/>
          </a:xfrm>
          <a:prstGeom prst="rect">
            <a:avLst/>
          </a:prstGeom>
          <a:noFill/>
          <a:ln/>
        </p:spPr>
        <p:txBody>
          <a:bodyPr wrap="square" lIns="381" tIns="381" rIns="381" bIns="381" rtlCol="0" anchor="ctr">
            <a:normAutofit/>
          </a:bodyPr>
          <a:lstStyle/>
          <a:p>
            <a:pPr marL="0" indent="0" algn="ctr">
              <a:buNone/>
            </a:pPr>
            <a:r>
              <a:rPr lang="en-US" sz="1200" b="1" dirty="0">
                <a:solidFill>
                  <a:srgbClr val="A4F5E8"/>
                </a:solidFill>
                <a:latin typeface="Noto Sans" pitchFamily="34" charset="0"/>
                <a:ea typeface="Noto Sans" pitchFamily="34" charset="-122"/>
                <a:cs typeface="Noto Sans" pitchFamily="34" charset="-120"/>
              </a:rPr>
              <a:t>Array → indeks → pesan berikutnya</a:t>
            </a:r>
            <a:endParaRPr lang="en-US" sz="1200" dirty="0"/>
          </a:p>
        </p:txBody>
      </p:sp>
      <p:sp>
        <p:nvSpPr>
          <p:cNvPr id="26"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PRAKTIK • LKPD C</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300" b="1" dirty="0">
                <a:solidFill>
                  <a:srgbClr val="F3F7FC"/>
                </a:solidFill>
                <a:latin typeface="Noto Sans" pitchFamily="34" charset="0"/>
                <a:ea typeface="Noto Sans" pitchFamily="34" charset="-122"/>
                <a:cs typeface="Noto Sans" pitchFamily="34" charset="-120"/>
              </a:rPr>
              <a:t>Debugging — temukan sebab sebelum mengubah kode</a:t>
            </a:r>
            <a:endParaRPr lang="en-US" sz="23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Catat gejala, dugaan penyebab, bukti, solusi, dan hasil uji ulang.</a:t>
            </a:r>
            <a:endParaRPr lang="en-US" sz="1100" dirty="0"/>
          </a:p>
        </p:txBody>
      </p:sp>
      <p:sp>
        <p:nvSpPr>
          <p:cNvPr id="11" name="Shape 9"/>
          <p:cNvSpPr/>
          <p:nvPr/>
        </p:nvSpPr>
        <p:spPr>
          <a:xfrm>
            <a:off x="749808" y="1691640"/>
            <a:ext cx="2487168" cy="512064"/>
          </a:xfrm>
          <a:prstGeom prst="roundRect">
            <a:avLst>
              <a:gd name="adj" fmla="val 21429"/>
            </a:avLst>
          </a:prstGeom>
          <a:solidFill>
            <a:srgbClr val="19263D"/>
          </a:solidFill>
          <a:ln w="10160">
            <a:solidFill>
              <a:srgbClr val="42E0CB"/>
            </a:solidFill>
            <a:prstDash val="solid"/>
          </a:ln>
        </p:spPr>
      </p:sp>
      <p:sp>
        <p:nvSpPr>
          <p:cNvPr id="12" name="Text 10"/>
          <p:cNvSpPr txBox="1"/>
          <p:nvPr/>
        </p:nvSpPr>
        <p:spPr>
          <a:xfrm>
            <a:off x="859536" y="1819656"/>
            <a:ext cx="2267712" cy="219456"/>
          </a:xfrm>
          <a:prstGeom prst="rect">
            <a:avLst/>
          </a:prstGeom>
          <a:noFill/>
          <a:ln/>
        </p:spPr>
        <p:txBody>
          <a:bodyPr wrap="square" lIns="381" tIns="381" rIns="381" bIns="381" rtlCol="0" anchor="ctr">
            <a:normAutofit/>
          </a:bodyPr>
          <a:lstStyle/>
          <a:p>
            <a:pPr marL="0" indent="0" algn="ctr">
              <a:buNone/>
            </a:pPr>
            <a:r>
              <a:rPr lang="en-US" sz="920" b="1" dirty="0">
                <a:solidFill>
                  <a:srgbClr val="42E0CB"/>
                </a:solidFill>
                <a:latin typeface="Noto Sans" pitchFamily="34" charset="0"/>
                <a:ea typeface="Noto Sans" pitchFamily="34" charset="-122"/>
                <a:cs typeface="Noto Sans" pitchFamily="34" charset="-120"/>
              </a:rPr>
              <a:t>GEJALA</a:t>
            </a:r>
            <a:endParaRPr lang="en-US" sz="920" dirty="0"/>
          </a:p>
        </p:txBody>
      </p:sp>
      <p:sp>
        <p:nvSpPr>
          <p:cNvPr id="13" name="Shape 11"/>
          <p:cNvSpPr/>
          <p:nvPr/>
        </p:nvSpPr>
        <p:spPr>
          <a:xfrm>
            <a:off x="3493008" y="1691640"/>
            <a:ext cx="2697480" cy="512064"/>
          </a:xfrm>
          <a:prstGeom prst="roundRect">
            <a:avLst>
              <a:gd name="adj" fmla="val 21429"/>
            </a:avLst>
          </a:prstGeom>
          <a:solidFill>
            <a:srgbClr val="19263D"/>
          </a:solidFill>
          <a:ln w="10160">
            <a:solidFill>
              <a:srgbClr val="FFB45E"/>
            </a:solidFill>
            <a:prstDash val="solid"/>
          </a:ln>
        </p:spPr>
      </p:sp>
      <p:sp>
        <p:nvSpPr>
          <p:cNvPr id="14" name="Text 12"/>
          <p:cNvSpPr txBox="1"/>
          <p:nvPr/>
        </p:nvSpPr>
        <p:spPr>
          <a:xfrm>
            <a:off x="3602736" y="1819656"/>
            <a:ext cx="2468880" cy="219456"/>
          </a:xfrm>
          <a:prstGeom prst="rect">
            <a:avLst/>
          </a:prstGeom>
          <a:noFill/>
          <a:ln/>
        </p:spPr>
        <p:txBody>
          <a:bodyPr wrap="square" lIns="381" tIns="381" rIns="381" bIns="381" rtlCol="0" anchor="ctr">
            <a:normAutofit/>
          </a:bodyPr>
          <a:lstStyle/>
          <a:p>
            <a:pPr marL="0" indent="0" algn="ctr">
              <a:buNone/>
            </a:pPr>
            <a:r>
              <a:rPr lang="en-US" sz="920" b="1" dirty="0">
                <a:solidFill>
                  <a:srgbClr val="FFB45E"/>
                </a:solidFill>
                <a:latin typeface="Noto Sans" pitchFamily="34" charset="0"/>
                <a:ea typeface="Noto Sans" pitchFamily="34" charset="-122"/>
                <a:cs typeface="Noto Sans" pitchFamily="34" charset="-120"/>
              </a:rPr>
              <a:t>KEMUNGKINAN PENYEBAB</a:t>
            </a:r>
            <a:endParaRPr lang="en-US" sz="920" dirty="0"/>
          </a:p>
        </p:txBody>
      </p:sp>
      <p:sp>
        <p:nvSpPr>
          <p:cNvPr id="15" name="Shape 13"/>
          <p:cNvSpPr/>
          <p:nvPr/>
        </p:nvSpPr>
        <p:spPr>
          <a:xfrm>
            <a:off x="6419088" y="1691640"/>
            <a:ext cx="2606040" cy="512064"/>
          </a:xfrm>
          <a:prstGeom prst="roundRect">
            <a:avLst>
              <a:gd name="adj" fmla="val 21429"/>
            </a:avLst>
          </a:prstGeom>
          <a:solidFill>
            <a:srgbClr val="19263D"/>
          </a:solidFill>
          <a:ln w="10160">
            <a:solidFill>
              <a:srgbClr val="8FE3A1"/>
            </a:solidFill>
            <a:prstDash val="solid"/>
          </a:ln>
        </p:spPr>
      </p:sp>
      <p:sp>
        <p:nvSpPr>
          <p:cNvPr id="16" name="Text 14"/>
          <p:cNvSpPr txBox="1"/>
          <p:nvPr/>
        </p:nvSpPr>
        <p:spPr>
          <a:xfrm>
            <a:off x="6528816" y="1819656"/>
            <a:ext cx="2331720" cy="219456"/>
          </a:xfrm>
          <a:prstGeom prst="rect">
            <a:avLst/>
          </a:prstGeom>
          <a:noFill/>
          <a:ln/>
        </p:spPr>
        <p:txBody>
          <a:bodyPr wrap="square" lIns="381" tIns="381" rIns="381" bIns="381" rtlCol="0" anchor="ctr">
            <a:normAutofit/>
          </a:bodyPr>
          <a:lstStyle/>
          <a:p>
            <a:pPr marL="0" indent="0" algn="ctr">
              <a:buNone/>
            </a:pPr>
            <a:r>
              <a:rPr lang="en-US" sz="920" b="1" dirty="0">
                <a:solidFill>
                  <a:srgbClr val="8FE3A1"/>
                </a:solidFill>
                <a:latin typeface="Noto Sans" pitchFamily="34" charset="0"/>
                <a:ea typeface="Noto Sans" pitchFamily="34" charset="-122"/>
                <a:cs typeface="Noto Sans" pitchFamily="34" charset="-120"/>
              </a:rPr>
              <a:t>TINDAKAN</a:t>
            </a:r>
            <a:endParaRPr lang="en-US" sz="920" dirty="0"/>
          </a:p>
        </p:txBody>
      </p:sp>
      <p:sp>
        <p:nvSpPr>
          <p:cNvPr id="17" name="Shape 15"/>
          <p:cNvSpPr/>
          <p:nvPr/>
        </p:nvSpPr>
        <p:spPr>
          <a:xfrm>
            <a:off x="9208008" y="1691640"/>
            <a:ext cx="2395728" cy="512064"/>
          </a:xfrm>
          <a:prstGeom prst="roundRect">
            <a:avLst>
              <a:gd name="adj" fmla="val 21429"/>
            </a:avLst>
          </a:prstGeom>
          <a:solidFill>
            <a:srgbClr val="19263D"/>
          </a:solidFill>
          <a:ln w="10160">
            <a:solidFill>
              <a:srgbClr val="F4D66E"/>
            </a:solidFill>
            <a:prstDash val="solid"/>
          </a:ln>
        </p:spPr>
      </p:sp>
      <p:sp>
        <p:nvSpPr>
          <p:cNvPr id="18" name="Text 16"/>
          <p:cNvSpPr txBox="1"/>
          <p:nvPr/>
        </p:nvSpPr>
        <p:spPr>
          <a:xfrm>
            <a:off x="9317736" y="1819656"/>
            <a:ext cx="2139696" cy="219456"/>
          </a:xfrm>
          <a:prstGeom prst="rect">
            <a:avLst/>
          </a:prstGeom>
          <a:noFill/>
          <a:ln/>
        </p:spPr>
        <p:txBody>
          <a:bodyPr wrap="square" lIns="381" tIns="381" rIns="381" bIns="381" rtlCol="0" anchor="ctr">
            <a:normAutofit/>
          </a:bodyPr>
          <a:lstStyle/>
          <a:p>
            <a:pPr marL="0" indent="0" algn="ctr">
              <a:buNone/>
            </a:pPr>
            <a:r>
              <a:rPr lang="en-US" sz="920" b="1" dirty="0">
                <a:solidFill>
                  <a:srgbClr val="F4D66E"/>
                </a:solidFill>
                <a:latin typeface="Noto Sans" pitchFamily="34" charset="0"/>
                <a:ea typeface="Noto Sans" pitchFamily="34" charset="-122"/>
                <a:cs typeface="Noto Sans" pitchFamily="34" charset="-120"/>
              </a:rPr>
              <a:t>VERIFIKASI</a:t>
            </a:r>
            <a:endParaRPr lang="en-US" sz="920" dirty="0"/>
          </a:p>
        </p:txBody>
      </p:sp>
      <p:sp>
        <p:nvSpPr>
          <p:cNvPr id="19" name="Shape 17"/>
          <p:cNvSpPr/>
          <p:nvPr/>
        </p:nvSpPr>
        <p:spPr>
          <a:xfrm>
            <a:off x="749808" y="2331720"/>
            <a:ext cx="2487168" cy="896112"/>
          </a:xfrm>
          <a:prstGeom prst="roundRect">
            <a:avLst>
              <a:gd name="adj" fmla="val 12245"/>
            </a:avLst>
          </a:prstGeom>
          <a:solidFill>
            <a:srgbClr val="131E33"/>
          </a:solidFill>
          <a:ln w="10160">
            <a:solidFill>
              <a:srgbClr val="2A3A54"/>
            </a:solidFill>
            <a:prstDash val="solid"/>
          </a:ln>
        </p:spPr>
      </p:sp>
      <p:sp>
        <p:nvSpPr>
          <p:cNvPr id="20" name="Text 18"/>
          <p:cNvSpPr txBox="1"/>
          <p:nvPr/>
        </p:nvSpPr>
        <p:spPr>
          <a:xfrm>
            <a:off x="877824" y="2423160"/>
            <a:ext cx="2231136" cy="694944"/>
          </a:xfrm>
          <a:prstGeom prst="rect">
            <a:avLst/>
          </a:prstGeom>
          <a:noFill/>
          <a:ln/>
        </p:spPr>
        <p:txBody>
          <a:bodyPr wrap="square" lIns="381" tIns="381" rIns="381" bIns="381" rtlCol="0" anchor="t">
            <a:normAutofit/>
          </a:bodyPr>
          <a:lstStyle/>
          <a:p>
            <a:pPr marL="0" indent="0" algn="l">
              <a:buNone/>
            </a:pPr>
            <a:r>
              <a:rPr lang="en-US" sz="1040" dirty="0">
                <a:solidFill>
                  <a:srgbClr val="F3F7FC"/>
                </a:solidFill>
                <a:latin typeface="Noto Sans" pitchFamily="34" charset="0"/>
                <a:ea typeface="Noto Sans" pitchFamily="34" charset="-122"/>
                <a:cs typeface="Noto Sans" pitchFamily="34" charset="-120"/>
              </a:rPr>
              <a:t>Teks terbalik / acak</a:t>
            </a:r>
            <a:endParaRPr lang="en-US" sz="1040" dirty="0"/>
          </a:p>
        </p:txBody>
      </p:sp>
      <p:sp>
        <p:nvSpPr>
          <p:cNvPr id="21" name="Shape 19"/>
          <p:cNvSpPr/>
          <p:nvPr/>
        </p:nvSpPr>
        <p:spPr>
          <a:xfrm>
            <a:off x="3493008" y="2331720"/>
            <a:ext cx="2697480" cy="896112"/>
          </a:xfrm>
          <a:prstGeom prst="roundRect">
            <a:avLst>
              <a:gd name="adj" fmla="val 12245"/>
            </a:avLst>
          </a:prstGeom>
          <a:solidFill>
            <a:srgbClr val="131E33"/>
          </a:solidFill>
          <a:ln w="10160">
            <a:solidFill>
              <a:srgbClr val="2A3A54"/>
            </a:solidFill>
            <a:prstDash val="solid"/>
          </a:ln>
        </p:spPr>
      </p:sp>
      <p:sp>
        <p:nvSpPr>
          <p:cNvPr id="22" name="Text 20"/>
          <p:cNvSpPr txBox="1"/>
          <p:nvPr/>
        </p:nvSpPr>
        <p:spPr>
          <a:xfrm>
            <a:off x="3621024" y="2423160"/>
            <a:ext cx="2441448" cy="694944"/>
          </a:xfrm>
          <a:prstGeom prst="rect">
            <a:avLst/>
          </a:prstGeom>
          <a:noFill/>
          <a:ln/>
        </p:spPr>
        <p:txBody>
          <a:bodyPr wrap="square" lIns="381" tIns="381" rIns="381" bIns="381" rtlCol="0" anchor="t">
            <a:normAutofit/>
          </a:bodyPr>
          <a:lstStyle/>
          <a:p>
            <a:pPr marL="0" indent="0" algn="l">
              <a:buNone/>
            </a:pPr>
            <a:r>
              <a:rPr lang="en-US" sz="1040" dirty="0">
                <a:solidFill>
                  <a:srgbClr val="B7C4D8"/>
                </a:solidFill>
                <a:latin typeface="Noto Sans" pitchFamily="34" charset="0"/>
                <a:ea typeface="Noto Sans" pitchFamily="34" charset="-122"/>
                <a:cs typeface="Noto Sans" pitchFamily="34" charset="-120"/>
              </a:rPr>
              <a:t>HARDWARE_TYPE tidak sesuai; pin DIN, CLK, CS tertukar.</a:t>
            </a:r>
            <a:endParaRPr lang="en-US" sz="1040" dirty="0"/>
          </a:p>
        </p:txBody>
      </p:sp>
      <p:sp>
        <p:nvSpPr>
          <p:cNvPr id="23" name="Shape 21"/>
          <p:cNvSpPr/>
          <p:nvPr/>
        </p:nvSpPr>
        <p:spPr>
          <a:xfrm>
            <a:off x="6419088" y="2331720"/>
            <a:ext cx="2606040" cy="896112"/>
          </a:xfrm>
          <a:prstGeom prst="roundRect">
            <a:avLst>
              <a:gd name="adj" fmla="val 12245"/>
            </a:avLst>
          </a:prstGeom>
          <a:solidFill>
            <a:srgbClr val="131E33"/>
          </a:solidFill>
          <a:ln w="10160">
            <a:solidFill>
              <a:srgbClr val="2A3A54"/>
            </a:solidFill>
            <a:prstDash val="solid"/>
          </a:ln>
        </p:spPr>
      </p:sp>
      <p:sp>
        <p:nvSpPr>
          <p:cNvPr id="24" name="Text 22"/>
          <p:cNvSpPr txBox="1"/>
          <p:nvPr/>
        </p:nvSpPr>
        <p:spPr>
          <a:xfrm>
            <a:off x="6547104" y="2423160"/>
            <a:ext cx="2350008" cy="694944"/>
          </a:xfrm>
          <a:prstGeom prst="rect">
            <a:avLst/>
          </a:prstGeom>
          <a:noFill/>
          <a:ln/>
        </p:spPr>
        <p:txBody>
          <a:bodyPr wrap="square" lIns="381" tIns="381" rIns="381" bIns="381" rtlCol="0" anchor="t">
            <a:normAutofit/>
          </a:bodyPr>
          <a:lstStyle/>
          <a:p>
            <a:pPr marL="0" indent="0" algn="l">
              <a:buNone/>
            </a:pPr>
            <a:r>
              <a:rPr lang="en-US" sz="1040" dirty="0">
                <a:solidFill>
                  <a:srgbClr val="B7C4D8"/>
                </a:solidFill>
                <a:latin typeface="Noto Sans" pitchFamily="34" charset="0"/>
                <a:ea typeface="Noto Sans" pitchFamily="34" charset="-122"/>
                <a:cs typeface="Noto Sans" pitchFamily="34" charset="-120"/>
              </a:rPr>
              <a:t>Coba FC16_HW atau PAROLA_HW (bila perlu GENERIC_HW); periksa kabel.</a:t>
            </a:r>
            <a:endParaRPr lang="en-US" sz="1040" dirty="0"/>
          </a:p>
        </p:txBody>
      </p:sp>
      <p:sp>
        <p:nvSpPr>
          <p:cNvPr id="25" name="Shape 23"/>
          <p:cNvSpPr/>
          <p:nvPr/>
        </p:nvSpPr>
        <p:spPr>
          <a:xfrm>
            <a:off x="9208008" y="2331720"/>
            <a:ext cx="2395728" cy="896112"/>
          </a:xfrm>
          <a:prstGeom prst="roundRect">
            <a:avLst>
              <a:gd name="adj" fmla="val 12245"/>
            </a:avLst>
          </a:prstGeom>
          <a:solidFill>
            <a:srgbClr val="131E33"/>
          </a:solidFill>
          <a:ln w="10160">
            <a:solidFill>
              <a:srgbClr val="2A3A54"/>
            </a:solidFill>
            <a:prstDash val="solid"/>
          </a:ln>
        </p:spPr>
      </p:sp>
      <p:sp>
        <p:nvSpPr>
          <p:cNvPr id="26" name="Text 24"/>
          <p:cNvSpPr txBox="1"/>
          <p:nvPr/>
        </p:nvSpPr>
        <p:spPr>
          <a:xfrm>
            <a:off x="9336024" y="2423160"/>
            <a:ext cx="2139696" cy="694944"/>
          </a:xfrm>
          <a:prstGeom prst="rect">
            <a:avLst/>
          </a:prstGeom>
          <a:noFill/>
          <a:ln/>
        </p:spPr>
        <p:txBody>
          <a:bodyPr wrap="square" lIns="381" tIns="381" rIns="381" bIns="381" rtlCol="0" anchor="t">
            <a:normAutofit/>
          </a:bodyPr>
          <a:lstStyle/>
          <a:p>
            <a:pPr marL="0" indent="0" algn="l">
              <a:buNone/>
            </a:pPr>
            <a:r>
              <a:rPr lang="en-US" sz="1040" dirty="0">
                <a:solidFill>
                  <a:srgbClr val="B7C4D8"/>
                </a:solidFill>
                <a:latin typeface="Noto Sans" pitchFamily="34" charset="0"/>
                <a:ea typeface="Noto Sans" pitchFamily="34" charset="-122"/>
                <a:cs typeface="Noto Sans" pitchFamily="34" charset="-120"/>
              </a:rPr>
              <a:t>Jalankan ulang; amati orientasi dan susunan teks.</a:t>
            </a:r>
            <a:endParaRPr lang="en-US" sz="1040" dirty="0"/>
          </a:p>
        </p:txBody>
      </p:sp>
      <p:sp>
        <p:nvSpPr>
          <p:cNvPr id="27" name="Shape 25"/>
          <p:cNvSpPr/>
          <p:nvPr/>
        </p:nvSpPr>
        <p:spPr>
          <a:xfrm>
            <a:off x="749808" y="3392424"/>
            <a:ext cx="2487168" cy="896112"/>
          </a:xfrm>
          <a:prstGeom prst="roundRect">
            <a:avLst>
              <a:gd name="adj" fmla="val 12245"/>
            </a:avLst>
          </a:prstGeom>
          <a:solidFill>
            <a:srgbClr val="19263D"/>
          </a:solidFill>
          <a:ln w="10160">
            <a:solidFill>
              <a:srgbClr val="2A3A54"/>
            </a:solidFill>
            <a:prstDash val="solid"/>
          </a:ln>
        </p:spPr>
      </p:sp>
      <p:sp>
        <p:nvSpPr>
          <p:cNvPr id="28" name="Text 26"/>
          <p:cNvSpPr txBox="1"/>
          <p:nvPr/>
        </p:nvSpPr>
        <p:spPr>
          <a:xfrm>
            <a:off x="877824" y="3483864"/>
            <a:ext cx="2231136" cy="694944"/>
          </a:xfrm>
          <a:prstGeom prst="rect">
            <a:avLst/>
          </a:prstGeom>
          <a:noFill/>
          <a:ln/>
        </p:spPr>
        <p:txBody>
          <a:bodyPr wrap="square" lIns="381" tIns="381" rIns="381" bIns="381" rtlCol="0" anchor="t">
            <a:normAutofit/>
          </a:bodyPr>
          <a:lstStyle/>
          <a:p>
            <a:pPr marL="0" indent="0" algn="l">
              <a:buNone/>
            </a:pPr>
            <a:r>
              <a:rPr lang="en-US" sz="1040" dirty="0">
                <a:solidFill>
                  <a:srgbClr val="F3F7FC"/>
                </a:solidFill>
                <a:latin typeface="Noto Sans" pitchFamily="34" charset="0"/>
                <a:ea typeface="Noto Sans" pitchFamily="34" charset="-122"/>
                <a:cs typeface="Noto Sans" pitchFamily="34" charset="-120"/>
              </a:rPr>
              <a:t>Animasi tidak berulang</a:t>
            </a:r>
            <a:endParaRPr lang="en-US" sz="1040" dirty="0"/>
          </a:p>
        </p:txBody>
      </p:sp>
      <p:sp>
        <p:nvSpPr>
          <p:cNvPr id="29" name="Shape 27"/>
          <p:cNvSpPr/>
          <p:nvPr/>
        </p:nvSpPr>
        <p:spPr>
          <a:xfrm>
            <a:off x="3493008" y="3392424"/>
            <a:ext cx="2697480" cy="896112"/>
          </a:xfrm>
          <a:prstGeom prst="roundRect">
            <a:avLst>
              <a:gd name="adj" fmla="val 12245"/>
            </a:avLst>
          </a:prstGeom>
          <a:solidFill>
            <a:srgbClr val="19263D"/>
          </a:solidFill>
          <a:ln w="10160">
            <a:solidFill>
              <a:srgbClr val="2A3A54"/>
            </a:solidFill>
            <a:prstDash val="solid"/>
          </a:ln>
        </p:spPr>
      </p:sp>
      <p:sp>
        <p:nvSpPr>
          <p:cNvPr id="30" name="Text 28"/>
          <p:cNvSpPr txBox="1"/>
          <p:nvPr/>
        </p:nvSpPr>
        <p:spPr>
          <a:xfrm>
            <a:off x="3621024" y="3483864"/>
            <a:ext cx="2441448" cy="694944"/>
          </a:xfrm>
          <a:prstGeom prst="rect">
            <a:avLst/>
          </a:prstGeom>
          <a:noFill/>
          <a:ln/>
        </p:spPr>
        <p:txBody>
          <a:bodyPr wrap="square" lIns="381" tIns="381" rIns="381" bIns="381" rtlCol="0" anchor="t">
            <a:normAutofit/>
          </a:bodyPr>
          <a:lstStyle/>
          <a:p>
            <a:pPr marL="0" indent="0" algn="l">
              <a:buNone/>
            </a:pPr>
            <a:r>
              <a:rPr lang="en-US" sz="1040" dirty="0">
                <a:solidFill>
                  <a:srgbClr val="B7C4D8"/>
                </a:solidFill>
                <a:latin typeface="Noto Sans" pitchFamily="34" charset="0"/>
                <a:ea typeface="Noto Sans" pitchFamily="34" charset="-122"/>
                <a:cs typeface="Noto Sans" pitchFamily="34" charset="-120"/>
              </a:rPr>
              <a:t>Alur animasi/reset belum sesuai.</a:t>
            </a:r>
            <a:endParaRPr lang="en-US" sz="1040" dirty="0"/>
          </a:p>
        </p:txBody>
      </p:sp>
      <p:sp>
        <p:nvSpPr>
          <p:cNvPr id="31" name="Shape 29"/>
          <p:cNvSpPr/>
          <p:nvPr/>
        </p:nvSpPr>
        <p:spPr>
          <a:xfrm>
            <a:off x="6419088" y="3392424"/>
            <a:ext cx="2606040" cy="896112"/>
          </a:xfrm>
          <a:prstGeom prst="roundRect">
            <a:avLst>
              <a:gd name="adj" fmla="val 12245"/>
            </a:avLst>
          </a:prstGeom>
          <a:solidFill>
            <a:srgbClr val="19263D"/>
          </a:solidFill>
          <a:ln w="10160">
            <a:solidFill>
              <a:srgbClr val="2A3A54"/>
            </a:solidFill>
            <a:prstDash val="solid"/>
          </a:ln>
        </p:spPr>
      </p:sp>
      <p:sp>
        <p:nvSpPr>
          <p:cNvPr id="32" name="Text 30"/>
          <p:cNvSpPr txBox="1"/>
          <p:nvPr/>
        </p:nvSpPr>
        <p:spPr>
          <a:xfrm>
            <a:off x="6547104" y="3483864"/>
            <a:ext cx="2350008" cy="694944"/>
          </a:xfrm>
          <a:prstGeom prst="rect">
            <a:avLst/>
          </a:prstGeom>
          <a:noFill/>
          <a:ln/>
        </p:spPr>
        <p:txBody>
          <a:bodyPr wrap="square" lIns="381" tIns="381" rIns="381" bIns="381" rtlCol="0" anchor="t">
            <a:normAutofit/>
          </a:bodyPr>
          <a:lstStyle/>
          <a:p>
            <a:pPr marL="0" indent="0" algn="l">
              <a:buNone/>
            </a:pPr>
            <a:r>
              <a:rPr lang="en-US" sz="1040" dirty="0">
                <a:solidFill>
                  <a:srgbClr val="B7C4D8"/>
                </a:solidFill>
                <a:latin typeface="Noto Sans" pitchFamily="34" charset="0"/>
                <a:ea typeface="Noto Sans" pitchFamily="34" charset="-122"/>
                <a:cs typeface="Noto Sans" pitchFamily="34" charset="-120"/>
              </a:rPr>
              <a:t>Periksa penggunaan displayAnimate() dan displayReset().</a:t>
            </a:r>
            <a:endParaRPr lang="en-US" sz="1040" dirty="0"/>
          </a:p>
        </p:txBody>
      </p:sp>
      <p:sp>
        <p:nvSpPr>
          <p:cNvPr id="33" name="Shape 31"/>
          <p:cNvSpPr/>
          <p:nvPr/>
        </p:nvSpPr>
        <p:spPr>
          <a:xfrm>
            <a:off x="9208008" y="3392424"/>
            <a:ext cx="2395728" cy="896112"/>
          </a:xfrm>
          <a:prstGeom prst="roundRect">
            <a:avLst>
              <a:gd name="adj" fmla="val 12245"/>
            </a:avLst>
          </a:prstGeom>
          <a:solidFill>
            <a:srgbClr val="19263D"/>
          </a:solidFill>
          <a:ln w="10160">
            <a:solidFill>
              <a:srgbClr val="2A3A54"/>
            </a:solidFill>
            <a:prstDash val="solid"/>
          </a:ln>
        </p:spPr>
      </p:sp>
      <p:sp>
        <p:nvSpPr>
          <p:cNvPr id="34" name="Text 32"/>
          <p:cNvSpPr txBox="1"/>
          <p:nvPr/>
        </p:nvSpPr>
        <p:spPr>
          <a:xfrm>
            <a:off x="9336024" y="3483864"/>
            <a:ext cx="2139696" cy="694944"/>
          </a:xfrm>
          <a:prstGeom prst="rect">
            <a:avLst/>
          </a:prstGeom>
          <a:noFill/>
          <a:ln/>
        </p:spPr>
        <p:txBody>
          <a:bodyPr wrap="square" lIns="381" tIns="381" rIns="381" bIns="381" rtlCol="0" anchor="t">
            <a:normAutofit/>
          </a:bodyPr>
          <a:lstStyle/>
          <a:p>
            <a:pPr marL="0" indent="0" algn="l">
              <a:buNone/>
            </a:pPr>
            <a:r>
              <a:rPr lang="en-US" sz="1040" dirty="0">
                <a:solidFill>
                  <a:srgbClr val="B7C4D8"/>
                </a:solidFill>
                <a:latin typeface="Noto Sans" pitchFamily="34" charset="0"/>
                <a:ea typeface="Noto Sans" pitchFamily="34" charset="-122"/>
                <a:cs typeface="Noto Sans" pitchFamily="34" charset="-120"/>
              </a:rPr>
              <a:t>Pastikan putaran selesai lalu kembali ke awal.</a:t>
            </a:r>
            <a:endParaRPr lang="en-US" sz="1040" dirty="0"/>
          </a:p>
        </p:txBody>
      </p:sp>
      <p:sp>
        <p:nvSpPr>
          <p:cNvPr id="35" name="Shape 33"/>
          <p:cNvSpPr/>
          <p:nvPr/>
        </p:nvSpPr>
        <p:spPr>
          <a:xfrm>
            <a:off x="749808" y="4453128"/>
            <a:ext cx="2487168" cy="896112"/>
          </a:xfrm>
          <a:prstGeom prst="roundRect">
            <a:avLst>
              <a:gd name="adj" fmla="val 12245"/>
            </a:avLst>
          </a:prstGeom>
          <a:solidFill>
            <a:srgbClr val="131E33"/>
          </a:solidFill>
          <a:ln w="10160">
            <a:solidFill>
              <a:srgbClr val="2A3A54"/>
            </a:solidFill>
            <a:prstDash val="solid"/>
          </a:ln>
        </p:spPr>
      </p:sp>
      <p:sp>
        <p:nvSpPr>
          <p:cNvPr id="36" name="Text 34"/>
          <p:cNvSpPr txBox="1"/>
          <p:nvPr/>
        </p:nvSpPr>
        <p:spPr>
          <a:xfrm>
            <a:off x="877824" y="4544568"/>
            <a:ext cx="2231136" cy="694944"/>
          </a:xfrm>
          <a:prstGeom prst="rect">
            <a:avLst/>
          </a:prstGeom>
          <a:noFill/>
          <a:ln/>
        </p:spPr>
        <p:txBody>
          <a:bodyPr wrap="square" lIns="381" tIns="381" rIns="381" bIns="381" rtlCol="0" anchor="t">
            <a:normAutofit/>
          </a:bodyPr>
          <a:lstStyle/>
          <a:p>
            <a:pPr marL="0" indent="0" algn="l">
              <a:buNone/>
            </a:pPr>
            <a:r>
              <a:rPr lang="en-US" sz="1040" dirty="0">
                <a:solidFill>
                  <a:srgbClr val="F3F7FC"/>
                </a:solidFill>
                <a:latin typeface="Noto Sans" pitchFamily="34" charset="0"/>
                <a:ea typeface="Noto Sans" pitchFamily="34" charset="-122"/>
                <a:cs typeface="Noto Sans" pitchFamily="34" charset="-120"/>
              </a:rPr>
              <a:t>Teks tidak sesuai rancangan</a:t>
            </a:r>
            <a:endParaRPr lang="en-US" sz="1040" dirty="0"/>
          </a:p>
        </p:txBody>
      </p:sp>
      <p:sp>
        <p:nvSpPr>
          <p:cNvPr id="37" name="Shape 35"/>
          <p:cNvSpPr/>
          <p:nvPr/>
        </p:nvSpPr>
        <p:spPr>
          <a:xfrm>
            <a:off x="3493008" y="4453128"/>
            <a:ext cx="2697480" cy="896112"/>
          </a:xfrm>
          <a:prstGeom prst="roundRect">
            <a:avLst>
              <a:gd name="adj" fmla="val 12245"/>
            </a:avLst>
          </a:prstGeom>
          <a:solidFill>
            <a:srgbClr val="131E33"/>
          </a:solidFill>
          <a:ln w="10160">
            <a:solidFill>
              <a:srgbClr val="2A3A54"/>
            </a:solidFill>
            <a:prstDash val="solid"/>
          </a:ln>
        </p:spPr>
      </p:sp>
      <p:sp>
        <p:nvSpPr>
          <p:cNvPr id="38" name="Text 36"/>
          <p:cNvSpPr txBox="1"/>
          <p:nvPr/>
        </p:nvSpPr>
        <p:spPr>
          <a:xfrm>
            <a:off x="3621024" y="4544568"/>
            <a:ext cx="2441448" cy="694944"/>
          </a:xfrm>
          <a:prstGeom prst="rect">
            <a:avLst/>
          </a:prstGeom>
          <a:noFill/>
          <a:ln/>
        </p:spPr>
        <p:txBody>
          <a:bodyPr wrap="square" lIns="381" tIns="381" rIns="381" bIns="381" rtlCol="0" anchor="t">
            <a:normAutofit/>
          </a:bodyPr>
          <a:lstStyle/>
          <a:p>
            <a:pPr marL="0" indent="0" algn="l">
              <a:buNone/>
            </a:pPr>
            <a:r>
              <a:rPr lang="en-US" sz="1040" dirty="0">
                <a:solidFill>
                  <a:srgbClr val="B7C4D8"/>
                </a:solidFill>
                <a:latin typeface="Noto Sans" pitchFamily="34" charset="0"/>
                <a:ea typeface="Noto Sans" pitchFamily="34" charset="-122"/>
                <a:cs typeface="Noto Sans" pitchFamily="34" charset="-120"/>
              </a:rPr>
              <a:t>Teks atau parameter belum diperbarui.</a:t>
            </a:r>
            <a:endParaRPr lang="en-US" sz="1040" dirty="0"/>
          </a:p>
        </p:txBody>
      </p:sp>
      <p:sp>
        <p:nvSpPr>
          <p:cNvPr id="39" name="Shape 37"/>
          <p:cNvSpPr/>
          <p:nvPr/>
        </p:nvSpPr>
        <p:spPr>
          <a:xfrm>
            <a:off x="6419088" y="4453128"/>
            <a:ext cx="2606040" cy="896112"/>
          </a:xfrm>
          <a:prstGeom prst="roundRect">
            <a:avLst>
              <a:gd name="adj" fmla="val 12245"/>
            </a:avLst>
          </a:prstGeom>
          <a:solidFill>
            <a:srgbClr val="131E33"/>
          </a:solidFill>
          <a:ln w="10160">
            <a:solidFill>
              <a:srgbClr val="2A3A54"/>
            </a:solidFill>
            <a:prstDash val="solid"/>
          </a:ln>
        </p:spPr>
      </p:sp>
      <p:sp>
        <p:nvSpPr>
          <p:cNvPr id="40" name="Text 38"/>
          <p:cNvSpPr txBox="1"/>
          <p:nvPr/>
        </p:nvSpPr>
        <p:spPr>
          <a:xfrm>
            <a:off x="6547104" y="4544568"/>
            <a:ext cx="2350008" cy="694944"/>
          </a:xfrm>
          <a:prstGeom prst="rect">
            <a:avLst/>
          </a:prstGeom>
          <a:noFill/>
          <a:ln/>
        </p:spPr>
        <p:txBody>
          <a:bodyPr wrap="square" lIns="381" tIns="381" rIns="381" bIns="381" rtlCol="0" anchor="t">
            <a:normAutofit/>
          </a:bodyPr>
          <a:lstStyle/>
          <a:p>
            <a:pPr marL="0" indent="0" algn="l">
              <a:buNone/>
            </a:pPr>
            <a:r>
              <a:rPr lang="en-US" sz="1040" dirty="0">
                <a:solidFill>
                  <a:srgbClr val="B7C4D8"/>
                </a:solidFill>
                <a:latin typeface="Noto Sans" pitchFamily="34" charset="0"/>
                <a:ea typeface="Noto Sans" pitchFamily="34" charset="-122"/>
                <a:cs typeface="Noto Sans" pitchFamily="34" charset="-120"/>
              </a:rPr>
              <a:t>Periksa isi displayText() dan nilai speed/pause/efek.</a:t>
            </a:r>
            <a:endParaRPr lang="en-US" sz="1040" dirty="0"/>
          </a:p>
        </p:txBody>
      </p:sp>
      <p:sp>
        <p:nvSpPr>
          <p:cNvPr id="41" name="Shape 39"/>
          <p:cNvSpPr/>
          <p:nvPr/>
        </p:nvSpPr>
        <p:spPr>
          <a:xfrm>
            <a:off x="9208008" y="4453128"/>
            <a:ext cx="2395728" cy="896112"/>
          </a:xfrm>
          <a:prstGeom prst="roundRect">
            <a:avLst>
              <a:gd name="adj" fmla="val 12245"/>
            </a:avLst>
          </a:prstGeom>
          <a:solidFill>
            <a:srgbClr val="131E33"/>
          </a:solidFill>
          <a:ln w="10160">
            <a:solidFill>
              <a:srgbClr val="2A3A54"/>
            </a:solidFill>
            <a:prstDash val="solid"/>
          </a:ln>
        </p:spPr>
      </p:sp>
      <p:sp>
        <p:nvSpPr>
          <p:cNvPr id="42" name="Text 40"/>
          <p:cNvSpPr txBox="1"/>
          <p:nvPr/>
        </p:nvSpPr>
        <p:spPr>
          <a:xfrm>
            <a:off x="9336024" y="4544568"/>
            <a:ext cx="2139696" cy="694944"/>
          </a:xfrm>
          <a:prstGeom prst="rect">
            <a:avLst/>
          </a:prstGeom>
          <a:noFill/>
          <a:ln/>
        </p:spPr>
        <p:txBody>
          <a:bodyPr wrap="square" lIns="381" tIns="381" rIns="381" bIns="381" rtlCol="0" anchor="t">
            <a:normAutofit/>
          </a:bodyPr>
          <a:lstStyle/>
          <a:p>
            <a:pPr marL="0" indent="0" algn="l">
              <a:buNone/>
            </a:pPr>
            <a:r>
              <a:rPr lang="en-US" sz="1040" dirty="0">
                <a:solidFill>
                  <a:srgbClr val="B7C4D8"/>
                </a:solidFill>
                <a:latin typeface="Noto Sans" pitchFamily="34" charset="0"/>
                <a:ea typeface="Noto Sans" pitchFamily="34" charset="-122"/>
                <a:cs typeface="Noto Sans" pitchFamily="34" charset="-120"/>
              </a:rPr>
              <a:t>Bandingkan hasil dengan rencana proyek.</a:t>
            </a:r>
            <a:endParaRPr lang="en-US" sz="1040" dirty="0"/>
          </a:p>
        </p:txBody>
      </p:sp>
      <p:sp>
        <p:nvSpPr>
          <p:cNvPr id="43" name="Shape 41"/>
          <p:cNvSpPr/>
          <p:nvPr/>
        </p:nvSpPr>
        <p:spPr>
          <a:xfrm>
            <a:off x="758952" y="5669280"/>
            <a:ext cx="10588752" cy="457200"/>
          </a:xfrm>
          <a:prstGeom prst="roundRect">
            <a:avLst>
              <a:gd name="adj" fmla="val 24000"/>
            </a:avLst>
          </a:prstGeom>
          <a:solidFill>
            <a:srgbClr val="0C1928"/>
          </a:solidFill>
          <a:ln w="10160">
            <a:solidFill>
              <a:srgbClr val="42E0CB"/>
            </a:solidFill>
            <a:prstDash val="solid"/>
          </a:ln>
        </p:spPr>
      </p:sp>
      <p:sp>
        <p:nvSpPr>
          <p:cNvPr id="44" name="Text 42"/>
          <p:cNvSpPr txBox="1"/>
          <p:nvPr/>
        </p:nvSpPr>
        <p:spPr>
          <a:xfrm>
            <a:off x="960120" y="5779008"/>
            <a:ext cx="10195560" cy="237744"/>
          </a:xfrm>
          <a:prstGeom prst="rect">
            <a:avLst/>
          </a:prstGeom>
          <a:noFill/>
          <a:ln/>
        </p:spPr>
        <p:txBody>
          <a:bodyPr wrap="square" lIns="381" tIns="381" rIns="381" bIns="381" rtlCol="0" anchor="ctr">
            <a:normAutofit/>
          </a:bodyPr>
          <a:lstStyle/>
          <a:p>
            <a:pPr marL="0" indent="0" algn="ctr">
              <a:buNone/>
            </a:pPr>
            <a:r>
              <a:rPr lang="en-US" sz="1250" b="1" dirty="0">
                <a:solidFill>
                  <a:srgbClr val="A4F5E8"/>
                </a:solidFill>
                <a:latin typeface="Noto Sans" pitchFamily="34" charset="0"/>
                <a:ea typeface="Noto Sans" pitchFamily="34" charset="-122"/>
                <a:cs typeface="Noto Sans" pitchFamily="34" charset="-120"/>
              </a:rPr>
              <a:t>Strategi: observasi → dugaan → uji → perbaiki → uji ulang</a:t>
            </a:r>
            <a:endParaRPr lang="en-US" sz="1250" dirty="0"/>
          </a:p>
        </p:txBody>
      </p:sp>
      <p:sp>
        <p:nvSpPr>
          <p:cNvPr id="45"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PJBL • TAHAP 3–4</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Kelola progres proyek individu</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Tetapkan target penyelesaian, pantau kemajuan, dan gunakan bantuan secara bertanggung jawab.</a:t>
            </a:r>
            <a:endParaRPr lang="en-US" sz="1100" dirty="0"/>
          </a:p>
        </p:txBody>
      </p:sp>
      <p:sp>
        <p:nvSpPr>
          <p:cNvPr id="11" name="Shape 9"/>
          <p:cNvSpPr/>
          <p:nvPr/>
        </p:nvSpPr>
        <p:spPr>
          <a:xfrm>
            <a:off x="749808" y="1993392"/>
            <a:ext cx="1965960" cy="1664208"/>
          </a:xfrm>
          <a:prstGeom prst="roundRect">
            <a:avLst>
              <a:gd name="adj" fmla="val 6593"/>
            </a:avLst>
          </a:prstGeom>
          <a:solidFill>
            <a:srgbClr val="131E33"/>
          </a:solidFill>
          <a:ln w="10160">
            <a:solidFill>
              <a:srgbClr val="42E0CB"/>
            </a:solidFill>
            <a:prstDash val="solid"/>
          </a:ln>
        </p:spPr>
      </p:sp>
      <p:sp>
        <p:nvSpPr>
          <p:cNvPr id="12" name="Text 10"/>
          <p:cNvSpPr txBox="1"/>
          <p:nvPr/>
        </p:nvSpPr>
        <p:spPr>
          <a:xfrm>
            <a:off x="905256" y="2185416"/>
            <a:ext cx="502920" cy="384048"/>
          </a:xfrm>
          <a:prstGeom prst="rect">
            <a:avLst/>
          </a:prstGeom>
          <a:noFill/>
          <a:ln/>
        </p:spPr>
        <p:txBody>
          <a:bodyPr wrap="square" lIns="381" tIns="381" rIns="381" bIns="381" rtlCol="0" anchor="ctr">
            <a:normAutofit/>
          </a:bodyPr>
          <a:lstStyle/>
          <a:p>
            <a:pPr marL="0" indent="0" algn="l">
              <a:buNone/>
            </a:pPr>
            <a:r>
              <a:rPr lang="en-US" sz="2500" b="1" dirty="0">
                <a:solidFill>
                  <a:srgbClr val="42E0CB"/>
                </a:solidFill>
                <a:latin typeface="Noto Sans" pitchFamily="34" charset="0"/>
                <a:ea typeface="Noto Sans" pitchFamily="34" charset="-122"/>
                <a:cs typeface="Noto Sans" pitchFamily="34" charset="-120"/>
              </a:rPr>
              <a:t>01</a:t>
            </a:r>
            <a:endParaRPr lang="en-US" sz="2500" dirty="0"/>
          </a:p>
        </p:txBody>
      </p:sp>
      <p:sp>
        <p:nvSpPr>
          <p:cNvPr id="13" name="Text 11"/>
          <p:cNvSpPr txBox="1"/>
          <p:nvPr/>
        </p:nvSpPr>
        <p:spPr>
          <a:xfrm>
            <a:off x="905256" y="2724912"/>
            <a:ext cx="1627632" cy="274320"/>
          </a:xfrm>
          <a:prstGeom prst="rect">
            <a:avLst/>
          </a:prstGeom>
          <a:noFill/>
          <a:ln/>
        </p:spPr>
        <p:txBody>
          <a:bodyPr wrap="square" lIns="381" tIns="381" rIns="381" bIns="381" rtlCol="0" anchor="ctr">
            <a:normAutofit/>
          </a:bodyPr>
          <a:lstStyle/>
          <a:p>
            <a:pPr marL="0" indent="0" algn="l">
              <a:buNone/>
            </a:pPr>
            <a:r>
              <a:rPr lang="en-US" sz="1200" b="1" dirty="0">
                <a:solidFill>
                  <a:srgbClr val="F3F7FC"/>
                </a:solidFill>
                <a:latin typeface="Noto Sans" pitchFamily="34" charset="0"/>
                <a:ea typeface="Noto Sans" pitchFamily="34" charset="-122"/>
                <a:cs typeface="Noto Sans" pitchFamily="34" charset="-120"/>
              </a:rPr>
              <a:t>RANCANG</a:t>
            </a:r>
            <a:endParaRPr lang="en-US" sz="1200" dirty="0"/>
          </a:p>
        </p:txBody>
      </p:sp>
      <p:sp>
        <p:nvSpPr>
          <p:cNvPr id="14" name="Text 12"/>
          <p:cNvSpPr txBox="1"/>
          <p:nvPr/>
        </p:nvSpPr>
        <p:spPr>
          <a:xfrm>
            <a:off x="905256" y="3099816"/>
            <a:ext cx="1627632" cy="420624"/>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Tema, pesan, efek, komponen</a:t>
            </a:r>
            <a:endParaRPr lang="en-US" sz="1050" dirty="0"/>
          </a:p>
        </p:txBody>
      </p:sp>
      <p:sp>
        <p:nvSpPr>
          <p:cNvPr id="15" name="Shape 13"/>
          <p:cNvSpPr/>
          <p:nvPr/>
        </p:nvSpPr>
        <p:spPr>
          <a:xfrm>
            <a:off x="2734056" y="2816352"/>
            <a:ext cx="228600" cy="0"/>
          </a:xfrm>
          <a:prstGeom prst="line">
            <a:avLst/>
          </a:prstGeom>
          <a:noFill/>
          <a:ln w="22860">
            <a:solidFill>
              <a:srgbClr val="2A3A54"/>
            </a:solidFill>
            <a:prstDash val="solid"/>
            <a:headEnd type="none"/>
            <a:tailEnd type="none"/>
          </a:ln>
        </p:spPr>
      </p:sp>
      <p:sp>
        <p:nvSpPr>
          <p:cNvPr id="16" name="Shape 14"/>
          <p:cNvSpPr/>
          <p:nvPr/>
        </p:nvSpPr>
        <p:spPr>
          <a:xfrm>
            <a:off x="3017520" y="1993392"/>
            <a:ext cx="1965960" cy="1664208"/>
          </a:xfrm>
          <a:prstGeom prst="roundRect">
            <a:avLst>
              <a:gd name="adj" fmla="val 6593"/>
            </a:avLst>
          </a:prstGeom>
          <a:solidFill>
            <a:srgbClr val="131E33"/>
          </a:solidFill>
          <a:ln w="10160">
            <a:solidFill>
              <a:srgbClr val="FFB45E"/>
            </a:solidFill>
            <a:prstDash val="solid"/>
          </a:ln>
        </p:spPr>
      </p:sp>
      <p:sp>
        <p:nvSpPr>
          <p:cNvPr id="17" name="Text 15"/>
          <p:cNvSpPr txBox="1"/>
          <p:nvPr/>
        </p:nvSpPr>
        <p:spPr>
          <a:xfrm>
            <a:off x="3172968" y="2185416"/>
            <a:ext cx="502920" cy="384048"/>
          </a:xfrm>
          <a:prstGeom prst="rect">
            <a:avLst/>
          </a:prstGeom>
          <a:noFill/>
          <a:ln/>
        </p:spPr>
        <p:txBody>
          <a:bodyPr wrap="square" lIns="381" tIns="381" rIns="381" bIns="381" rtlCol="0" anchor="ctr">
            <a:normAutofit/>
          </a:bodyPr>
          <a:lstStyle/>
          <a:p>
            <a:pPr marL="0" indent="0" algn="l">
              <a:buNone/>
            </a:pPr>
            <a:r>
              <a:rPr lang="en-US" sz="2500" b="1" dirty="0">
                <a:solidFill>
                  <a:srgbClr val="FFB45E"/>
                </a:solidFill>
                <a:latin typeface="Noto Sans" pitchFamily="34" charset="0"/>
                <a:ea typeface="Noto Sans" pitchFamily="34" charset="-122"/>
                <a:cs typeface="Noto Sans" pitchFamily="34" charset="-120"/>
              </a:rPr>
              <a:t>02</a:t>
            </a:r>
            <a:endParaRPr lang="en-US" sz="2500" dirty="0"/>
          </a:p>
        </p:txBody>
      </p:sp>
      <p:sp>
        <p:nvSpPr>
          <p:cNvPr id="18" name="Text 16"/>
          <p:cNvSpPr txBox="1"/>
          <p:nvPr/>
        </p:nvSpPr>
        <p:spPr>
          <a:xfrm>
            <a:off x="3172968" y="2724912"/>
            <a:ext cx="1627632" cy="274320"/>
          </a:xfrm>
          <a:prstGeom prst="rect">
            <a:avLst/>
          </a:prstGeom>
          <a:noFill/>
          <a:ln/>
        </p:spPr>
        <p:txBody>
          <a:bodyPr wrap="square" lIns="381" tIns="381" rIns="381" bIns="381" rtlCol="0" anchor="ctr">
            <a:normAutofit/>
          </a:bodyPr>
          <a:lstStyle/>
          <a:p>
            <a:pPr marL="0" indent="0" algn="l">
              <a:buNone/>
            </a:pPr>
            <a:r>
              <a:rPr lang="en-US" sz="1200" b="1" dirty="0">
                <a:solidFill>
                  <a:srgbClr val="F3F7FC"/>
                </a:solidFill>
                <a:latin typeface="Noto Sans" pitchFamily="34" charset="0"/>
                <a:ea typeface="Noto Sans" pitchFamily="34" charset="-122"/>
                <a:cs typeface="Noto Sans" pitchFamily="34" charset="-120"/>
              </a:rPr>
              <a:t>BANGUN</a:t>
            </a:r>
            <a:endParaRPr lang="en-US" sz="1200" dirty="0"/>
          </a:p>
        </p:txBody>
      </p:sp>
      <p:sp>
        <p:nvSpPr>
          <p:cNvPr id="19" name="Text 17"/>
          <p:cNvSpPr txBox="1"/>
          <p:nvPr/>
        </p:nvSpPr>
        <p:spPr>
          <a:xfrm>
            <a:off x="3172968" y="3099816"/>
            <a:ext cx="1627632" cy="420624"/>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Rangkaian dan program dasar</a:t>
            </a:r>
            <a:endParaRPr lang="en-US" sz="1050" dirty="0"/>
          </a:p>
        </p:txBody>
      </p:sp>
      <p:sp>
        <p:nvSpPr>
          <p:cNvPr id="20" name="Shape 18"/>
          <p:cNvSpPr/>
          <p:nvPr/>
        </p:nvSpPr>
        <p:spPr>
          <a:xfrm>
            <a:off x="5001768" y="2816352"/>
            <a:ext cx="228600" cy="0"/>
          </a:xfrm>
          <a:prstGeom prst="line">
            <a:avLst/>
          </a:prstGeom>
          <a:noFill/>
          <a:ln w="22860">
            <a:solidFill>
              <a:srgbClr val="2A3A54"/>
            </a:solidFill>
            <a:prstDash val="solid"/>
            <a:headEnd type="none"/>
            <a:tailEnd type="none"/>
          </a:ln>
        </p:spPr>
      </p:sp>
      <p:sp>
        <p:nvSpPr>
          <p:cNvPr id="21" name="Shape 19"/>
          <p:cNvSpPr/>
          <p:nvPr/>
        </p:nvSpPr>
        <p:spPr>
          <a:xfrm>
            <a:off x="5285232" y="1993392"/>
            <a:ext cx="1965960" cy="1664208"/>
          </a:xfrm>
          <a:prstGeom prst="roundRect">
            <a:avLst>
              <a:gd name="adj" fmla="val 6593"/>
            </a:avLst>
          </a:prstGeom>
          <a:solidFill>
            <a:srgbClr val="131E33"/>
          </a:solidFill>
          <a:ln w="10160">
            <a:solidFill>
              <a:srgbClr val="8FE3A1"/>
            </a:solidFill>
            <a:prstDash val="solid"/>
          </a:ln>
        </p:spPr>
      </p:sp>
      <p:sp>
        <p:nvSpPr>
          <p:cNvPr id="22" name="Text 20"/>
          <p:cNvSpPr txBox="1"/>
          <p:nvPr/>
        </p:nvSpPr>
        <p:spPr>
          <a:xfrm>
            <a:off x="5440680" y="2185416"/>
            <a:ext cx="502920" cy="384048"/>
          </a:xfrm>
          <a:prstGeom prst="rect">
            <a:avLst/>
          </a:prstGeom>
          <a:noFill/>
          <a:ln/>
        </p:spPr>
        <p:txBody>
          <a:bodyPr wrap="square" lIns="381" tIns="381" rIns="381" bIns="381" rtlCol="0" anchor="ctr">
            <a:normAutofit/>
          </a:bodyPr>
          <a:lstStyle/>
          <a:p>
            <a:pPr marL="0" indent="0" algn="l">
              <a:buNone/>
            </a:pPr>
            <a:r>
              <a:rPr lang="en-US" sz="2500" b="1" dirty="0">
                <a:solidFill>
                  <a:srgbClr val="8FE3A1"/>
                </a:solidFill>
                <a:latin typeface="Noto Sans" pitchFamily="34" charset="0"/>
                <a:ea typeface="Noto Sans" pitchFamily="34" charset="-122"/>
                <a:cs typeface="Noto Sans" pitchFamily="34" charset="-120"/>
              </a:rPr>
              <a:t>03</a:t>
            </a:r>
            <a:endParaRPr lang="en-US" sz="2500" dirty="0"/>
          </a:p>
        </p:txBody>
      </p:sp>
      <p:sp>
        <p:nvSpPr>
          <p:cNvPr id="23" name="Text 21"/>
          <p:cNvSpPr txBox="1"/>
          <p:nvPr/>
        </p:nvSpPr>
        <p:spPr>
          <a:xfrm>
            <a:off x="5440680" y="2724912"/>
            <a:ext cx="1627632" cy="274320"/>
          </a:xfrm>
          <a:prstGeom prst="rect">
            <a:avLst/>
          </a:prstGeom>
          <a:noFill/>
          <a:ln/>
        </p:spPr>
        <p:txBody>
          <a:bodyPr wrap="square" lIns="381" tIns="381" rIns="381" bIns="381" rtlCol="0" anchor="ctr">
            <a:normAutofit/>
          </a:bodyPr>
          <a:lstStyle/>
          <a:p>
            <a:pPr marL="0" indent="0" algn="l">
              <a:buNone/>
            </a:pPr>
            <a:r>
              <a:rPr lang="en-US" sz="1200" b="1" dirty="0">
                <a:solidFill>
                  <a:srgbClr val="F3F7FC"/>
                </a:solidFill>
                <a:latin typeface="Noto Sans" pitchFamily="34" charset="0"/>
                <a:ea typeface="Noto Sans" pitchFamily="34" charset="-122"/>
                <a:cs typeface="Noto Sans" pitchFamily="34" charset="-120"/>
              </a:rPr>
              <a:t>UJI</a:t>
            </a:r>
            <a:endParaRPr lang="en-US" sz="1200" dirty="0"/>
          </a:p>
        </p:txBody>
      </p:sp>
      <p:sp>
        <p:nvSpPr>
          <p:cNvPr id="24" name="Text 22"/>
          <p:cNvSpPr txBox="1"/>
          <p:nvPr/>
        </p:nvSpPr>
        <p:spPr>
          <a:xfrm>
            <a:off x="5440680" y="3099816"/>
            <a:ext cx="1627632" cy="420624"/>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Catat error dan bukti</a:t>
            </a:r>
            <a:endParaRPr lang="en-US" sz="1050" dirty="0"/>
          </a:p>
        </p:txBody>
      </p:sp>
      <p:sp>
        <p:nvSpPr>
          <p:cNvPr id="25" name="Shape 23"/>
          <p:cNvSpPr/>
          <p:nvPr/>
        </p:nvSpPr>
        <p:spPr>
          <a:xfrm>
            <a:off x="7269480" y="2816352"/>
            <a:ext cx="228600" cy="0"/>
          </a:xfrm>
          <a:prstGeom prst="line">
            <a:avLst/>
          </a:prstGeom>
          <a:noFill/>
          <a:ln w="22860">
            <a:solidFill>
              <a:srgbClr val="2A3A54"/>
            </a:solidFill>
            <a:prstDash val="solid"/>
            <a:headEnd type="none"/>
            <a:tailEnd type="none"/>
          </a:ln>
        </p:spPr>
      </p:sp>
      <p:sp>
        <p:nvSpPr>
          <p:cNvPr id="26" name="Shape 24"/>
          <p:cNvSpPr/>
          <p:nvPr/>
        </p:nvSpPr>
        <p:spPr>
          <a:xfrm>
            <a:off x="7552944" y="1993392"/>
            <a:ext cx="1965960" cy="1664208"/>
          </a:xfrm>
          <a:prstGeom prst="roundRect">
            <a:avLst>
              <a:gd name="adj" fmla="val 6593"/>
            </a:avLst>
          </a:prstGeom>
          <a:solidFill>
            <a:srgbClr val="131E33"/>
          </a:solidFill>
          <a:ln w="10160">
            <a:solidFill>
              <a:srgbClr val="F4D66E"/>
            </a:solidFill>
            <a:prstDash val="solid"/>
          </a:ln>
        </p:spPr>
      </p:sp>
      <p:sp>
        <p:nvSpPr>
          <p:cNvPr id="27" name="Text 25"/>
          <p:cNvSpPr txBox="1"/>
          <p:nvPr/>
        </p:nvSpPr>
        <p:spPr>
          <a:xfrm>
            <a:off x="7708392" y="2185416"/>
            <a:ext cx="502920" cy="384048"/>
          </a:xfrm>
          <a:prstGeom prst="rect">
            <a:avLst/>
          </a:prstGeom>
          <a:noFill/>
          <a:ln/>
        </p:spPr>
        <p:txBody>
          <a:bodyPr wrap="square" lIns="381" tIns="381" rIns="381" bIns="381" rtlCol="0" anchor="ctr">
            <a:normAutofit/>
          </a:bodyPr>
          <a:lstStyle/>
          <a:p>
            <a:pPr marL="0" indent="0" algn="l">
              <a:buNone/>
            </a:pPr>
            <a:r>
              <a:rPr lang="en-US" sz="2500" b="1" dirty="0">
                <a:solidFill>
                  <a:srgbClr val="F4D66E"/>
                </a:solidFill>
                <a:latin typeface="Noto Sans" pitchFamily="34" charset="0"/>
                <a:ea typeface="Noto Sans" pitchFamily="34" charset="-122"/>
                <a:cs typeface="Noto Sans" pitchFamily="34" charset="-120"/>
              </a:rPr>
              <a:t>04</a:t>
            </a:r>
            <a:endParaRPr lang="en-US" sz="2500" dirty="0"/>
          </a:p>
        </p:txBody>
      </p:sp>
      <p:sp>
        <p:nvSpPr>
          <p:cNvPr id="28" name="Text 26"/>
          <p:cNvSpPr txBox="1"/>
          <p:nvPr/>
        </p:nvSpPr>
        <p:spPr>
          <a:xfrm>
            <a:off x="7708392" y="2724912"/>
            <a:ext cx="1627632" cy="274320"/>
          </a:xfrm>
          <a:prstGeom prst="rect">
            <a:avLst/>
          </a:prstGeom>
          <a:noFill/>
          <a:ln/>
        </p:spPr>
        <p:txBody>
          <a:bodyPr wrap="square" lIns="381" tIns="381" rIns="381" bIns="381" rtlCol="0" anchor="ctr">
            <a:normAutofit/>
          </a:bodyPr>
          <a:lstStyle/>
          <a:p>
            <a:pPr marL="0" indent="0" algn="l">
              <a:buNone/>
            </a:pPr>
            <a:r>
              <a:rPr lang="en-US" sz="1200" b="1" dirty="0">
                <a:solidFill>
                  <a:srgbClr val="F3F7FC"/>
                </a:solidFill>
                <a:latin typeface="Noto Sans" pitchFamily="34" charset="0"/>
                <a:ea typeface="Noto Sans" pitchFamily="34" charset="-122"/>
                <a:cs typeface="Noto Sans" pitchFamily="34" charset="-120"/>
              </a:rPr>
              <a:t>PERBAIKI</a:t>
            </a:r>
            <a:endParaRPr lang="en-US" sz="1200" dirty="0"/>
          </a:p>
        </p:txBody>
      </p:sp>
      <p:sp>
        <p:nvSpPr>
          <p:cNvPr id="29" name="Text 27"/>
          <p:cNvSpPr txBox="1"/>
          <p:nvPr/>
        </p:nvSpPr>
        <p:spPr>
          <a:xfrm>
            <a:off x="7708392" y="3099816"/>
            <a:ext cx="1627632" cy="420624"/>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Ubah penyebab yang diuji</a:t>
            </a:r>
            <a:endParaRPr lang="en-US" sz="1050" dirty="0"/>
          </a:p>
        </p:txBody>
      </p:sp>
      <p:sp>
        <p:nvSpPr>
          <p:cNvPr id="30" name="Shape 28"/>
          <p:cNvSpPr/>
          <p:nvPr/>
        </p:nvSpPr>
        <p:spPr>
          <a:xfrm>
            <a:off x="9537192" y="2816352"/>
            <a:ext cx="228600" cy="0"/>
          </a:xfrm>
          <a:prstGeom prst="line">
            <a:avLst/>
          </a:prstGeom>
          <a:noFill/>
          <a:ln w="22860">
            <a:solidFill>
              <a:srgbClr val="2A3A54"/>
            </a:solidFill>
            <a:prstDash val="solid"/>
            <a:headEnd type="none"/>
            <a:tailEnd type="none"/>
          </a:ln>
        </p:spPr>
      </p:sp>
      <p:sp>
        <p:nvSpPr>
          <p:cNvPr id="31" name="Shape 29"/>
          <p:cNvSpPr/>
          <p:nvPr/>
        </p:nvSpPr>
        <p:spPr>
          <a:xfrm>
            <a:off x="9820656" y="1993392"/>
            <a:ext cx="1965960" cy="1664208"/>
          </a:xfrm>
          <a:prstGeom prst="roundRect">
            <a:avLst>
              <a:gd name="adj" fmla="val 6593"/>
            </a:avLst>
          </a:prstGeom>
          <a:solidFill>
            <a:srgbClr val="131E33"/>
          </a:solidFill>
          <a:ln w="10160">
            <a:solidFill>
              <a:srgbClr val="A4F5E8"/>
            </a:solidFill>
            <a:prstDash val="solid"/>
          </a:ln>
        </p:spPr>
      </p:sp>
      <p:sp>
        <p:nvSpPr>
          <p:cNvPr id="32" name="Text 30"/>
          <p:cNvSpPr txBox="1"/>
          <p:nvPr/>
        </p:nvSpPr>
        <p:spPr>
          <a:xfrm>
            <a:off x="9976104" y="2185416"/>
            <a:ext cx="502920" cy="384048"/>
          </a:xfrm>
          <a:prstGeom prst="rect">
            <a:avLst/>
          </a:prstGeom>
          <a:noFill/>
          <a:ln/>
        </p:spPr>
        <p:txBody>
          <a:bodyPr wrap="square" lIns="381" tIns="381" rIns="381" bIns="381" rtlCol="0" anchor="ctr">
            <a:normAutofit/>
          </a:bodyPr>
          <a:lstStyle/>
          <a:p>
            <a:pPr marL="0" indent="0" algn="l">
              <a:buNone/>
            </a:pPr>
            <a:r>
              <a:rPr lang="en-US" sz="2500" b="1" dirty="0">
                <a:solidFill>
                  <a:srgbClr val="A4F5E8"/>
                </a:solidFill>
                <a:latin typeface="Noto Sans" pitchFamily="34" charset="0"/>
                <a:ea typeface="Noto Sans" pitchFamily="34" charset="-122"/>
                <a:cs typeface="Noto Sans" pitchFamily="34" charset="-120"/>
              </a:rPr>
              <a:t>05</a:t>
            </a:r>
            <a:endParaRPr lang="en-US" sz="2500" dirty="0"/>
          </a:p>
        </p:txBody>
      </p:sp>
      <p:sp>
        <p:nvSpPr>
          <p:cNvPr id="33" name="Text 31"/>
          <p:cNvSpPr txBox="1"/>
          <p:nvPr/>
        </p:nvSpPr>
        <p:spPr>
          <a:xfrm>
            <a:off x="9976104" y="2724912"/>
            <a:ext cx="1627632" cy="274320"/>
          </a:xfrm>
          <a:prstGeom prst="rect">
            <a:avLst/>
          </a:prstGeom>
          <a:noFill/>
          <a:ln/>
        </p:spPr>
        <p:txBody>
          <a:bodyPr wrap="square" lIns="381" tIns="381" rIns="381" bIns="381" rtlCol="0" anchor="ctr">
            <a:normAutofit/>
          </a:bodyPr>
          <a:lstStyle/>
          <a:p>
            <a:pPr marL="0" indent="0" algn="l">
              <a:buNone/>
            </a:pPr>
            <a:r>
              <a:rPr lang="en-US" sz="1200" b="1" dirty="0">
                <a:solidFill>
                  <a:srgbClr val="F3F7FC"/>
                </a:solidFill>
                <a:latin typeface="Noto Sans" pitchFamily="34" charset="0"/>
                <a:ea typeface="Noto Sans" pitchFamily="34" charset="-122"/>
                <a:cs typeface="Noto Sans" pitchFamily="34" charset="-120"/>
              </a:rPr>
              <a:t>FINALISASI</a:t>
            </a:r>
            <a:endParaRPr lang="en-US" sz="1200" dirty="0"/>
          </a:p>
        </p:txBody>
      </p:sp>
      <p:sp>
        <p:nvSpPr>
          <p:cNvPr id="34" name="Text 32"/>
          <p:cNvSpPr txBox="1"/>
          <p:nvPr/>
        </p:nvSpPr>
        <p:spPr>
          <a:xfrm>
            <a:off x="9976104" y="3099816"/>
            <a:ext cx="1627632" cy="420624"/>
          </a:xfrm>
          <a:prstGeom prst="rect">
            <a:avLst/>
          </a:prstGeom>
          <a:noFill/>
          <a:ln/>
        </p:spPr>
        <p:txBody>
          <a:bodyPr wrap="square" lIns="381" tIns="381" rIns="381" bIns="381" rtlCol="0" anchor="t">
            <a:normAutofit/>
          </a:bodyPr>
          <a:lstStyle/>
          <a:p>
            <a:pPr marL="0" indent="0" algn="l">
              <a:buNone/>
            </a:pPr>
            <a:r>
              <a:rPr lang="en-US" sz="1050" dirty="0">
                <a:solidFill>
                  <a:srgbClr val="B7C4D8"/>
                </a:solidFill>
                <a:latin typeface="Noto Sans" pitchFamily="34" charset="0"/>
                <a:ea typeface="Noto Sans" pitchFamily="34" charset="-122"/>
                <a:cs typeface="Noto Sans" pitchFamily="34" charset="-120"/>
              </a:rPr>
              <a:t>Checklist dan presentasi</a:t>
            </a:r>
            <a:endParaRPr lang="en-US" sz="1050" dirty="0"/>
          </a:p>
        </p:txBody>
      </p:sp>
      <p:sp>
        <p:nvSpPr>
          <p:cNvPr id="35" name="Shape 33"/>
          <p:cNvSpPr/>
          <p:nvPr/>
        </p:nvSpPr>
        <p:spPr>
          <a:xfrm>
            <a:off x="768096" y="4160520"/>
            <a:ext cx="5074920" cy="1234440"/>
          </a:xfrm>
          <a:prstGeom prst="roundRect">
            <a:avLst>
              <a:gd name="adj" fmla="val 8889"/>
            </a:avLst>
          </a:prstGeom>
          <a:solidFill>
            <a:srgbClr val="19263D"/>
          </a:solidFill>
          <a:ln w="10160">
            <a:solidFill>
              <a:srgbClr val="42E0CB"/>
            </a:solidFill>
            <a:prstDash val="solid"/>
          </a:ln>
        </p:spPr>
      </p:sp>
      <p:sp>
        <p:nvSpPr>
          <p:cNvPr id="36" name="Text 34"/>
          <p:cNvSpPr txBox="1"/>
          <p:nvPr/>
        </p:nvSpPr>
        <p:spPr>
          <a:xfrm>
            <a:off x="1005840" y="4370832"/>
            <a:ext cx="4389120" cy="256032"/>
          </a:xfrm>
          <a:prstGeom prst="rect">
            <a:avLst/>
          </a:prstGeom>
          <a:noFill/>
          <a:ln/>
        </p:spPr>
        <p:txBody>
          <a:bodyPr wrap="square" lIns="381" tIns="381" rIns="381" bIns="381" rtlCol="0" anchor="ctr">
            <a:normAutofit/>
          </a:bodyPr>
          <a:lstStyle/>
          <a:p>
            <a:pPr marL="0" indent="0" algn="l">
              <a:buNone/>
            </a:pPr>
            <a:r>
              <a:rPr lang="en-US" sz="1400" b="1" dirty="0">
                <a:solidFill>
                  <a:srgbClr val="42E0CB"/>
                </a:solidFill>
                <a:latin typeface="Noto Sans" pitchFamily="34" charset="0"/>
                <a:ea typeface="Noto Sans" pitchFamily="34" charset="-122"/>
                <a:cs typeface="Noto Sans" pitchFamily="34" charset="-120"/>
              </a:rPr>
              <a:t>Kemandirian &amp; self-management</a:t>
            </a:r>
            <a:endParaRPr lang="en-US" sz="1400" dirty="0"/>
          </a:p>
        </p:txBody>
      </p:sp>
      <p:sp>
        <p:nvSpPr>
          <p:cNvPr id="37" name="Text 35"/>
          <p:cNvSpPr txBox="1"/>
          <p:nvPr/>
        </p:nvSpPr>
        <p:spPr>
          <a:xfrm>
            <a:off x="1005840" y="4736592"/>
            <a:ext cx="4389120" cy="384048"/>
          </a:xfrm>
          <a:prstGeom prst="rect">
            <a:avLst/>
          </a:prstGeom>
          <a:noFill/>
          <a:ln/>
        </p:spPr>
        <p:txBody>
          <a:bodyPr wrap="square" lIns="381" tIns="381" rIns="381" bIns="381" rtlCol="0" anchor="t">
            <a:normAutofit/>
          </a:bodyPr>
          <a:lstStyle/>
          <a:p>
            <a:pPr marL="0" indent="0" algn="l">
              <a:buNone/>
            </a:pPr>
            <a:r>
              <a:rPr lang="en-US" sz="1150" dirty="0">
                <a:solidFill>
                  <a:srgbClr val="B7C4D8"/>
                </a:solidFill>
                <a:latin typeface="Noto Sans" pitchFamily="34" charset="0"/>
                <a:ea typeface="Noto Sans" pitchFamily="34" charset="-122"/>
                <a:cs typeface="Noto Sans" pitchFamily="34" charset="-120"/>
              </a:rPr>
              <a:t>Atur waktu, tetap tenang saat error, dan catat langkah perbaikan.</a:t>
            </a:r>
            <a:endParaRPr lang="en-US" sz="1150" dirty="0"/>
          </a:p>
        </p:txBody>
      </p:sp>
      <p:sp>
        <p:nvSpPr>
          <p:cNvPr id="38" name="Shape 36"/>
          <p:cNvSpPr/>
          <p:nvPr/>
        </p:nvSpPr>
        <p:spPr>
          <a:xfrm>
            <a:off x="6217920" y="4160520"/>
            <a:ext cx="5074920" cy="1234440"/>
          </a:xfrm>
          <a:prstGeom prst="roundRect">
            <a:avLst>
              <a:gd name="adj" fmla="val 8889"/>
            </a:avLst>
          </a:prstGeom>
          <a:solidFill>
            <a:srgbClr val="19263D"/>
          </a:solidFill>
          <a:ln w="10160">
            <a:solidFill>
              <a:srgbClr val="FFB45E"/>
            </a:solidFill>
            <a:prstDash val="solid"/>
          </a:ln>
        </p:spPr>
      </p:sp>
      <p:sp>
        <p:nvSpPr>
          <p:cNvPr id="39" name="Text 37"/>
          <p:cNvSpPr txBox="1"/>
          <p:nvPr/>
        </p:nvSpPr>
        <p:spPr>
          <a:xfrm>
            <a:off x="6473952" y="4370832"/>
            <a:ext cx="4389120" cy="256032"/>
          </a:xfrm>
          <a:prstGeom prst="rect">
            <a:avLst/>
          </a:prstGeom>
          <a:noFill/>
          <a:ln/>
        </p:spPr>
        <p:txBody>
          <a:bodyPr wrap="square" lIns="381" tIns="381" rIns="381" bIns="381" rtlCol="0" anchor="ctr">
            <a:normAutofit/>
          </a:bodyPr>
          <a:lstStyle/>
          <a:p>
            <a:pPr marL="0" indent="0" algn="l">
              <a:buNone/>
            </a:pPr>
            <a:r>
              <a:rPr lang="en-US" sz="1400" b="1" dirty="0">
                <a:solidFill>
                  <a:srgbClr val="FFB45E"/>
                </a:solidFill>
                <a:latin typeface="Noto Sans" pitchFamily="34" charset="0"/>
                <a:ea typeface="Noto Sans" pitchFamily="34" charset="-122"/>
                <a:cs typeface="Noto Sans" pitchFamily="34" charset="-120"/>
              </a:rPr>
              <a:t>Tutor sebaya &amp; relationship skills</a:t>
            </a:r>
            <a:endParaRPr lang="en-US" sz="1400" dirty="0"/>
          </a:p>
        </p:txBody>
      </p:sp>
      <p:sp>
        <p:nvSpPr>
          <p:cNvPr id="40" name="Text 38"/>
          <p:cNvSpPr txBox="1"/>
          <p:nvPr/>
        </p:nvSpPr>
        <p:spPr>
          <a:xfrm>
            <a:off x="6473952" y="4736592"/>
            <a:ext cx="4389120" cy="384048"/>
          </a:xfrm>
          <a:prstGeom prst="rect">
            <a:avLst/>
          </a:prstGeom>
          <a:noFill/>
          <a:ln/>
        </p:spPr>
        <p:txBody>
          <a:bodyPr wrap="square" lIns="381" tIns="381" rIns="381" bIns="381" rtlCol="0" anchor="t">
            <a:normAutofit/>
          </a:bodyPr>
          <a:lstStyle/>
          <a:p>
            <a:pPr marL="0" indent="0" algn="l">
              <a:buNone/>
            </a:pPr>
            <a:r>
              <a:rPr lang="en-US" sz="1150" dirty="0">
                <a:solidFill>
                  <a:srgbClr val="B7C4D8"/>
                </a:solidFill>
                <a:latin typeface="Noto Sans" pitchFamily="34" charset="0"/>
                <a:ea typeface="Noto Sans" pitchFamily="34" charset="-122"/>
                <a:cs typeface="Noto Sans" pitchFamily="34" charset="-120"/>
              </a:rPr>
              <a:t>Peserta didik sangat mahir dapat membantu; hargai pendapat dan bantuan teman.</a:t>
            </a:r>
            <a:endParaRPr lang="en-US" sz="1150" dirty="0"/>
          </a:p>
        </p:txBody>
      </p:sp>
      <p:sp>
        <p:nvSpPr>
          <p:cNvPr id="41" name="Text 39"/>
          <p:cNvSpPr txBox="1"/>
          <p:nvPr/>
        </p:nvSpPr>
        <p:spPr>
          <a:xfrm>
            <a:off x="914400" y="5806440"/>
            <a:ext cx="10332720" cy="274320"/>
          </a:xfrm>
          <a:prstGeom prst="rect">
            <a:avLst/>
          </a:prstGeom>
          <a:noFill/>
          <a:ln/>
        </p:spPr>
        <p:txBody>
          <a:bodyPr wrap="square" lIns="381" tIns="381" rIns="381" bIns="381" rtlCol="0" anchor="ctr">
            <a:normAutofit/>
          </a:bodyPr>
          <a:lstStyle/>
          <a:p>
            <a:pPr marL="0" indent="0" algn="ctr">
              <a:buNone/>
            </a:pPr>
            <a:r>
              <a:rPr lang="en-US" sz="1150" b="1" dirty="0">
                <a:solidFill>
                  <a:srgbClr val="A4F5E8"/>
                </a:solidFill>
                <a:latin typeface="Noto Sans" pitchFamily="34" charset="0"/>
                <a:ea typeface="Noto Sans" pitchFamily="34" charset="-122"/>
                <a:cs typeface="Noto Sans" pitchFamily="34" charset="-120"/>
              </a:rPr>
              <a:t>Proyek dikerjakan secara individu; konsultasi dan saling membantu mendukung proses belajar.</a:t>
            </a:r>
            <a:endParaRPr lang="en-US" sz="1150" dirty="0"/>
          </a:p>
        </p:txBody>
      </p:sp>
      <p:sp>
        <p:nvSpPr>
          <p:cNvPr id="42"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PENDEKATAN PEMBELAJARAN</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300" b="1" dirty="0">
                <a:solidFill>
                  <a:srgbClr val="F3F7FC"/>
                </a:solidFill>
                <a:latin typeface="Noto Sans" pitchFamily="34" charset="0"/>
                <a:ea typeface="Noto Sans" pitchFamily="34" charset="-122"/>
                <a:cs typeface="Noto Sans" pitchFamily="34" charset="-120"/>
              </a:rPr>
              <a:t>Belajar mendalam: sadar, bermakna, menggembirakan</a:t>
            </a:r>
            <a:endParaRPr lang="en-US" sz="23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Mindful • Meaningful • Joyful Learning, dilengkapi Experiential Learning dan PSE–CASEL.</a:t>
            </a:r>
            <a:endParaRPr lang="en-US" sz="1100" dirty="0"/>
          </a:p>
        </p:txBody>
      </p:sp>
      <p:sp>
        <p:nvSpPr>
          <p:cNvPr id="11" name="Shape 9"/>
          <p:cNvSpPr/>
          <p:nvPr/>
        </p:nvSpPr>
        <p:spPr>
          <a:xfrm>
            <a:off x="749808" y="1764792"/>
            <a:ext cx="3246120" cy="3054096"/>
          </a:xfrm>
          <a:prstGeom prst="roundRect">
            <a:avLst>
              <a:gd name="adj" fmla="val 3593"/>
            </a:avLst>
          </a:prstGeom>
          <a:solidFill>
            <a:srgbClr val="131E33"/>
          </a:solidFill>
          <a:ln w="10160">
            <a:solidFill>
              <a:srgbClr val="42E0CB"/>
            </a:solidFill>
            <a:prstDash val="solid"/>
          </a:ln>
        </p:spPr>
      </p:sp>
      <p:sp>
        <p:nvSpPr>
          <p:cNvPr id="12" name="Text 10"/>
          <p:cNvSpPr txBox="1"/>
          <p:nvPr/>
        </p:nvSpPr>
        <p:spPr>
          <a:xfrm>
            <a:off x="978408" y="2029968"/>
            <a:ext cx="2743200" cy="384048"/>
          </a:xfrm>
          <a:prstGeom prst="rect">
            <a:avLst/>
          </a:prstGeom>
          <a:noFill/>
          <a:ln/>
        </p:spPr>
        <p:txBody>
          <a:bodyPr wrap="square" lIns="381" tIns="381" rIns="381" bIns="381" rtlCol="0" anchor="ctr">
            <a:normAutofit/>
          </a:bodyPr>
          <a:lstStyle/>
          <a:p>
            <a:pPr marL="0" indent="0" algn="l">
              <a:buNone/>
            </a:pPr>
            <a:r>
              <a:rPr lang="en-US" sz="2000" b="1" dirty="0">
                <a:solidFill>
                  <a:srgbClr val="42E0CB"/>
                </a:solidFill>
                <a:latin typeface="Noto Sans" pitchFamily="34" charset="0"/>
                <a:ea typeface="Noto Sans" pitchFamily="34" charset="-122"/>
                <a:cs typeface="Noto Sans" pitchFamily="34" charset="-120"/>
              </a:rPr>
              <a:t>MINDFUL</a:t>
            </a:r>
            <a:endParaRPr lang="en-US" sz="2000" dirty="0"/>
          </a:p>
        </p:txBody>
      </p:sp>
      <p:sp>
        <p:nvSpPr>
          <p:cNvPr id="13" name="Text 11"/>
          <p:cNvSpPr txBox="1"/>
          <p:nvPr/>
        </p:nvSpPr>
        <p:spPr>
          <a:xfrm>
            <a:off x="978408" y="2496312"/>
            <a:ext cx="2743200" cy="274320"/>
          </a:xfrm>
          <a:prstGeom prst="rect">
            <a:avLst/>
          </a:prstGeom>
          <a:noFill/>
          <a:ln/>
        </p:spPr>
        <p:txBody>
          <a:bodyPr wrap="square" lIns="381" tIns="381" rIns="381" bIns="381" rtlCol="0" anchor="ctr">
            <a:normAutofit/>
          </a:bodyPr>
          <a:lstStyle/>
          <a:p>
            <a:pPr marL="0" indent="0" algn="l">
              <a:buNone/>
            </a:pPr>
            <a:r>
              <a:rPr lang="en-US" sz="1200" b="1" dirty="0">
                <a:solidFill>
                  <a:srgbClr val="F3F7FC"/>
                </a:solidFill>
                <a:latin typeface="Noto Sans" pitchFamily="34" charset="0"/>
                <a:ea typeface="Noto Sans" pitchFamily="34" charset="-122"/>
                <a:cs typeface="Noto Sans" pitchFamily="34" charset="-120"/>
              </a:rPr>
              <a:t>Berkesadaran</a:t>
            </a:r>
            <a:endParaRPr lang="en-US" sz="1200" dirty="0"/>
          </a:p>
        </p:txBody>
      </p:sp>
      <p:sp>
        <p:nvSpPr>
          <p:cNvPr id="14" name="Text 12"/>
          <p:cNvSpPr txBox="1"/>
          <p:nvPr/>
        </p:nvSpPr>
        <p:spPr>
          <a:xfrm>
            <a:off x="978408" y="2971800"/>
            <a:ext cx="2743200" cy="1188720"/>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Check-in kesiapan. Sadari rasa frustrasi saat error, atur diri, dan tentukan langkah berikutnya.</a:t>
            </a:r>
            <a:endParaRPr lang="en-US" sz="1200" dirty="0"/>
          </a:p>
        </p:txBody>
      </p:sp>
      <p:sp>
        <p:nvSpPr>
          <p:cNvPr id="15" name="Shape 13"/>
          <p:cNvSpPr/>
          <p:nvPr/>
        </p:nvSpPr>
        <p:spPr>
          <a:xfrm>
            <a:off x="4407408" y="1764792"/>
            <a:ext cx="3246120" cy="3054096"/>
          </a:xfrm>
          <a:prstGeom prst="roundRect">
            <a:avLst>
              <a:gd name="adj" fmla="val 3593"/>
            </a:avLst>
          </a:prstGeom>
          <a:solidFill>
            <a:srgbClr val="131E33"/>
          </a:solidFill>
          <a:ln w="10160">
            <a:solidFill>
              <a:srgbClr val="FFB45E"/>
            </a:solidFill>
            <a:prstDash val="solid"/>
          </a:ln>
        </p:spPr>
      </p:sp>
      <p:sp>
        <p:nvSpPr>
          <p:cNvPr id="16" name="Text 14"/>
          <p:cNvSpPr txBox="1"/>
          <p:nvPr/>
        </p:nvSpPr>
        <p:spPr>
          <a:xfrm>
            <a:off x="4636008" y="2029968"/>
            <a:ext cx="2743200" cy="384048"/>
          </a:xfrm>
          <a:prstGeom prst="rect">
            <a:avLst/>
          </a:prstGeom>
          <a:noFill/>
          <a:ln/>
        </p:spPr>
        <p:txBody>
          <a:bodyPr wrap="square" lIns="381" tIns="381" rIns="381" bIns="381" rtlCol="0" anchor="ctr">
            <a:normAutofit/>
          </a:bodyPr>
          <a:lstStyle/>
          <a:p>
            <a:pPr marL="0" indent="0" algn="l">
              <a:buNone/>
            </a:pPr>
            <a:r>
              <a:rPr lang="en-US" sz="2000" b="1" dirty="0">
                <a:solidFill>
                  <a:srgbClr val="FFB45E"/>
                </a:solidFill>
                <a:latin typeface="Noto Sans" pitchFamily="34" charset="0"/>
                <a:ea typeface="Noto Sans" pitchFamily="34" charset="-122"/>
                <a:cs typeface="Noto Sans" pitchFamily="34" charset="-120"/>
              </a:rPr>
              <a:t>MEANINGFUL</a:t>
            </a:r>
            <a:endParaRPr lang="en-US" sz="2000" dirty="0"/>
          </a:p>
        </p:txBody>
      </p:sp>
      <p:sp>
        <p:nvSpPr>
          <p:cNvPr id="17" name="Text 15"/>
          <p:cNvSpPr txBox="1"/>
          <p:nvPr/>
        </p:nvSpPr>
        <p:spPr>
          <a:xfrm>
            <a:off x="4636008" y="2496312"/>
            <a:ext cx="2743200" cy="274320"/>
          </a:xfrm>
          <a:prstGeom prst="rect">
            <a:avLst/>
          </a:prstGeom>
          <a:noFill/>
          <a:ln/>
        </p:spPr>
        <p:txBody>
          <a:bodyPr wrap="square" lIns="381" tIns="381" rIns="381" bIns="381" rtlCol="0" anchor="ctr">
            <a:normAutofit/>
          </a:bodyPr>
          <a:lstStyle/>
          <a:p>
            <a:pPr marL="0" indent="0" algn="l">
              <a:buNone/>
            </a:pPr>
            <a:r>
              <a:rPr lang="en-US" sz="1200" b="1" dirty="0">
                <a:solidFill>
                  <a:srgbClr val="F3F7FC"/>
                </a:solidFill>
                <a:latin typeface="Noto Sans" pitchFamily="34" charset="0"/>
                <a:ea typeface="Noto Sans" pitchFamily="34" charset="-122"/>
                <a:cs typeface="Noto Sans" pitchFamily="34" charset="-120"/>
              </a:rPr>
              <a:t>Bermakna</a:t>
            </a:r>
            <a:endParaRPr lang="en-US" sz="1200" dirty="0"/>
          </a:p>
        </p:txBody>
      </p:sp>
      <p:sp>
        <p:nvSpPr>
          <p:cNvPr id="18" name="Text 16"/>
          <p:cNvSpPr txBox="1"/>
          <p:nvPr/>
        </p:nvSpPr>
        <p:spPr>
          <a:xfrm>
            <a:off x="4636008" y="2971800"/>
            <a:ext cx="2743200" cy="1188720"/>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Mulai dari kebutuhan nyata: informasi kelas yang akan ditampilkan dan siapa yang terbantu.</a:t>
            </a:r>
            <a:endParaRPr lang="en-US" sz="1200" dirty="0"/>
          </a:p>
        </p:txBody>
      </p:sp>
      <p:sp>
        <p:nvSpPr>
          <p:cNvPr id="19" name="Shape 17"/>
          <p:cNvSpPr/>
          <p:nvPr/>
        </p:nvSpPr>
        <p:spPr>
          <a:xfrm>
            <a:off x="8065008" y="1764792"/>
            <a:ext cx="3246120" cy="3054096"/>
          </a:xfrm>
          <a:prstGeom prst="roundRect">
            <a:avLst>
              <a:gd name="adj" fmla="val 3593"/>
            </a:avLst>
          </a:prstGeom>
          <a:solidFill>
            <a:srgbClr val="131E33"/>
          </a:solidFill>
          <a:ln w="10160">
            <a:solidFill>
              <a:srgbClr val="8FE3A1"/>
            </a:solidFill>
            <a:prstDash val="solid"/>
          </a:ln>
        </p:spPr>
      </p:sp>
      <p:sp>
        <p:nvSpPr>
          <p:cNvPr id="20" name="Text 18"/>
          <p:cNvSpPr txBox="1"/>
          <p:nvPr/>
        </p:nvSpPr>
        <p:spPr>
          <a:xfrm>
            <a:off x="8293608" y="2029968"/>
            <a:ext cx="2743200" cy="384048"/>
          </a:xfrm>
          <a:prstGeom prst="rect">
            <a:avLst/>
          </a:prstGeom>
          <a:noFill/>
          <a:ln/>
        </p:spPr>
        <p:txBody>
          <a:bodyPr wrap="square" lIns="381" tIns="381" rIns="381" bIns="381" rtlCol="0" anchor="ctr">
            <a:normAutofit/>
          </a:bodyPr>
          <a:lstStyle/>
          <a:p>
            <a:pPr marL="0" indent="0" algn="l">
              <a:buNone/>
            </a:pPr>
            <a:r>
              <a:rPr lang="en-US" sz="2000" b="1" dirty="0">
                <a:solidFill>
                  <a:srgbClr val="8FE3A1"/>
                </a:solidFill>
                <a:latin typeface="Noto Sans" pitchFamily="34" charset="0"/>
                <a:ea typeface="Noto Sans" pitchFamily="34" charset="-122"/>
                <a:cs typeface="Noto Sans" pitchFamily="34" charset="-120"/>
              </a:rPr>
              <a:t>JOYFUL</a:t>
            </a:r>
            <a:endParaRPr lang="en-US" sz="2000" dirty="0"/>
          </a:p>
        </p:txBody>
      </p:sp>
      <p:sp>
        <p:nvSpPr>
          <p:cNvPr id="21" name="Text 19"/>
          <p:cNvSpPr txBox="1"/>
          <p:nvPr/>
        </p:nvSpPr>
        <p:spPr>
          <a:xfrm>
            <a:off x="8293608" y="2496312"/>
            <a:ext cx="2743200" cy="274320"/>
          </a:xfrm>
          <a:prstGeom prst="rect">
            <a:avLst/>
          </a:prstGeom>
          <a:noFill/>
          <a:ln/>
        </p:spPr>
        <p:txBody>
          <a:bodyPr wrap="square" lIns="381" tIns="381" rIns="381" bIns="381" rtlCol="0" anchor="ctr">
            <a:normAutofit/>
          </a:bodyPr>
          <a:lstStyle/>
          <a:p>
            <a:pPr marL="0" indent="0" algn="l">
              <a:buNone/>
            </a:pPr>
            <a:r>
              <a:rPr lang="en-US" sz="1200" b="1" dirty="0">
                <a:solidFill>
                  <a:srgbClr val="F3F7FC"/>
                </a:solidFill>
                <a:latin typeface="Noto Sans" pitchFamily="34" charset="0"/>
                <a:ea typeface="Noto Sans" pitchFamily="34" charset="-122"/>
                <a:cs typeface="Noto Sans" pitchFamily="34" charset="-120"/>
              </a:rPr>
              <a:t>Menggembirakan</a:t>
            </a:r>
            <a:endParaRPr lang="en-US" sz="1200" dirty="0"/>
          </a:p>
        </p:txBody>
      </p:sp>
      <p:sp>
        <p:nvSpPr>
          <p:cNvPr id="22" name="Text 20"/>
          <p:cNvSpPr txBox="1"/>
          <p:nvPr/>
        </p:nvSpPr>
        <p:spPr>
          <a:xfrm>
            <a:off x="8293608" y="2971800"/>
            <a:ext cx="2743200" cy="1188720"/>
          </a:xfrm>
          <a:prstGeom prst="rect">
            <a:avLst/>
          </a:prstGeom>
          <a:noFill/>
          <a:ln/>
        </p:spPr>
        <p:txBody>
          <a:bodyPr wrap="square" lIns="381" tIns="381" rIns="381" bIns="381" rtlCol="0" anchor="t">
            <a:normAutofit/>
          </a:bodyPr>
          <a:lstStyle/>
          <a:p>
            <a:pPr marL="0" indent="0" algn="l">
              <a:buNone/>
            </a:pPr>
            <a:r>
              <a:rPr lang="en-US" sz="1200" dirty="0">
                <a:solidFill>
                  <a:srgbClr val="B7C4D8"/>
                </a:solidFill>
                <a:latin typeface="Noto Sans" pitchFamily="34" charset="0"/>
                <a:ea typeface="Noto Sans" pitchFamily="34" charset="-122"/>
                <a:cs typeface="Noto Sans" pitchFamily="34" charset="-120"/>
              </a:rPr>
              <a:t>Bereksperimen di Wokwi, melihat hasil perubahan, serta berbagi temuan dan apresiasi.</a:t>
            </a:r>
            <a:endParaRPr lang="en-US" sz="1200" dirty="0"/>
          </a:p>
        </p:txBody>
      </p:sp>
      <p:sp>
        <p:nvSpPr>
          <p:cNvPr id="23" name="Shape 21"/>
          <p:cNvSpPr/>
          <p:nvPr/>
        </p:nvSpPr>
        <p:spPr>
          <a:xfrm>
            <a:off x="777240" y="5166360"/>
            <a:ext cx="10561320" cy="713232"/>
          </a:xfrm>
          <a:prstGeom prst="roundRect">
            <a:avLst>
              <a:gd name="adj" fmla="val 15385"/>
            </a:avLst>
          </a:prstGeom>
          <a:solidFill>
            <a:srgbClr val="0C1928"/>
          </a:solidFill>
          <a:ln w="10160">
            <a:solidFill>
              <a:srgbClr val="2A3A54"/>
            </a:solidFill>
            <a:prstDash val="solid"/>
          </a:ln>
        </p:spPr>
      </p:sp>
      <p:sp>
        <p:nvSpPr>
          <p:cNvPr id="24" name="Text 22"/>
          <p:cNvSpPr txBox="1"/>
          <p:nvPr/>
        </p:nvSpPr>
        <p:spPr>
          <a:xfrm>
            <a:off x="1005840" y="5349240"/>
            <a:ext cx="10104120" cy="274320"/>
          </a:xfrm>
          <a:prstGeom prst="rect">
            <a:avLst/>
          </a:prstGeom>
          <a:noFill/>
          <a:ln/>
        </p:spPr>
        <p:txBody>
          <a:bodyPr wrap="square" lIns="381" tIns="381" rIns="381" bIns="381" rtlCol="0" anchor="ctr">
            <a:normAutofit/>
          </a:bodyPr>
          <a:lstStyle/>
          <a:p>
            <a:pPr marL="0" indent="0" algn="ctr">
              <a:buNone/>
            </a:pPr>
            <a:r>
              <a:rPr lang="en-US" sz="1400" b="1" dirty="0">
                <a:solidFill>
                  <a:srgbClr val="A4F5E8"/>
                </a:solidFill>
                <a:latin typeface="Noto Sans" pitchFamily="34" charset="0"/>
                <a:ea typeface="Noto Sans" pitchFamily="34" charset="-122"/>
                <a:cs typeface="Noto Sans" pitchFamily="34" charset="-120"/>
              </a:rPr>
              <a:t>Experiential Learning: mengalami → berpikir → merefleksi → bertindak</a:t>
            </a:r>
            <a:endParaRPr lang="en-US" sz="1400" dirty="0"/>
          </a:p>
        </p:txBody>
      </p:sp>
      <p:sp>
        <p:nvSpPr>
          <p:cNvPr id="25"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FINALISASI PROYEK</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500" b="1" dirty="0">
                <a:solidFill>
                  <a:srgbClr val="F3F7FC"/>
                </a:solidFill>
                <a:latin typeface="Noto Sans" pitchFamily="34" charset="0"/>
                <a:ea typeface="Noto Sans" pitchFamily="34" charset="-122"/>
                <a:cs typeface="Noto Sans" pitchFamily="34" charset="-120"/>
              </a:rPr>
              <a:t>Pertemuan 3 — checklist uji akhir</a:t>
            </a:r>
            <a:endParaRPr lang="en-US" sz="25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Gunakan daftar periksa pada LKPD Bagian D sebelum demonstrasi.</a:t>
            </a:r>
            <a:endParaRPr lang="en-US" sz="1100" dirty="0"/>
          </a:p>
        </p:txBody>
      </p:sp>
      <p:sp>
        <p:nvSpPr>
          <p:cNvPr id="11" name="Shape 9"/>
          <p:cNvSpPr/>
          <p:nvPr/>
        </p:nvSpPr>
        <p:spPr>
          <a:xfrm>
            <a:off x="1051560" y="1719072"/>
            <a:ext cx="10012680" cy="621792"/>
          </a:xfrm>
          <a:prstGeom prst="roundRect">
            <a:avLst>
              <a:gd name="adj" fmla="val 17647"/>
            </a:avLst>
          </a:prstGeom>
          <a:solidFill>
            <a:srgbClr val="131E33"/>
          </a:solidFill>
          <a:ln w="10160">
            <a:solidFill>
              <a:srgbClr val="2A3A54"/>
            </a:solidFill>
            <a:prstDash val="solid"/>
          </a:ln>
        </p:spPr>
      </p:sp>
      <p:sp>
        <p:nvSpPr>
          <p:cNvPr id="12" name="Shape 10"/>
          <p:cNvSpPr/>
          <p:nvPr/>
        </p:nvSpPr>
        <p:spPr>
          <a:xfrm>
            <a:off x="1298448" y="1865376"/>
            <a:ext cx="301752" cy="301752"/>
          </a:xfrm>
          <a:prstGeom prst="roundRect">
            <a:avLst>
              <a:gd name="adj" fmla="val 15152"/>
            </a:avLst>
          </a:prstGeom>
          <a:solidFill>
            <a:srgbClr val="0A1521"/>
          </a:solidFill>
          <a:ln w="15240">
            <a:solidFill>
              <a:srgbClr val="42E0CB"/>
            </a:solidFill>
            <a:prstDash val="solid"/>
          </a:ln>
        </p:spPr>
      </p:sp>
      <p:sp>
        <p:nvSpPr>
          <p:cNvPr id="13" name="Text 11"/>
          <p:cNvSpPr txBox="1"/>
          <p:nvPr/>
        </p:nvSpPr>
        <p:spPr>
          <a:xfrm>
            <a:off x="1828800" y="1883664"/>
            <a:ext cx="502920" cy="237744"/>
          </a:xfrm>
          <a:prstGeom prst="rect">
            <a:avLst/>
          </a:prstGeom>
          <a:noFill/>
          <a:ln/>
        </p:spPr>
        <p:txBody>
          <a:bodyPr wrap="square" lIns="381" tIns="381" rIns="381" bIns="381" rtlCol="0" anchor="ctr">
            <a:normAutofit/>
          </a:bodyPr>
          <a:lstStyle/>
          <a:p>
            <a:pPr marL="0" indent="0" algn="l">
              <a:buNone/>
            </a:pPr>
            <a:r>
              <a:rPr lang="en-US" sz="1100" b="1" dirty="0">
                <a:solidFill>
                  <a:srgbClr val="42E0CB"/>
                </a:solidFill>
                <a:latin typeface="Noto Sans" pitchFamily="34" charset="0"/>
                <a:ea typeface="Noto Sans" pitchFamily="34" charset="-122"/>
                <a:cs typeface="Noto Sans" pitchFamily="34" charset="-120"/>
              </a:rPr>
              <a:t>01</a:t>
            </a:r>
            <a:endParaRPr lang="en-US" sz="1100" dirty="0"/>
          </a:p>
        </p:txBody>
      </p:sp>
      <p:sp>
        <p:nvSpPr>
          <p:cNvPr id="14" name="Text 12"/>
          <p:cNvSpPr txBox="1"/>
          <p:nvPr/>
        </p:nvSpPr>
        <p:spPr>
          <a:xfrm>
            <a:off x="2441448" y="1856232"/>
            <a:ext cx="8092440" cy="310896"/>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Rangkaian lengkap dan benar</a:t>
            </a:r>
            <a:endParaRPr lang="en-US" sz="1500" dirty="0"/>
          </a:p>
        </p:txBody>
      </p:sp>
      <p:sp>
        <p:nvSpPr>
          <p:cNvPr id="15" name="Shape 13"/>
          <p:cNvSpPr/>
          <p:nvPr/>
        </p:nvSpPr>
        <p:spPr>
          <a:xfrm>
            <a:off x="1051560" y="2523744"/>
            <a:ext cx="10012680" cy="621792"/>
          </a:xfrm>
          <a:prstGeom prst="roundRect">
            <a:avLst>
              <a:gd name="adj" fmla="val 17647"/>
            </a:avLst>
          </a:prstGeom>
          <a:solidFill>
            <a:srgbClr val="131E33"/>
          </a:solidFill>
          <a:ln w="10160">
            <a:solidFill>
              <a:srgbClr val="2A3A54"/>
            </a:solidFill>
            <a:prstDash val="solid"/>
          </a:ln>
        </p:spPr>
      </p:sp>
      <p:sp>
        <p:nvSpPr>
          <p:cNvPr id="16" name="Shape 14"/>
          <p:cNvSpPr/>
          <p:nvPr/>
        </p:nvSpPr>
        <p:spPr>
          <a:xfrm>
            <a:off x="1298448" y="2670048"/>
            <a:ext cx="301752" cy="301752"/>
          </a:xfrm>
          <a:prstGeom prst="roundRect">
            <a:avLst>
              <a:gd name="adj" fmla="val 15152"/>
            </a:avLst>
          </a:prstGeom>
          <a:solidFill>
            <a:srgbClr val="0A1521"/>
          </a:solidFill>
          <a:ln w="15240">
            <a:solidFill>
              <a:srgbClr val="42E0CB"/>
            </a:solidFill>
            <a:prstDash val="solid"/>
          </a:ln>
        </p:spPr>
      </p:sp>
      <p:sp>
        <p:nvSpPr>
          <p:cNvPr id="17" name="Text 15"/>
          <p:cNvSpPr txBox="1"/>
          <p:nvPr/>
        </p:nvSpPr>
        <p:spPr>
          <a:xfrm>
            <a:off x="1828800" y="2688336"/>
            <a:ext cx="502920" cy="237744"/>
          </a:xfrm>
          <a:prstGeom prst="rect">
            <a:avLst/>
          </a:prstGeom>
          <a:noFill/>
          <a:ln/>
        </p:spPr>
        <p:txBody>
          <a:bodyPr wrap="square" lIns="381" tIns="381" rIns="381" bIns="381" rtlCol="0" anchor="ctr">
            <a:normAutofit/>
          </a:bodyPr>
          <a:lstStyle/>
          <a:p>
            <a:pPr marL="0" indent="0" algn="l">
              <a:buNone/>
            </a:pPr>
            <a:r>
              <a:rPr lang="en-US" sz="1100" b="1" dirty="0">
                <a:solidFill>
                  <a:srgbClr val="42E0CB"/>
                </a:solidFill>
                <a:latin typeface="Noto Sans" pitchFamily="34" charset="0"/>
                <a:ea typeface="Noto Sans" pitchFamily="34" charset="-122"/>
                <a:cs typeface="Noto Sans" pitchFamily="34" charset="-120"/>
              </a:rPr>
              <a:t>02</a:t>
            </a:r>
            <a:endParaRPr lang="en-US" sz="1100" dirty="0"/>
          </a:p>
        </p:txBody>
      </p:sp>
      <p:sp>
        <p:nvSpPr>
          <p:cNvPr id="18" name="Text 16"/>
          <p:cNvSpPr txBox="1"/>
          <p:nvPr/>
        </p:nvSpPr>
        <p:spPr>
          <a:xfrm>
            <a:off x="2441448" y="2660904"/>
            <a:ext cx="8092440" cy="310896"/>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Pesan tampil sesuai rancangan</a:t>
            </a:r>
            <a:endParaRPr lang="en-US" sz="1500" dirty="0"/>
          </a:p>
        </p:txBody>
      </p:sp>
      <p:sp>
        <p:nvSpPr>
          <p:cNvPr id="19" name="Shape 17"/>
          <p:cNvSpPr/>
          <p:nvPr/>
        </p:nvSpPr>
        <p:spPr>
          <a:xfrm>
            <a:off x="1051560" y="3328416"/>
            <a:ext cx="10012680" cy="621792"/>
          </a:xfrm>
          <a:prstGeom prst="roundRect">
            <a:avLst>
              <a:gd name="adj" fmla="val 17647"/>
            </a:avLst>
          </a:prstGeom>
          <a:solidFill>
            <a:srgbClr val="131E33"/>
          </a:solidFill>
          <a:ln w="10160">
            <a:solidFill>
              <a:srgbClr val="2A3A54"/>
            </a:solidFill>
            <a:prstDash val="solid"/>
          </a:ln>
        </p:spPr>
      </p:sp>
      <p:sp>
        <p:nvSpPr>
          <p:cNvPr id="20" name="Shape 18"/>
          <p:cNvSpPr/>
          <p:nvPr/>
        </p:nvSpPr>
        <p:spPr>
          <a:xfrm>
            <a:off x="1298448" y="3474720"/>
            <a:ext cx="301752" cy="301752"/>
          </a:xfrm>
          <a:prstGeom prst="roundRect">
            <a:avLst>
              <a:gd name="adj" fmla="val 15152"/>
            </a:avLst>
          </a:prstGeom>
          <a:solidFill>
            <a:srgbClr val="0A1521"/>
          </a:solidFill>
          <a:ln w="15240">
            <a:solidFill>
              <a:srgbClr val="42E0CB"/>
            </a:solidFill>
            <a:prstDash val="solid"/>
          </a:ln>
        </p:spPr>
      </p:sp>
      <p:sp>
        <p:nvSpPr>
          <p:cNvPr id="21" name="Text 19"/>
          <p:cNvSpPr txBox="1"/>
          <p:nvPr/>
        </p:nvSpPr>
        <p:spPr>
          <a:xfrm>
            <a:off x="1828800" y="3493008"/>
            <a:ext cx="502920" cy="237744"/>
          </a:xfrm>
          <a:prstGeom prst="rect">
            <a:avLst/>
          </a:prstGeom>
          <a:noFill/>
          <a:ln/>
        </p:spPr>
        <p:txBody>
          <a:bodyPr wrap="square" lIns="381" tIns="381" rIns="381" bIns="381" rtlCol="0" anchor="ctr">
            <a:normAutofit/>
          </a:bodyPr>
          <a:lstStyle/>
          <a:p>
            <a:pPr marL="0" indent="0" algn="l">
              <a:buNone/>
            </a:pPr>
            <a:r>
              <a:rPr lang="en-US" sz="1100" b="1" dirty="0">
                <a:solidFill>
                  <a:srgbClr val="42E0CB"/>
                </a:solidFill>
                <a:latin typeface="Noto Sans" pitchFamily="34" charset="0"/>
                <a:ea typeface="Noto Sans" pitchFamily="34" charset="-122"/>
                <a:cs typeface="Noto Sans" pitchFamily="34" charset="-120"/>
              </a:rPr>
              <a:t>03</a:t>
            </a:r>
            <a:endParaRPr lang="en-US" sz="1100" dirty="0"/>
          </a:p>
        </p:txBody>
      </p:sp>
      <p:sp>
        <p:nvSpPr>
          <p:cNvPr id="22" name="Text 20"/>
          <p:cNvSpPr txBox="1"/>
          <p:nvPr/>
        </p:nvSpPr>
        <p:spPr>
          <a:xfrm>
            <a:off x="2441448" y="3465576"/>
            <a:ext cx="8092440" cy="310896"/>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Efek dan kecepatan nyaman dibaca</a:t>
            </a:r>
            <a:endParaRPr lang="en-US" sz="1500" dirty="0"/>
          </a:p>
        </p:txBody>
      </p:sp>
      <p:sp>
        <p:nvSpPr>
          <p:cNvPr id="23" name="Shape 21"/>
          <p:cNvSpPr/>
          <p:nvPr/>
        </p:nvSpPr>
        <p:spPr>
          <a:xfrm>
            <a:off x="1051560" y="4133088"/>
            <a:ext cx="10012680" cy="621792"/>
          </a:xfrm>
          <a:prstGeom prst="roundRect">
            <a:avLst>
              <a:gd name="adj" fmla="val 17647"/>
            </a:avLst>
          </a:prstGeom>
          <a:solidFill>
            <a:srgbClr val="131E33"/>
          </a:solidFill>
          <a:ln w="10160">
            <a:solidFill>
              <a:srgbClr val="2A3A54"/>
            </a:solidFill>
            <a:prstDash val="solid"/>
          </a:ln>
        </p:spPr>
      </p:sp>
      <p:sp>
        <p:nvSpPr>
          <p:cNvPr id="24" name="Shape 22"/>
          <p:cNvSpPr/>
          <p:nvPr/>
        </p:nvSpPr>
        <p:spPr>
          <a:xfrm>
            <a:off x="1298448" y="4279392"/>
            <a:ext cx="301752" cy="301752"/>
          </a:xfrm>
          <a:prstGeom prst="roundRect">
            <a:avLst>
              <a:gd name="adj" fmla="val 15152"/>
            </a:avLst>
          </a:prstGeom>
          <a:solidFill>
            <a:srgbClr val="0A1521"/>
          </a:solidFill>
          <a:ln w="15240">
            <a:solidFill>
              <a:srgbClr val="42E0CB"/>
            </a:solidFill>
            <a:prstDash val="solid"/>
          </a:ln>
        </p:spPr>
      </p:sp>
      <p:sp>
        <p:nvSpPr>
          <p:cNvPr id="25" name="Text 23"/>
          <p:cNvSpPr txBox="1"/>
          <p:nvPr/>
        </p:nvSpPr>
        <p:spPr>
          <a:xfrm>
            <a:off x="1828800" y="4297680"/>
            <a:ext cx="502920" cy="237744"/>
          </a:xfrm>
          <a:prstGeom prst="rect">
            <a:avLst/>
          </a:prstGeom>
          <a:noFill/>
          <a:ln/>
        </p:spPr>
        <p:txBody>
          <a:bodyPr wrap="square" lIns="381" tIns="381" rIns="381" bIns="381" rtlCol="0" anchor="ctr">
            <a:normAutofit/>
          </a:bodyPr>
          <a:lstStyle/>
          <a:p>
            <a:pPr marL="0" indent="0" algn="l">
              <a:buNone/>
            </a:pPr>
            <a:r>
              <a:rPr lang="en-US" sz="1100" b="1" dirty="0">
                <a:solidFill>
                  <a:srgbClr val="42E0CB"/>
                </a:solidFill>
                <a:latin typeface="Noto Sans" pitchFamily="34" charset="0"/>
                <a:ea typeface="Noto Sans" pitchFamily="34" charset="-122"/>
                <a:cs typeface="Noto Sans" pitchFamily="34" charset="-120"/>
              </a:rPr>
              <a:t>04</a:t>
            </a:r>
            <a:endParaRPr lang="en-US" sz="1100" dirty="0"/>
          </a:p>
        </p:txBody>
      </p:sp>
      <p:sp>
        <p:nvSpPr>
          <p:cNvPr id="26" name="Text 24"/>
          <p:cNvSpPr txBox="1"/>
          <p:nvPr/>
        </p:nvSpPr>
        <p:spPr>
          <a:xfrm>
            <a:off x="2441448" y="4270248"/>
            <a:ext cx="8092440" cy="310896"/>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Kode diberi komentar penjelas</a:t>
            </a:r>
            <a:endParaRPr lang="en-US" sz="1500" dirty="0"/>
          </a:p>
        </p:txBody>
      </p:sp>
      <p:sp>
        <p:nvSpPr>
          <p:cNvPr id="27" name="Shape 25"/>
          <p:cNvSpPr/>
          <p:nvPr/>
        </p:nvSpPr>
        <p:spPr>
          <a:xfrm>
            <a:off x="1051560" y="4937760"/>
            <a:ext cx="10012680" cy="621792"/>
          </a:xfrm>
          <a:prstGeom prst="roundRect">
            <a:avLst>
              <a:gd name="adj" fmla="val 17647"/>
            </a:avLst>
          </a:prstGeom>
          <a:solidFill>
            <a:srgbClr val="131E33"/>
          </a:solidFill>
          <a:ln w="10160">
            <a:solidFill>
              <a:srgbClr val="2A3A54"/>
            </a:solidFill>
            <a:prstDash val="solid"/>
          </a:ln>
        </p:spPr>
      </p:sp>
      <p:sp>
        <p:nvSpPr>
          <p:cNvPr id="28" name="Shape 26"/>
          <p:cNvSpPr/>
          <p:nvPr/>
        </p:nvSpPr>
        <p:spPr>
          <a:xfrm>
            <a:off x="1298448" y="5084064"/>
            <a:ext cx="301752" cy="301752"/>
          </a:xfrm>
          <a:prstGeom prst="roundRect">
            <a:avLst>
              <a:gd name="adj" fmla="val 15152"/>
            </a:avLst>
          </a:prstGeom>
          <a:solidFill>
            <a:srgbClr val="0A1521"/>
          </a:solidFill>
          <a:ln w="15240">
            <a:solidFill>
              <a:srgbClr val="42E0CB"/>
            </a:solidFill>
            <a:prstDash val="solid"/>
          </a:ln>
        </p:spPr>
      </p:sp>
      <p:sp>
        <p:nvSpPr>
          <p:cNvPr id="29" name="Text 27"/>
          <p:cNvSpPr txBox="1"/>
          <p:nvPr/>
        </p:nvSpPr>
        <p:spPr>
          <a:xfrm>
            <a:off x="1828800" y="5102352"/>
            <a:ext cx="502920" cy="237744"/>
          </a:xfrm>
          <a:prstGeom prst="rect">
            <a:avLst/>
          </a:prstGeom>
          <a:noFill/>
          <a:ln/>
        </p:spPr>
        <p:txBody>
          <a:bodyPr wrap="square" lIns="381" tIns="381" rIns="381" bIns="381" rtlCol="0" anchor="ctr">
            <a:normAutofit/>
          </a:bodyPr>
          <a:lstStyle/>
          <a:p>
            <a:pPr marL="0" indent="0" algn="l">
              <a:buNone/>
            </a:pPr>
            <a:r>
              <a:rPr lang="en-US" sz="1100" b="1" dirty="0">
                <a:solidFill>
                  <a:srgbClr val="42E0CB"/>
                </a:solidFill>
                <a:latin typeface="Noto Sans" pitchFamily="34" charset="0"/>
                <a:ea typeface="Noto Sans" pitchFamily="34" charset="-122"/>
                <a:cs typeface="Noto Sans" pitchFamily="34" charset="-120"/>
              </a:rPr>
              <a:t>05</a:t>
            </a:r>
            <a:endParaRPr lang="en-US" sz="1100" dirty="0"/>
          </a:p>
        </p:txBody>
      </p:sp>
      <p:sp>
        <p:nvSpPr>
          <p:cNvPr id="30" name="Text 28"/>
          <p:cNvSpPr txBox="1"/>
          <p:nvPr/>
        </p:nvSpPr>
        <p:spPr>
          <a:xfrm>
            <a:off x="2441448" y="5074920"/>
            <a:ext cx="8092440" cy="310896"/>
          </a:xfrm>
          <a:prstGeom prst="rect">
            <a:avLst/>
          </a:prstGeom>
          <a:noFill/>
          <a:ln/>
        </p:spPr>
        <p:txBody>
          <a:bodyPr wrap="square" lIns="381" tIns="381" rIns="381" bIns="381" rtlCol="0" anchor="ctr">
            <a:normAutofit/>
          </a:bodyPr>
          <a:lstStyle/>
          <a:p>
            <a:pPr marL="0" indent="0" algn="l">
              <a:buNone/>
            </a:pPr>
            <a:r>
              <a:rPr lang="en-US" sz="1500" b="1" dirty="0">
                <a:solidFill>
                  <a:srgbClr val="F3F7FC"/>
                </a:solidFill>
                <a:latin typeface="Noto Sans" pitchFamily="34" charset="0"/>
                <a:ea typeface="Noto Sans" pitchFamily="34" charset="-122"/>
                <a:cs typeface="Noto Sans" pitchFamily="34" charset="-120"/>
              </a:rPr>
              <a:t>Siap menjelaskan logika program</a:t>
            </a:r>
            <a:endParaRPr lang="en-US" sz="1500" dirty="0"/>
          </a:p>
        </p:txBody>
      </p:sp>
      <p:sp>
        <p:nvSpPr>
          <p:cNvPr id="31" name="Text 29"/>
          <p:cNvSpPr txBox="1"/>
          <p:nvPr/>
        </p:nvSpPr>
        <p:spPr>
          <a:xfrm>
            <a:off x="1280160" y="5897880"/>
            <a:ext cx="9509760" cy="274320"/>
          </a:xfrm>
          <a:prstGeom prst="rect">
            <a:avLst/>
          </a:prstGeom>
          <a:noFill/>
          <a:ln/>
        </p:spPr>
        <p:txBody>
          <a:bodyPr wrap="square" lIns="381" tIns="381" rIns="381" bIns="381" rtlCol="0" anchor="ctr">
            <a:normAutofit/>
          </a:bodyPr>
          <a:lstStyle/>
          <a:p>
            <a:pPr marL="0" indent="0" algn="ctr">
              <a:buNone/>
            </a:pPr>
            <a:r>
              <a:rPr lang="en-US" sz="1200" b="1" dirty="0">
                <a:solidFill>
                  <a:srgbClr val="FFB45E"/>
                </a:solidFill>
                <a:latin typeface="Noto Sans" pitchFamily="34" charset="0"/>
                <a:ea typeface="Noto Sans" pitchFamily="34" charset="-122"/>
                <a:cs typeface="Noto Sans" pitchFamily="34" charset="-120"/>
              </a:rPr>
              <a:t>Jika belum siap: kembali ke langkah debugging, minta umpan balik, lalu uji ulang.</a:t>
            </a:r>
            <a:endParaRPr lang="en-US" sz="1200" dirty="0"/>
          </a:p>
        </p:txBody>
      </p:sp>
      <p:sp>
        <p:nvSpPr>
          <p:cNvPr id="32"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PJBL • TAHAP 5</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500" b="1" dirty="0">
                <a:solidFill>
                  <a:srgbClr val="F3F7FC"/>
                </a:solidFill>
                <a:latin typeface="Noto Sans" pitchFamily="34" charset="0"/>
                <a:ea typeface="Noto Sans" pitchFamily="34" charset="-122"/>
                <a:cs typeface="Noto Sans" pitchFamily="34" charset="-120"/>
              </a:rPr>
              <a:t>Demonstrasikan dan jelaskan proyekmu</a:t>
            </a:r>
            <a:endParaRPr lang="en-US" sz="25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Setiap peserta didik mendemonstrasikan proyek sekitar 3 menit.</a:t>
            </a:r>
            <a:endParaRPr lang="en-US" sz="1100" dirty="0"/>
          </a:p>
        </p:txBody>
      </p:sp>
      <p:sp>
        <p:nvSpPr>
          <p:cNvPr id="11" name="Shape 9"/>
          <p:cNvSpPr/>
          <p:nvPr/>
        </p:nvSpPr>
        <p:spPr>
          <a:xfrm>
            <a:off x="777240" y="1664208"/>
            <a:ext cx="6537960" cy="804672"/>
          </a:xfrm>
          <a:prstGeom prst="roundRect">
            <a:avLst>
              <a:gd name="adj" fmla="val 13636"/>
            </a:avLst>
          </a:prstGeom>
          <a:solidFill>
            <a:srgbClr val="131E33"/>
          </a:solidFill>
          <a:ln w="10160">
            <a:solidFill>
              <a:srgbClr val="42E0CB"/>
            </a:solidFill>
            <a:prstDash val="solid"/>
          </a:ln>
        </p:spPr>
      </p:sp>
      <p:sp>
        <p:nvSpPr>
          <p:cNvPr id="12" name="Text 10"/>
          <p:cNvSpPr txBox="1"/>
          <p:nvPr/>
        </p:nvSpPr>
        <p:spPr>
          <a:xfrm>
            <a:off x="1005840" y="1773936"/>
            <a:ext cx="1920240" cy="246888"/>
          </a:xfrm>
          <a:prstGeom prst="rect">
            <a:avLst/>
          </a:prstGeom>
          <a:noFill/>
          <a:ln/>
        </p:spPr>
        <p:txBody>
          <a:bodyPr wrap="square" lIns="381" tIns="381" rIns="381" bIns="381" rtlCol="0" anchor="ctr">
            <a:normAutofit/>
          </a:bodyPr>
          <a:lstStyle/>
          <a:p>
            <a:pPr marL="0" indent="0" algn="l">
              <a:buNone/>
            </a:pPr>
            <a:r>
              <a:rPr lang="en-US" sz="1000" b="1" dirty="0">
                <a:solidFill>
                  <a:srgbClr val="42E0CB"/>
                </a:solidFill>
                <a:latin typeface="Noto Sans" pitchFamily="34" charset="0"/>
                <a:ea typeface="Noto Sans" pitchFamily="34" charset="-122"/>
                <a:cs typeface="Noto Sans" pitchFamily="34" charset="-120"/>
              </a:rPr>
              <a:t>APA KEBUTUHANNYA?</a:t>
            </a:r>
            <a:endParaRPr lang="en-US" sz="1000" dirty="0"/>
          </a:p>
        </p:txBody>
      </p:sp>
      <p:sp>
        <p:nvSpPr>
          <p:cNvPr id="13" name="Text 11"/>
          <p:cNvSpPr txBox="1"/>
          <p:nvPr/>
        </p:nvSpPr>
        <p:spPr>
          <a:xfrm>
            <a:off x="2926080" y="1773936"/>
            <a:ext cx="4069080" cy="475488"/>
          </a:xfrm>
          <a:prstGeom prst="rect">
            <a:avLst/>
          </a:prstGeom>
          <a:noFill/>
          <a:ln/>
        </p:spPr>
        <p:txBody>
          <a:bodyPr wrap="square" lIns="381" tIns="381" rIns="381" bIns="381" rtlCol="0" anchor="t">
            <a:normAutofit/>
          </a:bodyPr>
          <a:lstStyle/>
          <a:p>
            <a:pPr marL="0" indent="0" algn="l">
              <a:buNone/>
            </a:pPr>
            <a:r>
              <a:rPr lang="en-US" sz="1130" dirty="0">
                <a:solidFill>
                  <a:srgbClr val="F3F7FC"/>
                </a:solidFill>
                <a:latin typeface="Noto Sans" pitchFamily="34" charset="0"/>
                <a:ea typeface="Noto Sans" pitchFamily="34" charset="-122"/>
                <a:cs typeface="Noto Sans" pitchFamily="34" charset="-120"/>
              </a:rPr>
              <a:t>Jelaskan masalah atau kebutuhan yang dijawab papan informasi.</a:t>
            </a:r>
            <a:endParaRPr lang="en-US" sz="1130" dirty="0"/>
          </a:p>
        </p:txBody>
      </p:sp>
      <p:sp>
        <p:nvSpPr>
          <p:cNvPr id="14" name="Shape 12"/>
          <p:cNvSpPr/>
          <p:nvPr/>
        </p:nvSpPr>
        <p:spPr>
          <a:xfrm>
            <a:off x="777240" y="2651760"/>
            <a:ext cx="6537960" cy="804672"/>
          </a:xfrm>
          <a:prstGeom prst="roundRect">
            <a:avLst>
              <a:gd name="adj" fmla="val 13636"/>
            </a:avLst>
          </a:prstGeom>
          <a:solidFill>
            <a:srgbClr val="131E33"/>
          </a:solidFill>
          <a:ln w="10160">
            <a:solidFill>
              <a:srgbClr val="FFB45E"/>
            </a:solidFill>
            <a:prstDash val="solid"/>
          </a:ln>
        </p:spPr>
      </p:sp>
      <p:sp>
        <p:nvSpPr>
          <p:cNvPr id="15" name="Text 13"/>
          <p:cNvSpPr txBox="1"/>
          <p:nvPr/>
        </p:nvSpPr>
        <p:spPr>
          <a:xfrm>
            <a:off x="1005840" y="2761488"/>
            <a:ext cx="1920240" cy="246888"/>
          </a:xfrm>
          <a:prstGeom prst="rect">
            <a:avLst/>
          </a:prstGeom>
          <a:noFill/>
          <a:ln/>
        </p:spPr>
        <p:txBody>
          <a:bodyPr wrap="square" lIns="381" tIns="381" rIns="381" bIns="381" rtlCol="0" anchor="ctr">
            <a:normAutofit/>
          </a:bodyPr>
          <a:lstStyle/>
          <a:p>
            <a:pPr marL="0" indent="0" algn="l">
              <a:buNone/>
            </a:pPr>
            <a:r>
              <a:rPr lang="en-US" sz="1000" b="1" dirty="0">
                <a:solidFill>
                  <a:srgbClr val="FFB45E"/>
                </a:solidFill>
                <a:latin typeface="Noto Sans" pitchFamily="34" charset="0"/>
                <a:ea typeface="Noto Sans" pitchFamily="34" charset="-122"/>
                <a:cs typeface="Noto Sans" pitchFamily="34" charset="-120"/>
              </a:rPr>
              <a:t>BAGAIMANA RANGKAIANNYA?</a:t>
            </a:r>
            <a:endParaRPr lang="en-US" sz="1000" dirty="0"/>
          </a:p>
        </p:txBody>
      </p:sp>
      <p:sp>
        <p:nvSpPr>
          <p:cNvPr id="16" name="Text 14"/>
          <p:cNvSpPr txBox="1"/>
          <p:nvPr/>
        </p:nvSpPr>
        <p:spPr>
          <a:xfrm>
            <a:off x="2926080" y="2761488"/>
            <a:ext cx="4069080" cy="475488"/>
          </a:xfrm>
          <a:prstGeom prst="rect">
            <a:avLst/>
          </a:prstGeom>
          <a:noFill/>
          <a:ln/>
        </p:spPr>
        <p:txBody>
          <a:bodyPr wrap="square" lIns="381" tIns="381" rIns="381" bIns="381" rtlCol="0" anchor="t">
            <a:normAutofit/>
          </a:bodyPr>
          <a:lstStyle/>
          <a:p>
            <a:pPr marL="0" indent="0" algn="l">
              <a:buNone/>
            </a:pPr>
            <a:r>
              <a:rPr lang="en-US" sz="1130" dirty="0">
                <a:solidFill>
                  <a:srgbClr val="F3F7FC"/>
                </a:solidFill>
                <a:latin typeface="Noto Sans" pitchFamily="34" charset="0"/>
                <a:ea typeface="Noto Sans" pitchFamily="34" charset="-122"/>
                <a:cs typeface="Noto Sans" pitchFamily="34" charset="-120"/>
              </a:rPr>
              <a:t>Tunjukkan Arduino Uno, LED Matrix, dan sambungan penting.</a:t>
            </a:r>
            <a:endParaRPr lang="en-US" sz="1130" dirty="0"/>
          </a:p>
        </p:txBody>
      </p:sp>
      <p:sp>
        <p:nvSpPr>
          <p:cNvPr id="17" name="Shape 15"/>
          <p:cNvSpPr/>
          <p:nvPr/>
        </p:nvSpPr>
        <p:spPr>
          <a:xfrm>
            <a:off x="777240" y="3639312"/>
            <a:ext cx="6537960" cy="804672"/>
          </a:xfrm>
          <a:prstGeom prst="roundRect">
            <a:avLst>
              <a:gd name="adj" fmla="val 13636"/>
            </a:avLst>
          </a:prstGeom>
          <a:solidFill>
            <a:srgbClr val="131E33"/>
          </a:solidFill>
          <a:ln w="10160">
            <a:solidFill>
              <a:srgbClr val="8FE3A1"/>
            </a:solidFill>
            <a:prstDash val="solid"/>
          </a:ln>
        </p:spPr>
      </p:sp>
      <p:sp>
        <p:nvSpPr>
          <p:cNvPr id="18" name="Text 16"/>
          <p:cNvSpPr txBox="1"/>
          <p:nvPr/>
        </p:nvSpPr>
        <p:spPr>
          <a:xfrm>
            <a:off x="1005840" y="3749040"/>
            <a:ext cx="1920240" cy="246888"/>
          </a:xfrm>
          <a:prstGeom prst="rect">
            <a:avLst/>
          </a:prstGeom>
          <a:noFill/>
          <a:ln/>
        </p:spPr>
        <p:txBody>
          <a:bodyPr wrap="square" lIns="381" tIns="381" rIns="381" bIns="381" rtlCol="0" anchor="ctr">
            <a:normAutofit/>
          </a:bodyPr>
          <a:lstStyle/>
          <a:p>
            <a:pPr marL="0" indent="0" algn="l">
              <a:buNone/>
            </a:pPr>
            <a:r>
              <a:rPr lang="en-US" sz="1000" b="1" dirty="0">
                <a:solidFill>
                  <a:srgbClr val="8FE3A1"/>
                </a:solidFill>
                <a:latin typeface="Noto Sans" pitchFamily="34" charset="0"/>
                <a:ea typeface="Noto Sans" pitchFamily="34" charset="-122"/>
                <a:cs typeface="Noto Sans" pitchFamily="34" charset="-120"/>
              </a:rPr>
              <a:t>BAGAIMANA LOGIKANYA?</a:t>
            </a:r>
            <a:endParaRPr lang="en-US" sz="1000" dirty="0"/>
          </a:p>
        </p:txBody>
      </p:sp>
      <p:sp>
        <p:nvSpPr>
          <p:cNvPr id="19" name="Text 17"/>
          <p:cNvSpPr txBox="1"/>
          <p:nvPr/>
        </p:nvSpPr>
        <p:spPr>
          <a:xfrm>
            <a:off x="2926080" y="3749040"/>
            <a:ext cx="4069080" cy="475488"/>
          </a:xfrm>
          <a:prstGeom prst="rect">
            <a:avLst/>
          </a:prstGeom>
          <a:noFill/>
          <a:ln/>
        </p:spPr>
        <p:txBody>
          <a:bodyPr wrap="square" lIns="381" tIns="381" rIns="381" bIns="381" rtlCol="0" anchor="t">
            <a:normAutofit/>
          </a:bodyPr>
          <a:lstStyle/>
          <a:p>
            <a:pPr marL="0" indent="0" algn="l">
              <a:buNone/>
            </a:pPr>
            <a:r>
              <a:rPr lang="en-US" sz="1130" dirty="0">
                <a:solidFill>
                  <a:srgbClr val="F3F7FC"/>
                </a:solidFill>
                <a:latin typeface="Noto Sans" pitchFamily="34" charset="0"/>
                <a:ea typeface="Noto Sans" pitchFamily="34" charset="-122"/>
                <a:cs typeface="Noto Sans" pitchFamily="34" charset="-120"/>
              </a:rPr>
              <a:t>Jelaskan library, teks, efek, dan cara animasi berjalan.</a:t>
            </a:r>
            <a:endParaRPr lang="en-US" sz="1130" dirty="0"/>
          </a:p>
        </p:txBody>
      </p:sp>
      <p:sp>
        <p:nvSpPr>
          <p:cNvPr id="20" name="Shape 18"/>
          <p:cNvSpPr/>
          <p:nvPr/>
        </p:nvSpPr>
        <p:spPr>
          <a:xfrm>
            <a:off x="777240" y="4626864"/>
            <a:ext cx="6537960" cy="804672"/>
          </a:xfrm>
          <a:prstGeom prst="roundRect">
            <a:avLst>
              <a:gd name="adj" fmla="val 13636"/>
            </a:avLst>
          </a:prstGeom>
          <a:solidFill>
            <a:srgbClr val="131E33"/>
          </a:solidFill>
          <a:ln w="10160">
            <a:solidFill>
              <a:srgbClr val="F4D66E"/>
            </a:solidFill>
            <a:prstDash val="solid"/>
          </a:ln>
        </p:spPr>
      </p:sp>
      <p:sp>
        <p:nvSpPr>
          <p:cNvPr id="21" name="Text 19"/>
          <p:cNvSpPr txBox="1"/>
          <p:nvPr/>
        </p:nvSpPr>
        <p:spPr>
          <a:xfrm>
            <a:off x="1005840" y="4736592"/>
            <a:ext cx="1920240" cy="246888"/>
          </a:xfrm>
          <a:prstGeom prst="rect">
            <a:avLst/>
          </a:prstGeom>
          <a:noFill/>
          <a:ln/>
        </p:spPr>
        <p:txBody>
          <a:bodyPr wrap="square" lIns="381" tIns="381" rIns="381" bIns="381" rtlCol="0" anchor="ctr">
            <a:normAutofit/>
          </a:bodyPr>
          <a:lstStyle/>
          <a:p>
            <a:pPr marL="0" indent="0" algn="l">
              <a:buNone/>
            </a:pPr>
            <a:r>
              <a:rPr lang="en-US" sz="1000" b="1" dirty="0">
                <a:solidFill>
                  <a:srgbClr val="F4D66E"/>
                </a:solidFill>
                <a:latin typeface="Noto Sans" pitchFamily="34" charset="0"/>
                <a:ea typeface="Noto Sans" pitchFamily="34" charset="-122"/>
                <a:cs typeface="Noto Sans" pitchFamily="34" charset="-120"/>
              </a:rPr>
              <a:t>APA KENDALANYA?</a:t>
            </a:r>
            <a:endParaRPr lang="en-US" sz="1000" dirty="0"/>
          </a:p>
        </p:txBody>
      </p:sp>
      <p:sp>
        <p:nvSpPr>
          <p:cNvPr id="22" name="Text 20"/>
          <p:cNvSpPr txBox="1"/>
          <p:nvPr/>
        </p:nvSpPr>
        <p:spPr>
          <a:xfrm>
            <a:off x="2926080" y="4736592"/>
            <a:ext cx="4069080" cy="475488"/>
          </a:xfrm>
          <a:prstGeom prst="rect">
            <a:avLst/>
          </a:prstGeom>
          <a:noFill/>
          <a:ln/>
        </p:spPr>
        <p:txBody>
          <a:bodyPr wrap="square" lIns="381" tIns="381" rIns="381" bIns="381" rtlCol="0" anchor="t">
            <a:normAutofit/>
          </a:bodyPr>
          <a:lstStyle/>
          <a:p>
            <a:pPr marL="0" indent="0" algn="l">
              <a:buNone/>
            </a:pPr>
            <a:r>
              <a:rPr lang="en-US" sz="1130" dirty="0">
                <a:solidFill>
                  <a:srgbClr val="F3F7FC"/>
                </a:solidFill>
                <a:latin typeface="Noto Sans" pitchFamily="34" charset="0"/>
                <a:ea typeface="Noto Sans" pitchFamily="34" charset="-122"/>
                <a:cs typeface="Noto Sans" pitchFamily="34" charset="-120"/>
              </a:rPr>
              <a:t>Ceritakan error yang dihadapi dan strategi perbaikannya.</a:t>
            </a:r>
            <a:endParaRPr lang="en-US" sz="1130" dirty="0"/>
          </a:p>
        </p:txBody>
      </p:sp>
      <p:sp>
        <p:nvSpPr>
          <p:cNvPr id="23" name="Shape 21"/>
          <p:cNvSpPr/>
          <p:nvPr/>
        </p:nvSpPr>
        <p:spPr>
          <a:xfrm>
            <a:off x="7726680" y="1737360"/>
            <a:ext cx="3520440" cy="3520440"/>
          </a:xfrm>
          <a:prstGeom prst="roundRect">
            <a:avLst>
              <a:gd name="adj" fmla="val 3117"/>
            </a:avLst>
          </a:prstGeom>
          <a:solidFill>
            <a:srgbClr val="08131D"/>
          </a:solidFill>
          <a:ln w="15240">
            <a:solidFill>
              <a:srgbClr val="42E0CB"/>
            </a:solidFill>
            <a:prstDash val="solid"/>
          </a:ln>
        </p:spPr>
      </p:sp>
      <p:sp>
        <p:nvSpPr>
          <p:cNvPr id="24" name="Text 22"/>
          <p:cNvSpPr txBox="1"/>
          <p:nvPr/>
        </p:nvSpPr>
        <p:spPr>
          <a:xfrm>
            <a:off x="8028432" y="2011680"/>
            <a:ext cx="2926080" cy="320040"/>
          </a:xfrm>
          <a:prstGeom prst="rect">
            <a:avLst/>
          </a:prstGeom>
          <a:noFill/>
          <a:ln/>
        </p:spPr>
        <p:txBody>
          <a:bodyPr wrap="square" lIns="381" tIns="381" rIns="381" bIns="381" rtlCol="0" anchor="ctr">
            <a:normAutofit/>
          </a:bodyPr>
          <a:lstStyle/>
          <a:p>
            <a:pPr marL="0" indent="0" algn="ctr">
              <a:buNone/>
            </a:pPr>
            <a:r>
              <a:rPr lang="en-US" sz="1300" b="1" dirty="0">
                <a:solidFill>
                  <a:srgbClr val="42E0CB"/>
                </a:solidFill>
                <a:latin typeface="Noto Sans" pitchFamily="34" charset="0"/>
                <a:ea typeface="Noto Sans" pitchFamily="34" charset="-122"/>
                <a:cs typeface="Noto Sans" pitchFamily="34" charset="-120"/>
              </a:rPr>
              <a:t>SAAT TEMAN PRESENTASI</a:t>
            </a:r>
            <a:endParaRPr lang="en-US" sz="1300" dirty="0"/>
          </a:p>
        </p:txBody>
      </p:sp>
      <p:sp>
        <p:nvSpPr>
          <p:cNvPr id="25" name="Shape 23"/>
          <p:cNvSpPr/>
          <p:nvPr/>
        </p:nvSpPr>
        <p:spPr>
          <a:xfrm>
            <a:off x="8065008" y="2798064"/>
            <a:ext cx="82296" cy="82296"/>
          </a:xfrm>
          <a:prstGeom prst="ellipse">
            <a:avLst/>
          </a:prstGeom>
          <a:solidFill>
            <a:srgbClr val="42E0CB"/>
          </a:solidFill>
          <a:ln w="12700">
            <a:solidFill>
              <a:srgbClr val="42E0CB">
                <a:alpha val="0"/>
              </a:srgbClr>
            </a:solidFill>
            <a:prstDash val="solid"/>
          </a:ln>
        </p:spPr>
      </p:sp>
      <p:sp>
        <p:nvSpPr>
          <p:cNvPr id="26" name="Text 24"/>
          <p:cNvSpPr txBox="1"/>
          <p:nvPr/>
        </p:nvSpPr>
        <p:spPr>
          <a:xfrm>
            <a:off x="8247888" y="2697480"/>
            <a:ext cx="2651760" cy="438912"/>
          </a:xfrm>
          <a:prstGeom prst="rect">
            <a:avLst/>
          </a:prstGeom>
          <a:noFill/>
          <a:ln/>
        </p:spPr>
        <p:txBody>
          <a:bodyPr wrap="square" lIns="381" tIns="381" rIns="381" bIns="381" rtlCol="0" anchor="t">
            <a:normAutofit/>
          </a:bodyPr>
          <a:lstStyle/>
          <a:p>
            <a:pPr marL="0" indent="0" algn="l">
              <a:buNone/>
            </a:pPr>
            <a:r>
              <a:rPr lang="en-US" sz="1130" dirty="0">
                <a:solidFill>
                  <a:srgbClr val="F3F7FC"/>
                </a:solidFill>
                <a:latin typeface="Noto Sans" pitchFamily="34" charset="0"/>
                <a:ea typeface="Noto Sans" pitchFamily="34" charset="-122"/>
                <a:cs typeface="Noto Sans" pitchFamily="34" charset="-120"/>
              </a:rPr>
              <a:t>Dengarkan sampai selesai</a:t>
            </a:r>
            <a:endParaRPr lang="en-US" sz="1130" dirty="0"/>
          </a:p>
        </p:txBody>
      </p:sp>
      <p:sp>
        <p:nvSpPr>
          <p:cNvPr id="27" name="Shape 25"/>
          <p:cNvSpPr/>
          <p:nvPr/>
        </p:nvSpPr>
        <p:spPr>
          <a:xfrm>
            <a:off x="8065008" y="3456432"/>
            <a:ext cx="82296" cy="82296"/>
          </a:xfrm>
          <a:prstGeom prst="ellipse">
            <a:avLst/>
          </a:prstGeom>
          <a:solidFill>
            <a:srgbClr val="FFB45E"/>
          </a:solidFill>
          <a:ln w="12700">
            <a:solidFill>
              <a:srgbClr val="FFB45E">
                <a:alpha val="0"/>
              </a:srgbClr>
            </a:solidFill>
            <a:prstDash val="solid"/>
          </a:ln>
        </p:spPr>
      </p:sp>
      <p:sp>
        <p:nvSpPr>
          <p:cNvPr id="28" name="Text 26"/>
          <p:cNvSpPr txBox="1"/>
          <p:nvPr/>
        </p:nvSpPr>
        <p:spPr>
          <a:xfrm>
            <a:off x="8247888" y="3355848"/>
            <a:ext cx="2651760" cy="438912"/>
          </a:xfrm>
          <a:prstGeom prst="rect">
            <a:avLst/>
          </a:prstGeom>
          <a:noFill/>
          <a:ln/>
        </p:spPr>
        <p:txBody>
          <a:bodyPr wrap="square" lIns="381" tIns="381" rIns="381" bIns="381" rtlCol="0" anchor="t">
            <a:normAutofit/>
          </a:bodyPr>
          <a:lstStyle/>
          <a:p>
            <a:pPr marL="0" indent="0" algn="l">
              <a:buNone/>
            </a:pPr>
            <a:r>
              <a:rPr lang="en-US" sz="1130" dirty="0">
                <a:solidFill>
                  <a:srgbClr val="F3F7FC"/>
                </a:solidFill>
                <a:latin typeface="Noto Sans" pitchFamily="34" charset="0"/>
                <a:ea typeface="Noto Sans" pitchFamily="34" charset="-122"/>
                <a:cs typeface="Noto Sans" pitchFamily="34" charset="-120"/>
              </a:rPr>
              <a:t>Catat hal yang menarik</a:t>
            </a:r>
            <a:endParaRPr lang="en-US" sz="1130" dirty="0"/>
          </a:p>
        </p:txBody>
      </p:sp>
      <p:sp>
        <p:nvSpPr>
          <p:cNvPr id="29" name="Shape 27"/>
          <p:cNvSpPr/>
          <p:nvPr/>
        </p:nvSpPr>
        <p:spPr>
          <a:xfrm>
            <a:off x="8065008" y="4114800"/>
            <a:ext cx="82296" cy="82296"/>
          </a:xfrm>
          <a:prstGeom prst="ellipse">
            <a:avLst/>
          </a:prstGeom>
          <a:solidFill>
            <a:srgbClr val="8FE3A1"/>
          </a:solidFill>
          <a:ln w="12700">
            <a:solidFill>
              <a:srgbClr val="8FE3A1">
                <a:alpha val="0"/>
              </a:srgbClr>
            </a:solidFill>
            <a:prstDash val="solid"/>
          </a:ln>
        </p:spPr>
      </p:sp>
      <p:sp>
        <p:nvSpPr>
          <p:cNvPr id="30" name="Text 28"/>
          <p:cNvSpPr txBox="1"/>
          <p:nvPr/>
        </p:nvSpPr>
        <p:spPr>
          <a:xfrm>
            <a:off x="8247888" y="4014216"/>
            <a:ext cx="2651760" cy="438912"/>
          </a:xfrm>
          <a:prstGeom prst="rect">
            <a:avLst/>
          </a:prstGeom>
          <a:noFill/>
          <a:ln/>
        </p:spPr>
        <p:txBody>
          <a:bodyPr wrap="square" lIns="381" tIns="381" rIns="381" bIns="381" rtlCol="0" anchor="t">
            <a:normAutofit/>
          </a:bodyPr>
          <a:lstStyle/>
          <a:p>
            <a:pPr marL="0" indent="0" algn="l">
              <a:buNone/>
            </a:pPr>
            <a:r>
              <a:rPr lang="en-US" sz="1130" dirty="0">
                <a:solidFill>
                  <a:srgbClr val="F3F7FC"/>
                </a:solidFill>
                <a:latin typeface="Noto Sans" pitchFamily="34" charset="0"/>
                <a:ea typeface="Noto Sans" pitchFamily="34" charset="-122"/>
                <a:cs typeface="Noto Sans" pitchFamily="34" charset="-120"/>
              </a:rPr>
              <a:t>Berikan umpan balik dengan hormat</a:t>
            </a:r>
            <a:endParaRPr lang="en-US" sz="1130" dirty="0"/>
          </a:p>
        </p:txBody>
      </p:sp>
      <p:sp>
        <p:nvSpPr>
          <p:cNvPr id="31" name="Text 29"/>
          <p:cNvSpPr txBox="1"/>
          <p:nvPr/>
        </p:nvSpPr>
        <p:spPr>
          <a:xfrm>
            <a:off x="896112" y="5943600"/>
            <a:ext cx="10332720" cy="256032"/>
          </a:xfrm>
          <a:prstGeom prst="rect">
            <a:avLst/>
          </a:prstGeom>
          <a:noFill/>
          <a:ln/>
        </p:spPr>
        <p:txBody>
          <a:bodyPr wrap="square" lIns="381" tIns="381" rIns="381" bIns="381" rtlCol="0" anchor="ctr">
            <a:normAutofit/>
          </a:bodyPr>
          <a:lstStyle/>
          <a:p>
            <a:pPr marL="0" indent="0" algn="ctr">
              <a:buNone/>
            </a:pPr>
            <a:r>
              <a:rPr lang="en-US" sz="1200" b="1" dirty="0">
                <a:solidFill>
                  <a:srgbClr val="A4F5E8"/>
                </a:solidFill>
                <a:latin typeface="Noto Sans" pitchFamily="34" charset="0"/>
                <a:ea typeface="Noto Sans" pitchFamily="34" charset="-122"/>
                <a:cs typeface="Noto Sans" pitchFamily="34" charset="-120"/>
              </a:rPr>
              <a:t>Komunikasi • tanggung jawab • saling menghargai</a:t>
            </a:r>
            <a:endParaRPr lang="en-US" sz="1200" dirty="0"/>
          </a:p>
        </p:txBody>
      </p:sp>
      <p:sp>
        <p:nvSpPr>
          <p:cNvPr id="32"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ASESMEN • PRODUK &amp; KOMUNIKASI</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Rubrik proyek dan presentasi</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Setiap aspek dinilai pada skala 1–4; nilai akhir = (jumlah skor ÷ 20) × 100.</a:t>
            </a:r>
            <a:endParaRPr lang="en-US" sz="1100" dirty="0"/>
          </a:p>
        </p:txBody>
      </p:sp>
      <p:sp>
        <p:nvSpPr>
          <p:cNvPr id="11" name="Shape 9"/>
          <p:cNvSpPr/>
          <p:nvPr/>
        </p:nvSpPr>
        <p:spPr>
          <a:xfrm>
            <a:off x="749808" y="1673352"/>
            <a:ext cx="1965960" cy="493776"/>
          </a:xfrm>
          <a:prstGeom prst="roundRect">
            <a:avLst>
              <a:gd name="adj" fmla="val 22222"/>
            </a:avLst>
          </a:prstGeom>
          <a:solidFill>
            <a:srgbClr val="19263D"/>
          </a:solidFill>
          <a:ln w="10160">
            <a:solidFill>
              <a:srgbClr val="2A3A54"/>
            </a:solidFill>
            <a:prstDash val="solid"/>
          </a:ln>
        </p:spPr>
      </p:sp>
      <p:sp>
        <p:nvSpPr>
          <p:cNvPr id="12" name="Text 10"/>
          <p:cNvSpPr txBox="1"/>
          <p:nvPr/>
        </p:nvSpPr>
        <p:spPr>
          <a:xfrm>
            <a:off x="822960" y="1810512"/>
            <a:ext cx="1819656" cy="201168"/>
          </a:xfrm>
          <a:prstGeom prst="rect">
            <a:avLst/>
          </a:prstGeom>
          <a:noFill/>
          <a:ln/>
        </p:spPr>
        <p:txBody>
          <a:bodyPr wrap="square" lIns="381" tIns="381" rIns="381" bIns="381" rtlCol="0" anchor="ctr">
            <a:normAutofit/>
          </a:bodyPr>
          <a:lstStyle/>
          <a:p>
            <a:pPr marL="0" indent="0" algn="ctr">
              <a:buNone/>
            </a:pPr>
            <a:r>
              <a:rPr lang="en-US" sz="850" b="1" dirty="0">
                <a:solidFill>
                  <a:srgbClr val="42E0CB"/>
                </a:solidFill>
                <a:latin typeface="Noto Sans" pitchFamily="34" charset="0"/>
                <a:ea typeface="Noto Sans" pitchFamily="34" charset="-122"/>
                <a:cs typeface="Noto Sans" pitchFamily="34" charset="-120"/>
              </a:rPr>
              <a:t>ASPEK</a:t>
            </a:r>
            <a:endParaRPr lang="en-US" sz="850" dirty="0"/>
          </a:p>
        </p:txBody>
      </p:sp>
      <p:sp>
        <p:nvSpPr>
          <p:cNvPr id="13" name="Shape 11"/>
          <p:cNvSpPr/>
          <p:nvPr/>
        </p:nvSpPr>
        <p:spPr>
          <a:xfrm>
            <a:off x="2798064" y="1673352"/>
            <a:ext cx="2148840" cy="493776"/>
          </a:xfrm>
          <a:prstGeom prst="roundRect">
            <a:avLst>
              <a:gd name="adj" fmla="val 22222"/>
            </a:avLst>
          </a:prstGeom>
          <a:solidFill>
            <a:srgbClr val="19263D"/>
          </a:solidFill>
          <a:ln w="10160">
            <a:solidFill>
              <a:srgbClr val="2A3A54"/>
            </a:solidFill>
            <a:prstDash val="solid"/>
          </a:ln>
        </p:spPr>
      </p:sp>
      <p:sp>
        <p:nvSpPr>
          <p:cNvPr id="14" name="Text 12"/>
          <p:cNvSpPr txBox="1"/>
          <p:nvPr/>
        </p:nvSpPr>
        <p:spPr>
          <a:xfrm>
            <a:off x="2871216" y="1810512"/>
            <a:ext cx="2002536" cy="201168"/>
          </a:xfrm>
          <a:prstGeom prst="rect">
            <a:avLst/>
          </a:prstGeom>
          <a:noFill/>
          <a:ln/>
        </p:spPr>
        <p:txBody>
          <a:bodyPr wrap="square" lIns="381" tIns="381" rIns="381" bIns="381" rtlCol="0" anchor="ctr">
            <a:normAutofit/>
          </a:bodyPr>
          <a:lstStyle/>
          <a:p>
            <a:pPr marL="0" indent="0" algn="ctr">
              <a:buNone/>
            </a:pPr>
            <a:r>
              <a:rPr lang="en-US" sz="850" b="1" dirty="0">
                <a:solidFill>
                  <a:srgbClr val="42E0CB"/>
                </a:solidFill>
                <a:latin typeface="Noto Sans" pitchFamily="34" charset="0"/>
                <a:ea typeface="Noto Sans" pitchFamily="34" charset="-122"/>
                <a:cs typeface="Noto Sans" pitchFamily="34" charset="-120"/>
              </a:rPr>
              <a:t>4 • SANGAT BAIK</a:t>
            </a:r>
            <a:endParaRPr lang="en-US" sz="850" dirty="0"/>
          </a:p>
        </p:txBody>
      </p:sp>
      <p:sp>
        <p:nvSpPr>
          <p:cNvPr id="15" name="Shape 13"/>
          <p:cNvSpPr/>
          <p:nvPr/>
        </p:nvSpPr>
        <p:spPr>
          <a:xfrm>
            <a:off x="5029200" y="1673352"/>
            <a:ext cx="1828800" cy="493776"/>
          </a:xfrm>
          <a:prstGeom prst="roundRect">
            <a:avLst>
              <a:gd name="adj" fmla="val 22222"/>
            </a:avLst>
          </a:prstGeom>
          <a:solidFill>
            <a:srgbClr val="19263D"/>
          </a:solidFill>
          <a:ln w="10160">
            <a:solidFill>
              <a:srgbClr val="2A3A54"/>
            </a:solidFill>
            <a:prstDash val="solid"/>
          </a:ln>
        </p:spPr>
      </p:sp>
      <p:sp>
        <p:nvSpPr>
          <p:cNvPr id="16" name="Text 14"/>
          <p:cNvSpPr txBox="1"/>
          <p:nvPr/>
        </p:nvSpPr>
        <p:spPr>
          <a:xfrm>
            <a:off x="5102352" y="1810512"/>
            <a:ext cx="1682496" cy="201168"/>
          </a:xfrm>
          <a:prstGeom prst="rect">
            <a:avLst/>
          </a:prstGeom>
          <a:noFill/>
          <a:ln/>
        </p:spPr>
        <p:txBody>
          <a:bodyPr wrap="square" lIns="381" tIns="381" rIns="381" bIns="381" rtlCol="0" anchor="ctr">
            <a:normAutofit/>
          </a:bodyPr>
          <a:lstStyle/>
          <a:p>
            <a:pPr marL="0" indent="0" algn="ctr">
              <a:buNone/>
            </a:pPr>
            <a:r>
              <a:rPr lang="en-US" sz="850" b="1" dirty="0">
                <a:solidFill>
                  <a:srgbClr val="42E0CB"/>
                </a:solidFill>
                <a:latin typeface="Noto Sans" pitchFamily="34" charset="0"/>
                <a:ea typeface="Noto Sans" pitchFamily="34" charset="-122"/>
                <a:cs typeface="Noto Sans" pitchFamily="34" charset="-120"/>
              </a:rPr>
              <a:t>3 • BAIK</a:t>
            </a:r>
            <a:endParaRPr lang="en-US" sz="850" dirty="0"/>
          </a:p>
        </p:txBody>
      </p:sp>
      <p:sp>
        <p:nvSpPr>
          <p:cNvPr id="17" name="Shape 15"/>
          <p:cNvSpPr/>
          <p:nvPr/>
        </p:nvSpPr>
        <p:spPr>
          <a:xfrm>
            <a:off x="6940296" y="1673352"/>
            <a:ext cx="1828800" cy="493776"/>
          </a:xfrm>
          <a:prstGeom prst="roundRect">
            <a:avLst>
              <a:gd name="adj" fmla="val 22222"/>
            </a:avLst>
          </a:prstGeom>
          <a:solidFill>
            <a:srgbClr val="19263D"/>
          </a:solidFill>
          <a:ln w="10160">
            <a:solidFill>
              <a:srgbClr val="2A3A54"/>
            </a:solidFill>
            <a:prstDash val="solid"/>
          </a:ln>
        </p:spPr>
      </p:sp>
      <p:sp>
        <p:nvSpPr>
          <p:cNvPr id="18" name="Text 16"/>
          <p:cNvSpPr txBox="1"/>
          <p:nvPr/>
        </p:nvSpPr>
        <p:spPr>
          <a:xfrm>
            <a:off x="7013448" y="1810512"/>
            <a:ext cx="1682496" cy="201168"/>
          </a:xfrm>
          <a:prstGeom prst="rect">
            <a:avLst/>
          </a:prstGeom>
          <a:noFill/>
          <a:ln/>
        </p:spPr>
        <p:txBody>
          <a:bodyPr wrap="square" lIns="381" tIns="381" rIns="381" bIns="381" rtlCol="0" anchor="ctr">
            <a:normAutofit/>
          </a:bodyPr>
          <a:lstStyle/>
          <a:p>
            <a:pPr marL="0" indent="0" algn="ctr">
              <a:buNone/>
            </a:pPr>
            <a:r>
              <a:rPr lang="en-US" sz="850" b="1" dirty="0">
                <a:solidFill>
                  <a:srgbClr val="42E0CB"/>
                </a:solidFill>
                <a:latin typeface="Noto Sans" pitchFamily="34" charset="0"/>
                <a:ea typeface="Noto Sans" pitchFamily="34" charset="-122"/>
                <a:cs typeface="Noto Sans" pitchFamily="34" charset="-120"/>
              </a:rPr>
              <a:t>2 • CUKUP</a:t>
            </a:r>
            <a:endParaRPr lang="en-US" sz="850" dirty="0"/>
          </a:p>
        </p:txBody>
      </p:sp>
      <p:sp>
        <p:nvSpPr>
          <p:cNvPr id="19" name="Shape 17"/>
          <p:cNvSpPr/>
          <p:nvPr/>
        </p:nvSpPr>
        <p:spPr>
          <a:xfrm>
            <a:off x="8851392" y="1673352"/>
            <a:ext cx="2450592" cy="493776"/>
          </a:xfrm>
          <a:prstGeom prst="roundRect">
            <a:avLst>
              <a:gd name="adj" fmla="val 22222"/>
            </a:avLst>
          </a:prstGeom>
          <a:solidFill>
            <a:srgbClr val="19263D"/>
          </a:solidFill>
          <a:ln w="10160">
            <a:solidFill>
              <a:srgbClr val="2A3A54"/>
            </a:solidFill>
            <a:prstDash val="solid"/>
          </a:ln>
        </p:spPr>
      </p:sp>
      <p:sp>
        <p:nvSpPr>
          <p:cNvPr id="20" name="Text 18"/>
          <p:cNvSpPr txBox="1"/>
          <p:nvPr/>
        </p:nvSpPr>
        <p:spPr>
          <a:xfrm>
            <a:off x="8924544" y="1810512"/>
            <a:ext cx="2304288" cy="201168"/>
          </a:xfrm>
          <a:prstGeom prst="rect">
            <a:avLst/>
          </a:prstGeom>
          <a:noFill/>
          <a:ln/>
        </p:spPr>
        <p:txBody>
          <a:bodyPr wrap="square" lIns="381" tIns="381" rIns="381" bIns="381" rtlCol="0" anchor="ctr">
            <a:normAutofit/>
          </a:bodyPr>
          <a:lstStyle/>
          <a:p>
            <a:pPr marL="0" indent="0" algn="ctr">
              <a:buNone/>
            </a:pPr>
            <a:r>
              <a:rPr lang="en-US" sz="850" b="1" dirty="0">
                <a:solidFill>
                  <a:srgbClr val="42E0CB"/>
                </a:solidFill>
                <a:latin typeface="Noto Sans" pitchFamily="34" charset="0"/>
                <a:ea typeface="Noto Sans" pitchFamily="34" charset="-122"/>
                <a:cs typeface="Noto Sans" pitchFamily="34" charset="-120"/>
              </a:rPr>
              <a:t>1 • PERLU BIMBINGAN</a:t>
            </a:r>
            <a:endParaRPr lang="en-US" sz="850" dirty="0"/>
          </a:p>
        </p:txBody>
      </p:sp>
      <p:sp>
        <p:nvSpPr>
          <p:cNvPr id="21" name="Shape 19"/>
          <p:cNvSpPr/>
          <p:nvPr/>
        </p:nvSpPr>
        <p:spPr>
          <a:xfrm>
            <a:off x="749808" y="2258568"/>
            <a:ext cx="1965960" cy="603504"/>
          </a:xfrm>
          <a:prstGeom prst="roundRect">
            <a:avLst>
              <a:gd name="adj" fmla="val 18182"/>
            </a:avLst>
          </a:prstGeom>
          <a:solidFill>
            <a:srgbClr val="131E33"/>
          </a:solidFill>
          <a:ln w="10160">
            <a:solidFill>
              <a:srgbClr val="2A3A54"/>
            </a:solidFill>
            <a:prstDash val="solid"/>
          </a:ln>
        </p:spPr>
      </p:sp>
      <p:sp>
        <p:nvSpPr>
          <p:cNvPr id="22" name="Text 20"/>
          <p:cNvSpPr txBox="1"/>
          <p:nvPr/>
        </p:nvSpPr>
        <p:spPr>
          <a:xfrm>
            <a:off x="832104" y="2331720"/>
            <a:ext cx="1801368" cy="457200"/>
          </a:xfrm>
          <a:prstGeom prst="rect">
            <a:avLst/>
          </a:prstGeom>
          <a:noFill/>
          <a:ln/>
        </p:spPr>
        <p:txBody>
          <a:bodyPr wrap="square" lIns="381" tIns="381" rIns="381" bIns="381" rtlCol="0" anchor="ctr">
            <a:normAutofit/>
          </a:bodyPr>
          <a:lstStyle/>
          <a:p>
            <a:pPr marL="0" indent="0" algn="l">
              <a:buNone/>
            </a:pPr>
            <a:r>
              <a:rPr lang="en-US" sz="1150" b="1" dirty="0">
                <a:solidFill>
                  <a:srgbClr val="F3F7FC"/>
                </a:solidFill>
                <a:latin typeface="Noto Sans" pitchFamily="34" charset="0"/>
                <a:ea typeface="Noto Sans" pitchFamily="34" charset="-122"/>
                <a:cs typeface="Noto Sans" pitchFamily="34" charset="-120"/>
              </a:rPr>
              <a:t>Rangkaian</a:t>
            </a:r>
            <a:endParaRPr lang="en-US" sz="1150" dirty="0"/>
          </a:p>
        </p:txBody>
      </p:sp>
      <p:sp>
        <p:nvSpPr>
          <p:cNvPr id="23" name="Shape 21"/>
          <p:cNvSpPr/>
          <p:nvPr/>
        </p:nvSpPr>
        <p:spPr>
          <a:xfrm>
            <a:off x="2798064" y="2258568"/>
            <a:ext cx="2148840" cy="603504"/>
          </a:xfrm>
          <a:prstGeom prst="roundRect">
            <a:avLst>
              <a:gd name="adj" fmla="val 18182"/>
            </a:avLst>
          </a:prstGeom>
          <a:solidFill>
            <a:srgbClr val="131E33"/>
          </a:solidFill>
          <a:ln w="10160">
            <a:solidFill>
              <a:srgbClr val="2A3A54"/>
            </a:solidFill>
            <a:prstDash val="solid"/>
          </a:ln>
        </p:spPr>
      </p:sp>
      <p:sp>
        <p:nvSpPr>
          <p:cNvPr id="24" name="Text 22"/>
          <p:cNvSpPr txBox="1"/>
          <p:nvPr/>
        </p:nvSpPr>
        <p:spPr>
          <a:xfrm>
            <a:off x="2880360" y="2331720"/>
            <a:ext cx="198424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Benar dan rapi</a:t>
            </a:r>
            <a:endParaRPr lang="en-US" sz="930" dirty="0"/>
          </a:p>
        </p:txBody>
      </p:sp>
      <p:sp>
        <p:nvSpPr>
          <p:cNvPr id="25" name="Shape 23"/>
          <p:cNvSpPr/>
          <p:nvPr/>
        </p:nvSpPr>
        <p:spPr>
          <a:xfrm>
            <a:off x="5029200" y="2258568"/>
            <a:ext cx="1828800" cy="603504"/>
          </a:xfrm>
          <a:prstGeom prst="roundRect">
            <a:avLst>
              <a:gd name="adj" fmla="val 18182"/>
            </a:avLst>
          </a:prstGeom>
          <a:solidFill>
            <a:srgbClr val="131E33"/>
          </a:solidFill>
          <a:ln w="10160">
            <a:solidFill>
              <a:srgbClr val="2A3A54"/>
            </a:solidFill>
            <a:prstDash val="solid"/>
          </a:ln>
        </p:spPr>
      </p:sp>
      <p:sp>
        <p:nvSpPr>
          <p:cNvPr id="26" name="Text 24"/>
          <p:cNvSpPr txBox="1"/>
          <p:nvPr/>
        </p:nvSpPr>
        <p:spPr>
          <a:xfrm>
            <a:off x="5111496" y="2331720"/>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Benar, kurang rapi</a:t>
            </a:r>
            <a:endParaRPr lang="en-US" sz="930" dirty="0"/>
          </a:p>
        </p:txBody>
      </p:sp>
      <p:sp>
        <p:nvSpPr>
          <p:cNvPr id="27" name="Shape 25"/>
          <p:cNvSpPr/>
          <p:nvPr/>
        </p:nvSpPr>
        <p:spPr>
          <a:xfrm>
            <a:off x="6940296" y="2258568"/>
            <a:ext cx="1828800" cy="603504"/>
          </a:xfrm>
          <a:prstGeom prst="roundRect">
            <a:avLst>
              <a:gd name="adj" fmla="val 18182"/>
            </a:avLst>
          </a:prstGeom>
          <a:solidFill>
            <a:srgbClr val="131E33"/>
          </a:solidFill>
          <a:ln w="10160">
            <a:solidFill>
              <a:srgbClr val="2A3A54"/>
            </a:solidFill>
            <a:prstDash val="solid"/>
          </a:ln>
        </p:spPr>
      </p:sp>
      <p:sp>
        <p:nvSpPr>
          <p:cNvPr id="28" name="Text 26"/>
          <p:cNvSpPr txBox="1"/>
          <p:nvPr/>
        </p:nvSpPr>
        <p:spPr>
          <a:xfrm>
            <a:off x="7022592" y="2331720"/>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Ada kesalahan kecil</a:t>
            </a:r>
            <a:endParaRPr lang="en-US" sz="930" dirty="0"/>
          </a:p>
        </p:txBody>
      </p:sp>
      <p:sp>
        <p:nvSpPr>
          <p:cNvPr id="29" name="Shape 27"/>
          <p:cNvSpPr/>
          <p:nvPr/>
        </p:nvSpPr>
        <p:spPr>
          <a:xfrm>
            <a:off x="8851392" y="2258568"/>
            <a:ext cx="2450592" cy="603504"/>
          </a:xfrm>
          <a:prstGeom prst="roundRect">
            <a:avLst>
              <a:gd name="adj" fmla="val 18182"/>
            </a:avLst>
          </a:prstGeom>
          <a:solidFill>
            <a:srgbClr val="131E33"/>
          </a:solidFill>
          <a:ln w="10160">
            <a:solidFill>
              <a:srgbClr val="2A3A54"/>
            </a:solidFill>
            <a:prstDash val="solid"/>
          </a:ln>
        </p:spPr>
      </p:sp>
      <p:sp>
        <p:nvSpPr>
          <p:cNvPr id="30" name="Text 28"/>
          <p:cNvSpPr txBox="1"/>
          <p:nvPr/>
        </p:nvSpPr>
        <p:spPr>
          <a:xfrm>
            <a:off x="8933688" y="2331720"/>
            <a:ext cx="2286000"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Belum dapat menyusun</a:t>
            </a:r>
            <a:endParaRPr lang="en-US" sz="930" dirty="0"/>
          </a:p>
        </p:txBody>
      </p:sp>
      <p:sp>
        <p:nvSpPr>
          <p:cNvPr id="31" name="Shape 29"/>
          <p:cNvSpPr/>
          <p:nvPr/>
        </p:nvSpPr>
        <p:spPr>
          <a:xfrm>
            <a:off x="749808" y="2962656"/>
            <a:ext cx="1965960" cy="603504"/>
          </a:xfrm>
          <a:prstGeom prst="roundRect">
            <a:avLst>
              <a:gd name="adj" fmla="val 18182"/>
            </a:avLst>
          </a:prstGeom>
          <a:solidFill>
            <a:srgbClr val="19263D"/>
          </a:solidFill>
          <a:ln w="10160">
            <a:solidFill>
              <a:srgbClr val="2A3A54"/>
            </a:solidFill>
            <a:prstDash val="solid"/>
          </a:ln>
        </p:spPr>
      </p:sp>
      <p:sp>
        <p:nvSpPr>
          <p:cNvPr id="32" name="Text 30"/>
          <p:cNvSpPr txBox="1"/>
          <p:nvPr/>
        </p:nvSpPr>
        <p:spPr>
          <a:xfrm>
            <a:off x="832104" y="3035808"/>
            <a:ext cx="1801368" cy="457200"/>
          </a:xfrm>
          <a:prstGeom prst="rect">
            <a:avLst/>
          </a:prstGeom>
          <a:noFill/>
          <a:ln/>
        </p:spPr>
        <p:txBody>
          <a:bodyPr wrap="square" lIns="381" tIns="381" rIns="381" bIns="381" rtlCol="0" anchor="ctr">
            <a:normAutofit/>
          </a:bodyPr>
          <a:lstStyle/>
          <a:p>
            <a:pPr marL="0" indent="0" algn="l">
              <a:buNone/>
            </a:pPr>
            <a:r>
              <a:rPr lang="en-US" sz="1150" b="1" dirty="0">
                <a:solidFill>
                  <a:srgbClr val="F3F7FC"/>
                </a:solidFill>
                <a:latin typeface="Noto Sans" pitchFamily="34" charset="0"/>
                <a:ea typeface="Noto Sans" pitchFamily="34" charset="-122"/>
                <a:cs typeface="Noto Sans" pitchFamily="34" charset="-120"/>
              </a:rPr>
              <a:t>Program</a:t>
            </a:r>
            <a:endParaRPr lang="en-US" sz="1150" dirty="0"/>
          </a:p>
        </p:txBody>
      </p:sp>
      <p:sp>
        <p:nvSpPr>
          <p:cNvPr id="33" name="Shape 31"/>
          <p:cNvSpPr/>
          <p:nvPr/>
        </p:nvSpPr>
        <p:spPr>
          <a:xfrm>
            <a:off x="2798064" y="2962656"/>
            <a:ext cx="2148840" cy="603504"/>
          </a:xfrm>
          <a:prstGeom prst="roundRect">
            <a:avLst>
              <a:gd name="adj" fmla="val 18182"/>
            </a:avLst>
          </a:prstGeom>
          <a:solidFill>
            <a:srgbClr val="19263D"/>
          </a:solidFill>
          <a:ln w="10160">
            <a:solidFill>
              <a:srgbClr val="2A3A54"/>
            </a:solidFill>
            <a:prstDash val="solid"/>
          </a:ln>
        </p:spPr>
      </p:sp>
      <p:sp>
        <p:nvSpPr>
          <p:cNvPr id="34" name="Text 32"/>
          <p:cNvSpPr txBox="1"/>
          <p:nvPr/>
        </p:nvSpPr>
        <p:spPr>
          <a:xfrm>
            <a:off x="2880360" y="3035808"/>
            <a:ext cx="198424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Sesuai rancangan, ada komentar</a:t>
            </a:r>
            <a:endParaRPr lang="en-US" sz="930" dirty="0"/>
          </a:p>
        </p:txBody>
      </p:sp>
      <p:sp>
        <p:nvSpPr>
          <p:cNvPr id="35" name="Shape 33"/>
          <p:cNvSpPr/>
          <p:nvPr/>
        </p:nvSpPr>
        <p:spPr>
          <a:xfrm>
            <a:off x="5029200" y="2962656"/>
            <a:ext cx="1828800" cy="603504"/>
          </a:xfrm>
          <a:prstGeom prst="roundRect">
            <a:avLst>
              <a:gd name="adj" fmla="val 18182"/>
            </a:avLst>
          </a:prstGeom>
          <a:solidFill>
            <a:srgbClr val="19263D"/>
          </a:solidFill>
          <a:ln w="10160">
            <a:solidFill>
              <a:srgbClr val="2A3A54"/>
            </a:solidFill>
            <a:prstDash val="solid"/>
          </a:ln>
        </p:spPr>
      </p:sp>
      <p:sp>
        <p:nvSpPr>
          <p:cNvPr id="36" name="Text 34"/>
          <p:cNvSpPr txBox="1"/>
          <p:nvPr/>
        </p:nvSpPr>
        <p:spPr>
          <a:xfrm>
            <a:off x="5111496" y="3035808"/>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Sesuai rancangan</a:t>
            </a:r>
            <a:endParaRPr lang="en-US" sz="930" dirty="0"/>
          </a:p>
        </p:txBody>
      </p:sp>
      <p:sp>
        <p:nvSpPr>
          <p:cNvPr id="37" name="Shape 35"/>
          <p:cNvSpPr/>
          <p:nvPr/>
        </p:nvSpPr>
        <p:spPr>
          <a:xfrm>
            <a:off x="6940296" y="2962656"/>
            <a:ext cx="1828800" cy="603504"/>
          </a:xfrm>
          <a:prstGeom prst="roundRect">
            <a:avLst>
              <a:gd name="adj" fmla="val 18182"/>
            </a:avLst>
          </a:prstGeom>
          <a:solidFill>
            <a:srgbClr val="19263D"/>
          </a:solidFill>
          <a:ln w="10160">
            <a:solidFill>
              <a:srgbClr val="2A3A54"/>
            </a:solidFill>
            <a:prstDash val="solid"/>
          </a:ln>
        </p:spPr>
      </p:sp>
      <p:sp>
        <p:nvSpPr>
          <p:cNvPr id="38" name="Text 36"/>
          <p:cNvSpPr txBox="1"/>
          <p:nvPr/>
        </p:nvSpPr>
        <p:spPr>
          <a:xfrm>
            <a:off x="7022592" y="3035808"/>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Berjalan sebagian</a:t>
            </a:r>
            <a:endParaRPr lang="en-US" sz="930" dirty="0"/>
          </a:p>
        </p:txBody>
      </p:sp>
      <p:sp>
        <p:nvSpPr>
          <p:cNvPr id="39" name="Shape 37"/>
          <p:cNvSpPr/>
          <p:nvPr/>
        </p:nvSpPr>
        <p:spPr>
          <a:xfrm>
            <a:off x="8851392" y="2962656"/>
            <a:ext cx="2450592" cy="603504"/>
          </a:xfrm>
          <a:prstGeom prst="roundRect">
            <a:avLst>
              <a:gd name="adj" fmla="val 18182"/>
            </a:avLst>
          </a:prstGeom>
          <a:solidFill>
            <a:srgbClr val="19263D"/>
          </a:solidFill>
          <a:ln w="10160">
            <a:solidFill>
              <a:srgbClr val="2A3A54"/>
            </a:solidFill>
            <a:prstDash val="solid"/>
          </a:ln>
        </p:spPr>
      </p:sp>
      <p:sp>
        <p:nvSpPr>
          <p:cNvPr id="40" name="Text 38"/>
          <p:cNvSpPr txBox="1"/>
          <p:nvPr/>
        </p:nvSpPr>
        <p:spPr>
          <a:xfrm>
            <a:off x="8933688" y="3035808"/>
            <a:ext cx="2286000"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Belum berjalan</a:t>
            </a:r>
            <a:endParaRPr lang="en-US" sz="930" dirty="0"/>
          </a:p>
        </p:txBody>
      </p:sp>
      <p:sp>
        <p:nvSpPr>
          <p:cNvPr id="41" name="Shape 39"/>
          <p:cNvSpPr/>
          <p:nvPr/>
        </p:nvSpPr>
        <p:spPr>
          <a:xfrm>
            <a:off x="749808" y="3666744"/>
            <a:ext cx="1965960" cy="603504"/>
          </a:xfrm>
          <a:prstGeom prst="roundRect">
            <a:avLst>
              <a:gd name="adj" fmla="val 18182"/>
            </a:avLst>
          </a:prstGeom>
          <a:solidFill>
            <a:srgbClr val="131E33"/>
          </a:solidFill>
          <a:ln w="10160">
            <a:solidFill>
              <a:srgbClr val="2A3A54"/>
            </a:solidFill>
            <a:prstDash val="solid"/>
          </a:ln>
        </p:spPr>
      </p:sp>
      <p:sp>
        <p:nvSpPr>
          <p:cNvPr id="42" name="Text 40"/>
          <p:cNvSpPr txBox="1"/>
          <p:nvPr/>
        </p:nvSpPr>
        <p:spPr>
          <a:xfrm>
            <a:off x="832104" y="3739896"/>
            <a:ext cx="1801368" cy="457200"/>
          </a:xfrm>
          <a:prstGeom prst="rect">
            <a:avLst/>
          </a:prstGeom>
          <a:noFill/>
          <a:ln/>
        </p:spPr>
        <p:txBody>
          <a:bodyPr wrap="square" lIns="381" tIns="381" rIns="381" bIns="381" rtlCol="0" anchor="ctr">
            <a:normAutofit/>
          </a:bodyPr>
          <a:lstStyle/>
          <a:p>
            <a:pPr marL="0" indent="0" algn="l">
              <a:buNone/>
            </a:pPr>
            <a:r>
              <a:rPr lang="en-US" sz="1150" b="1" dirty="0">
                <a:solidFill>
                  <a:srgbClr val="F3F7FC"/>
                </a:solidFill>
                <a:latin typeface="Noto Sans" pitchFamily="34" charset="0"/>
                <a:ea typeface="Noto Sans" pitchFamily="34" charset="-122"/>
                <a:cs typeface="Noto Sans" pitchFamily="34" charset="-120"/>
              </a:rPr>
              <a:t>Kreativitas</a:t>
            </a:r>
            <a:endParaRPr lang="en-US" sz="1150" dirty="0"/>
          </a:p>
        </p:txBody>
      </p:sp>
      <p:sp>
        <p:nvSpPr>
          <p:cNvPr id="43" name="Shape 41"/>
          <p:cNvSpPr/>
          <p:nvPr/>
        </p:nvSpPr>
        <p:spPr>
          <a:xfrm>
            <a:off x="2798064" y="3666744"/>
            <a:ext cx="2148840" cy="603504"/>
          </a:xfrm>
          <a:prstGeom prst="roundRect">
            <a:avLst>
              <a:gd name="adj" fmla="val 18182"/>
            </a:avLst>
          </a:prstGeom>
          <a:solidFill>
            <a:srgbClr val="131E33"/>
          </a:solidFill>
          <a:ln w="10160">
            <a:solidFill>
              <a:srgbClr val="2A3A54"/>
            </a:solidFill>
            <a:prstDash val="solid"/>
          </a:ln>
        </p:spPr>
      </p:sp>
      <p:sp>
        <p:nvSpPr>
          <p:cNvPr id="44" name="Text 42"/>
          <p:cNvSpPr txBox="1"/>
          <p:nvPr/>
        </p:nvSpPr>
        <p:spPr>
          <a:xfrm>
            <a:off x="2880360" y="3739896"/>
            <a:ext cx="198424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Pesan, efek, fitur orisinal</a:t>
            </a:r>
            <a:endParaRPr lang="en-US" sz="930" dirty="0"/>
          </a:p>
        </p:txBody>
      </p:sp>
      <p:sp>
        <p:nvSpPr>
          <p:cNvPr id="45" name="Shape 43"/>
          <p:cNvSpPr/>
          <p:nvPr/>
        </p:nvSpPr>
        <p:spPr>
          <a:xfrm>
            <a:off x="5029200" y="3666744"/>
            <a:ext cx="1828800" cy="603504"/>
          </a:xfrm>
          <a:prstGeom prst="roundRect">
            <a:avLst>
              <a:gd name="adj" fmla="val 18182"/>
            </a:avLst>
          </a:prstGeom>
          <a:solidFill>
            <a:srgbClr val="131E33"/>
          </a:solidFill>
          <a:ln w="10160">
            <a:solidFill>
              <a:srgbClr val="2A3A54"/>
            </a:solidFill>
            <a:prstDash val="solid"/>
          </a:ln>
        </p:spPr>
      </p:sp>
      <p:sp>
        <p:nvSpPr>
          <p:cNvPr id="46" name="Text 44"/>
          <p:cNvSpPr txBox="1"/>
          <p:nvPr/>
        </p:nvSpPr>
        <p:spPr>
          <a:xfrm>
            <a:off x="5111496" y="3739896"/>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Ada variasi efek/pesan</a:t>
            </a:r>
            <a:endParaRPr lang="en-US" sz="930" dirty="0"/>
          </a:p>
        </p:txBody>
      </p:sp>
      <p:sp>
        <p:nvSpPr>
          <p:cNvPr id="47" name="Shape 45"/>
          <p:cNvSpPr/>
          <p:nvPr/>
        </p:nvSpPr>
        <p:spPr>
          <a:xfrm>
            <a:off x="6940296" y="3666744"/>
            <a:ext cx="1828800" cy="603504"/>
          </a:xfrm>
          <a:prstGeom prst="roundRect">
            <a:avLst>
              <a:gd name="adj" fmla="val 18182"/>
            </a:avLst>
          </a:prstGeom>
          <a:solidFill>
            <a:srgbClr val="131E33"/>
          </a:solidFill>
          <a:ln w="10160">
            <a:solidFill>
              <a:srgbClr val="2A3A54"/>
            </a:solidFill>
            <a:prstDash val="solid"/>
          </a:ln>
        </p:spPr>
      </p:sp>
      <p:sp>
        <p:nvSpPr>
          <p:cNvPr id="48" name="Text 46"/>
          <p:cNvSpPr txBox="1"/>
          <p:nvPr/>
        </p:nvSpPr>
        <p:spPr>
          <a:xfrm>
            <a:off x="7022592" y="3739896"/>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Hanya mengubah teks</a:t>
            </a:r>
            <a:endParaRPr lang="en-US" sz="930" dirty="0"/>
          </a:p>
        </p:txBody>
      </p:sp>
      <p:sp>
        <p:nvSpPr>
          <p:cNvPr id="49" name="Shape 47"/>
          <p:cNvSpPr/>
          <p:nvPr/>
        </p:nvSpPr>
        <p:spPr>
          <a:xfrm>
            <a:off x="8851392" y="3666744"/>
            <a:ext cx="2450592" cy="603504"/>
          </a:xfrm>
          <a:prstGeom prst="roundRect">
            <a:avLst>
              <a:gd name="adj" fmla="val 18182"/>
            </a:avLst>
          </a:prstGeom>
          <a:solidFill>
            <a:srgbClr val="131E33"/>
          </a:solidFill>
          <a:ln w="10160">
            <a:solidFill>
              <a:srgbClr val="2A3A54"/>
            </a:solidFill>
            <a:prstDash val="solid"/>
          </a:ln>
        </p:spPr>
      </p:sp>
      <p:sp>
        <p:nvSpPr>
          <p:cNvPr id="50" name="Text 48"/>
          <p:cNvSpPr txBox="1"/>
          <p:nvPr/>
        </p:nvSpPr>
        <p:spPr>
          <a:xfrm>
            <a:off x="8933688" y="3739896"/>
            <a:ext cx="2286000"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Sama dengan contoh</a:t>
            </a:r>
            <a:endParaRPr lang="en-US" sz="930" dirty="0"/>
          </a:p>
        </p:txBody>
      </p:sp>
      <p:sp>
        <p:nvSpPr>
          <p:cNvPr id="51" name="Shape 49"/>
          <p:cNvSpPr/>
          <p:nvPr/>
        </p:nvSpPr>
        <p:spPr>
          <a:xfrm>
            <a:off x="749808" y="4370832"/>
            <a:ext cx="1965960" cy="603504"/>
          </a:xfrm>
          <a:prstGeom prst="roundRect">
            <a:avLst>
              <a:gd name="adj" fmla="val 18182"/>
            </a:avLst>
          </a:prstGeom>
          <a:solidFill>
            <a:srgbClr val="19263D"/>
          </a:solidFill>
          <a:ln w="10160">
            <a:solidFill>
              <a:srgbClr val="2A3A54"/>
            </a:solidFill>
            <a:prstDash val="solid"/>
          </a:ln>
        </p:spPr>
      </p:sp>
      <p:sp>
        <p:nvSpPr>
          <p:cNvPr id="52" name="Text 50"/>
          <p:cNvSpPr txBox="1"/>
          <p:nvPr/>
        </p:nvSpPr>
        <p:spPr>
          <a:xfrm>
            <a:off x="832104" y="4443984"/>
            <a:ext cx="1801368" cy="457200"/>
          </a:xfrm>
          <a:prstGeom prst="rect">
            <a:avLst/>
          </a:prstGeom>
          <a:noFill/>
          <a:ln/>
        </p:spPr>
        <p:txBody>
          <a:bodyPr wrap="square" lIns="381" tIns="381" rIns="381" bIns="381" rtlCol="0" anchor="ctr">
            <a:normAutofit/>
          </a:bodyPr>
          <a:lstStyle/>
          <a:p>
            <a:pPr marL="0" indent="0" algn="l">
              <a:buNone/>
            </a:pPr>
            <a:r>
              <a:rPr lang="en-US" sz="1150" b="1" dirty="0">
                <a:solidFill>
                  <a:srgbClr val="F3F7FC"/>
                </a:solidFill>
                <a:latin typeface="Noto Sans" pitchFamily="34" charset="0"/>
                <a:ea typeface="Noto Sans" pitchFamily="34" charset="-122"/>
                <a:cs typeface="Noto Sans" pitchFamily="34" charset="-120"/>
              </a:rPr>
              <a:t>Kebermanfaatan</a:t>
            </a:r>
            <a:endParaRPr lang="en-US" sz="1150" dirty="0"/>
          </a:p>
        </p:txBody>
      </p:sp>
      <p:sp>
        <p:nvSpPr>
          <p:cNvPr id="53" name="Shape 51"/>
          <p:cNvSpPr/>
          <p:nvPr/>
        </p:nvSpPr>
        <p:spPr>
          <a:xfrm>
            <a:off x="2798064" y="4370832"/>
            <a:ext cx="2148840" cy="603504"/>
          </a:xfrm>
          <a:prstGeom prst="roundRect">
            <a:avLst>
              <a:gd name="adj" fmla="val 18182"/>
            </a:avLst>
          </a:prstGeom>
          <a:solidFill>
            <a:srgbClr val="19263D"/>
          </a:solidFill>
          <a:ln w="10160">
            <a:solidFill>
              <a:srgbClr val="2A3A54"/>
            </a:solidFill>
            <a:prstDash val="solid"/>
          </a:ln>
        </p:spPr>
      </p:sp>
      <p:sp>
        <p:nvSpPr>
          <p:cNvPr id="54" name="Text 52"/>
          <p:cNvSpPr txBox="1"/>
          <p:nvPr/>
        </p:nvSpPr>
        <p:spPr>
          <a:xfrm>
            <a:off x="2880360" y="4443984"/>
            <a:ext cx="198424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Menjawab kebutuhan nyata</a:t>
            </a:r>
            <a:endParaRPr lang="en-US" sz="930" dirty="0"/>
          </a:p>
        </p:txBody>
      </p:sp>
      <p:sp>
        <p:nvSpPr>
          <p:cNvPr id="55" name="Shape 53"/>
          <p:cNvSpPr/>
          <p:nvPr/>
        </p:nvSpPr>
        <p:spPr>
          <a:xfrm>
            <a:off x="5029200" y="4370832"/>
            <a:ext cx="1828800" cy="603504"/>
          </a:xfrm>
          <a:prstGeom prst="roundRect">
            <a:avLst>
              <a:gd name="adj" fmla="val 18182"/>
            </a:avLst>
          </a:prstGeom>
          <a:solidFill>
            <a:srgbClr val="19263D"/>
          </a:solidFill>
          <a:ln w="10160">
            <a:solidFill>
              <a:srgbClr val="2A3A54"/>
            </a:solidFill>
            <a:prstDash val="solid"/>
          </a:ln>
        </p:spPr>
      </p:sp>
      <p:sp>
        <p:nvSpPr>
          <p:cNvPr id="56" name="Text 54"/>
          <p:cNvSpPr txBox="1"/>
          <p:nvPr/>
        </p:nvSpPr>
        <p:spPr>
          <a:xfrm>
            <a:off x="5111496" y="4443984"/>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Cukup relevan</a:t>
            </a:r>
            <a:endParaRPr lang="en-US" sz="930" dirty="0"/>
          </a:p>
        </p:txBody>
      </p:sp>
      <p:sp>
        <p:nvSpPr>
          <p:cNvPr id="57" name="Shape 55"/>
          <p:cNvSpPr/>
          <p:nvPr/>
        </p:nvSpPr>
        <p:spPr>
          <a:xfrm>
            <a:off x="6940296" y="4370832"/>
            <a:ext cx="1828800" cy="603504"/>
          </a:xfrm>
          <a:prstGeom prst="roundRect">
            <a:avLst>
              <a:gd name="adj" fmla="val 18182"/>
            </a:avLst>
          </a:prstGeom>
          <a:solidFill>
            <a:srgbClr val="19263D"/>
          </a:solidFill>
          <a:ln w="10160">
            <a:solidFill>
              <a:srgbClr val="2A3A54"/>
            </a:solidFill>
            <a:prstDash val="solid"/>
          </a:ln>
        </p:spPr>
      </p:sp>
      <p:sp>
        <p:nvSpPr>
          <p:cNvPr id="58" name="Text 56"/>
          <p:cNvSpPr txBox="1"/>
          <p:nvPr/>
        </p:nvSpPr>
        <p:spPr>
          <a:xfrm>
            <a:off x="7022592" y="4443984"/>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Kurang relevan</a:t>
            </a:r>
            <a:endParaRPr lang="en-US" sz="930" dirty="0"/>
          </a:p>
        </p:txBody>
      </p:sp>
      <p:sp>
        <p:nvSpPr>
          <p:cNvPr id="59" name="Shape 57"/>
          <p:cNvSpPr/>
          <p:nvPr/>
        </p:nvSpPr>
        <p:spPr>
          <a:xfrm>
            <a:off x="8851392" y="4370832"/>
            <a:ext cx="2450592" cy="603504"/>
          </a:xfrm>
          <a:prstGeom prst="roundRect">
            <a:avLst>
              <a:gd name="adj" fmla="val 18182"/>
            </a:avLst>
          </a:prstGeom>
          <a:solidFill>
            <a:srgbClr val="19263D"/>
          </a:solidFill>
          <a:ln w="10160">
            <a:solidFill>
              <a:srgbClr val="2A3A54"/>
            </a:solidFill>
            <a:prstDash val="solid"/>
          </a:ln>
        </p:spPr>
      </p:sp>
      <p:sp>
        <p:nvSpPr>
          <p:cNvPr id="60" name="Text 58"/>
          <p:cNvSpPr txBox="1"/>
          <p:nvPr/>
        </p:nvSpPr>
        <p:spPr>
          <a:xfrm>
            <a:off x="8933688" y="4443984"/>
            <a:ext cx="2286000"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Manfaat tidak jelas</a:t>
            </a:r>
            <a:endParaRPr lang="en-US" sz="930" dirty="0"/>
          </a:p>
        </p:txBody>
      </p:sp>
      <p:sp>
        <p:nvSpPr>
          <p:cNvPr id="61" name="Shape 59"/>
          <p:cNvSpPr/>
          <p:nvPr/>
        </p:nvSpPr>
        <p:spPr>
          <a:xfrm>
            <a:off x="749808" y="5074920"/>
            <a:ext cx="1965960" cy="603504"/>
          </a:xfrm>
          <a:prstGeom prst="roundRect">
            <a:avLst>
              <a:gd name="adj" fmla="val 18182"/>
            </a:avLst>
          </a:prstGeom>
          <a:solidFill>
            <a:srgbClr val="131E33"/>
          </a:solidFill>
          <a:ln w="10160">
            <a:solidFill>
              <a:srgbClr val="2A3A54"/>
            </a:solidFill>
            <a:prstDash val="solid"/>
          </a:ln>
        </p:spPr>
      </p:sp>
      <p:sp>
        <p:nvSpPr>
          <p:cNvPr id="62" name="Text 60"/>
          <p:cNvSpPr txBox="1"/>
          <p:nvPr/>
        </p:nvSpPr>
        <p:spPr>
          <a:xfrm>
            <a:off x="832104" y="5148072"/>
            <a:ext cx="1801368" cy="457200"/>
          </a:xfrm>
          <a:prstGeom prst="rect">
            <a:avLst/>
          </a:prstGeom>
          <a:noFill/>
          <a:ln/>
        </p:spPr>
        <p:txBody>
          <a:bodyPr wrap="square" lIns="381" tIns="381" rIns="381" bIns="381" rtlCol="0" anchor="ctr">
            <a:normAutofit/>
          </a:bodyPr>
          <a:lstStyle/>
          <a:p>
            <a:pPr marL="0" indent="0" algn="l">
              <a:buNone/>
            </a:pPr>
            <a:r>
              <a:rPr lang="en-US" sz="1150" b="1" dirty="0">
                <a:solidFill>
                  <a:srgbClr val="F3F7FC"/>
                </a:solidFill>
                <a:latin typeface="Noto Sans" pitchFamily="34" charset="0"/>
                <a:ea typeface="Noto Sans" pitchFamily="34" charset="-122"/>
                <a:cs typeface="Noto Sans" pitchFamily="34" charset="-120"/>
              </a:rPr>
              <a:t>Presentasi</a:t>
            </a:r>
            <a:endParaRPr lang="en-US" sz="1150" dirty="0"/>
          </a:p>
        </p:txBody>
      </p:sp>
      <p:sp>
        <p:nvSpPr>
          <p:cNvPr id="63" name="Shape 61"/>
          <p:cNvSpPr/>
          <p:nvPr/>
        </p:nvSpPr>
        <p:spPr>
          <a:xfrm>
            <a:off x="2798064" y="5074920"/>
            <a:ext cx="2148840" cy="603504"/>
          </a:xfrm>
          <a:prstGeom prst="roundRect">
            <a:avLst>
              <a:gd name="adj" fmla="val 18182"/>
            </a:avLst>
          </a:prstGeom>
          <a:solidFill>
            <a:srgbClr val="131E33"/>
          </a:solidFill>
          <a:ln w="10160">
            <a:solidFill>
              <a:srgbClr val="2A3A54"/>
            </a:solidFill>
            <a:prstDash val="solid"/>
          </a:ln>
        </p:spPr>
      </p:sp>
      <p:sp>
        <p:nvSpPr>
          <p:cNvPr id="64" name="Text 62"/>
          <p:cNvSpPr txBox="1"/>
          <p:nvPr/>
        </p:nvSpPr>
        <p:spPr>
          <a:xfrm>
            <a:off x="2880360" y="5148072"/>
            <a:ext cx="198424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Jelas, runtut; logika &amp; kendala dijelaskan</a:t>
            </a:r>
            <a:endParaRPr lang="en-US" sz="930" dirty="0"/>
          </a:p>
        </p:txBody>
      </p:sp>
      <p:sp>
        <p:nvSpPr>
          <p:cNvPr id="65" name="Shape 63"/>
          <p:cNvSpPr/>
          <p:nvPr/>
        </p:nvSpPr>
        <p:spPr>
          <a:xfrm>
            <a:off x="5029200" y="5074920"/>
            <a:ext cx="1828800" cy="603504"/>
          </a:xfrm>
          <a:prstGeom prst="roundRect">
            <a:avLst>
              <a:gd name="adj" fmla="val 18182"/>
            </a:avLst>
          </a:prstGeom>
          <a:solidFill>
            <a:srgbClr val="131E33"/>
          </a:solidFill>
          <a:ln w="10160">
            <a:solidFill>
              <a:srgbClr val="2A3A54"/>
            </a:solidFill>
            <a:prstDash val="solid"/>
          </a:ln>
        </p:spPr>
      </p:sp>
      <p:sp>
        <p:nvSpPr>
          <p:cNvPr id="66" name="Text 64"/>
          <p:cNvSpPr txBox="1"/>
          <p:nvPr/>
        </p:nvSpPr>
        <p:spPr>
          <a:xfrm>
            <a:off x="5111496" y="5148072"/>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Jelas, kurang runtut</a:t>
            </a:r>
            <a:endParaRPr lang="en-US" sz="930" dirty="0"/>
          </a:p>
        </p:txBody>
      </p:sp>
      <p:sp>
        <p:nvSpPr>
          <p:cNvPr id="67" name="Shape 65"/>
          <p:cNvSpPr/>
          <p:nvPr/>
        </p:nvSpPr>
        <p:spPr>
          <a:xfrm>
            <a:off x="6940296" y="5074920"/>
            <a:ext cx="1828800" cy="603504"/>
          </a:xfrm>
          <a:prstGeom prst="roundRect">
            <a:avLst>
              <a:gd name="adj" fmla="val 18182"/>
            </a:avLst>
          </a:prstGeom>
          <a:solidFill>
            <a:srgbClr val="131E33"/>
          </a:solidFill>
          <a:ln w="10160">
            <a:solidFill>
              <a:srgbClr val="2A3A54"/>
            </a:solidFill>
            <a:prstDash val="solid"/>
          </a:ln>
        </p:spPr>
      </p:sp>
      <p:sp>
        <p:nvSpPr>
          <p:cNvPr id="68" name="Text 66"/>
          <p:cNvSpPr txBox="1"/>
          <p:nvPr/>
        </p:nvSpPr>
        <p:spPr>
          <a:xfrm>
            <a:off x="7022592" y="5148072"/>
            <a:ext cx="1664208"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Kurang jelas</a:t>
            </a:r>
            <a:endParaRPr lang="en-US" sz="930" dirty="0"/>
          </a:p>
        </p:txBody>
      </p:sp>
      <p:sp>
        <p:nvSpPr>
          <p:cNvPr id="69" name="Shape 67"/>
          <p:cNvSpPr/>
          <p:nvPr/>
        </p:nvSpPr>
        <p:spPr>
          <a:xfrm>
            <a:off x="8851392" y="5074920"/>
            <a:ext cx="2450592" cy="603504"/>
          </a:xfrm>
          <a:prstGeom prst="roundRect">
            <a:avLst>
              <a:gd name="adj" fmla="val 18182"/>
            </a:avLst>
          </a:prstGeom>
          <a:solidFill>
            <a:srgbClr val="131E33"/>
          </a:solidFill>
          <a:ln w="10160">
            <a:solidFill>
              <a:srgbClr val="2A3A54"/>
            </a:solidFill>
            <a:prstDash val="solid"/>
          </a:ln>
        </p:spPr>
      </p:sp>
      <p:sp>
        <p:nvSpPr>
          <p:cNvPr id="70" name="Text 68"/>
          <p:cNvSpPr txBox="1"/>
          <p:nvPr/>
        </p:nvSpPr>
        <p:spPr>
          <a:xfrm>
            <a:off x="8933688" y="5148072"/>
            <a:ext cx="2286000" cy="457200"/>
          </a:xfrm>
          <a:prstGeom prst="rect">
            <a:avLst/>
          </a:prstGeom>
          <a:noFill/>
          <a:ln/>
        </p:spPr>
        <p:txBody>
          <a:bodyPr wrap="square" lIns="381" tIns="381" rIns="381" bIns="381" rtlCol="0" anchor="ctr">
            <a:normAutofit/>
          </a:bodyPr>
          <a:lstStyle/>
          <a:p>
            <a:pPr marL="0" indent="0" algn="ctr">
              <a:buNone/>
            </a:pPr>
            <a:r>
              <a:rPr lang="en-US" sz="930" dirty="0">
                <a:solidFill>
                  <a:srgbClr val="B7C4D8"/>
                </a:solidFill>
                <a:latin typeface="Noto Sans" pitchFamily="34" charset="0"/>
                <a:ea typeface="Noto Sans" pitchFamily="34" charset="-122"/>
                <a:cs typeface="Noto Sans" pitchFamily="34" charset="-120"/>
              </a:rPr>
              <a:t>Tidak dapat menjelaskan</a:t>
            </a:r>
            <a:endParaRPr lang="en-US" sz="930" dirty="0"/>
          </a:p>
        </p:txBody>
      </p:sp>
      <p:sp>
        <p:nvSpPr>
          <p:cNvPr id="71" name="Shape 69"/>
          <p:cNvSpPr/>
          <p:nvPr/>
        </p:nvSpPr>
        <p:spPr>
          <a:xfrm>
            <a:off x="777240" y="5943600"/>
            <a:ext cx="10515600" cy="301752"/>
          </a:xfrm>
          <a:prstGeom prst="roundRect">
            <a:avLst>
              <a:gd name="adj" fmla="val 36364"/>
            </a:avLst>
          </a:prstGeom>
          <a:solidFill>
            <a:srgbClr val="0C1928"/>
          </a:solidFill>
          <a:ln w="10160">
            <a:solidFill>
              <a:srgbClr val="2A3A54"/>
            </a:solidFill>
            <a:prstDash val="solid"/>
          </a:ln>
        </p:spPr>
      </p:sp>
      <p:sp>
        <p:nvSpPr>
          <p:cNvPr id="72" name="Text 70"/>
          <p:cNvSpPr txBox="1"/>
          <p:nvPr/>
        </p:nvSpPr>
        <p:spPr>
          <a:xfrm>
            <a:off x="914400" y="5980176"/>
            <a:ext cx="10241280" cy="192024"/>
          </a:xfrm>
          <a:prstGeom prst="rect">
            <a:avLst/>
          </a:prstGeom>
          <a:noFill/>
          <a:ln/>
        </p:spPr>
        <p:txBody>
          <a:bodyPr wrap="square" lIns="381" tIns="381" rIns="381" bIns="381" rtlCol="0" anchor="ctr">
            <a:normAutofit/>
          </a:bodyPr>
          <a:lstStyle/>
          <a:p>
            <a:pPr marL="0" indent="0" algn="ctr">
              <a:buNone/>
            </a:pPr>
            <a:r>
              <a:rPr lang="en-US" sz="950" dirty="0">
                <a:solidFill>
                  <a:srgbClr val="A4F5E8"/>
                </a:solidFill>
                <a:latin typeface="Noto Sans" pitchFamily="34" charset="0"/>
                <a:ea typeface="Noto Sans" pitchFamily="34" charset="-122"/>
                <a:cs typeface="Noto Sans" pitchFamily="34" charset="-120"/>
              </a:rPr>
              <a:t>Nilai proyek menggabungkan kualitas rangkaian, program, kreativitas, manfaat, dan presentasi.</a:t>
            </a:r>
            <a:endParaRPr lang="en-US" sz="950" dirty="0"/>
          </a:p>
        </p:txBody>
      </p:sp>
      <p:sp>
        <p:nvSpPr>
          <p:cNvPr id="73"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ASESMEN • PEMAHAMAN</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Asesmen formatif — bagian 1</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Jawab dengan penjelasan, bukan hanya satu kata.</a:t>
            </a:r>
            <a:endParaRPr lang="en-US" sz="1100" dirty="0"/>
          </a:p>
        </p:txBody>
      </p:sp>
      <p:sp>
        <p:nvSpPr>
          <p:cNvPr id="11" name="Shape 9"/>
          <p:cNvSpPr/>
          <p:nvPr/>
        </p:nvSpPr>
        <p:spPr>
          <a:xfrm>
            <a:off x="822960" y="1737360"/>
            <a:ext cx="10469880" cy="1024128"/>
          </a:xfrm>
          <a:prstGeom prst="roundRect">
            <a:avLst>
              <a:gd name="adj" fmla="val 10714"/>
            </a:avLst>
          </a:prstGeom>
          <a:solidFill>
            <a:srgbClr val="131E33"/>
          </a:solidFill>
          <a:ln w="10160">
            <a:solidFill>
              <a:srgbClr val="42E0CB"/>
            </a:solidFill>
            <a:prstDash val="solid"/>
          </a:ln>
        </p:spPr>
      </p:sp>
      <p:sp>
        <p:nvSpPr>
          <p:cNvPr id="12" name="Text 10"/>
          <p:cNvSpPr txBox="1"/>
          <p:nvPr/>
        </p:nvSpPr>
        <p:spPr>
          <a:xfrm>
            <a:off x="1097280" y="1947672"/>
            <a:ext cx="658368" cy="420624"/>
          </a:xfrm>
          <a:prstGeom prst="rect">
            <a:avLst/>
          </a:prstGeom>
          <a:noFill/>
          <a:ln/>
        </p:spPr>
        <p:txBody>
          <a:bodyPr wrap="square" lIns="381" tIns="381" rIns="381" bIns="381" rtlCol="0" anchor="ctr">
            <a:normAutofit/>
          </a:bodyPr>
          <a:lstStyle/>
          <a:p>
            <a:pPr marL="0" indent="0" algn="l">
              <a:buNone/>
            </a:pPr>
            <a:r>
              <a:rPr lang="en-US" sz="2800" b="1" dirty="0">
                <a:solidFill>
                  <a:srgbClr val="42E0CB"/>
                </a:solidFill>
                <a:latin typeface="Noto Sans" pitchFamily="34" charset="0"/>
                <a:ea typeface="Noto Sans" pitchFamily="34" charset="-122"/>
                <a:cs typeface="Noto Sans" pitchFamily="34" charset="-120"/>
              </a:rPr>
              <a:t>01</a:t>
            </a:r>
            <a:endParaRPr lang="en-US" sz="2800" dirty="0"/>
          </a:p>
        </p:txBody>
      </p:sp>
      <p:sp>
        <p:nvSpPr>
          <p:cNvPr id="13" name="Text 11"/>
          <p:cNvSpPr txBox="1"/>
          <p:nvPr/>
        </p:nvSpPr>
        <p:spPr>
          <a:xfrm>
            <a:off x="1920240" y="1920240"/>
            <a:ext cx="8823960" cy="594360"/>
          </a:xfrm>
          <a:prstGeom prst="rect">
            <a:avLst/>
          </a:prstGeom>
          <a:noFill/>
          <a:ln/>
        </p:spPr>
        <p:txBody>
          <a:bodyPr wrap="square" lIns="381" tIns="381" rIns="381" bIns="381" rtlCol="0" anchor="ctr">
            <a:normAutofit/>
          </a:bodyPr>
          <a:lstStyle/>
          <a:p>
            <a:pPr marL="0" indent="0" algn="l">
              <a:buNone/>
            </a:pPr>
            <a:r>
              <a:rPr lang="en-US" sz="1700" b="1" dirty="0">
                <a:solidFill>
                  <a:srgbClr val="F3F7FC"/>
                </a:solidFill>
                <a:latin typeface="Noto Sans" pitchFamily="34" charset="0"/>
                <a:ea typeface="Noto Sans" pitchFamily="34" charset="-122"/>
                <a:cs typeface="Noto Sans" pitchFamily="34" charset="-120"/>
              </a:rPr>
              <a:t>Bagaimana LED Matrix 8×8 dapat menampilkan huruf?</a:t>
            </a:r>
            <a:endParaRPr lang="en-US" sz="1700" dirty="0"/>
          </a:p>
        </p:txBody>
      </p:sp>
      <p:sp>
        <p:nvSpPr>
          <p:cNvPr id="14" name="Shape 12"/>
          <p:cNvSpPr/>
          <p:nvPr/>
        </p:nvSpPr>
        <p:spPr>
          <a:xfrm>
            <a:off x="822960" y="3035808"/>
            <a:ext cx="10469880" cy="1024128"/>
          </a:xfrm>
          <a:prstGeom prst="roundRect">
            <a:avLst>
              <a:gd name="adj" fmla="val 10714"/>
            </a:avLst>
          </a:prstGeom>
          <a:solidFill>
            <a:srgbClr val="131E33"/>
          </a:solidFill>
          <a:ln w="10160">
            <a:solidFill>
              <a:srgbClr val="FFB45E"/>
            </a:solidFill>
            <a:prstDash val="solid"/>
          </a:ln>
        </p:spPr>
      </p:sp>
      <p:sp>
        <p:nvSpPr>
          <p:cNvPr id="15" name="Text 13"/>
          <p:cNvSpPr txBox="1"/>
          <p:nvPr/>
        </p:nvSpPr>
        <p:spPr>
          <a:xfrm>
            <a:off x="1097280" y="3246120"/>
            <a:ext cx="658368" cy="420624"/>
          </a:xfrm>
          <a:prstGeom prst="rect">
            <a:avLst/>
          </a:prstGeom>
          <a:noFill/>
          <a:ln/>
        </p:spPr>
        <p:txBody>
          <a:bodyPr wrap="square" lIns="381" tIns="381" rIns="381" bIns="381" rtlCol="0" anchor="ctr">
            <a:normAutofit/>
          </a:bodyPr>
          <a:lstStyle/>
          <a:p>
            <a:pPr marL="0" indent="0" algn="l">
              <a:buNone/>
            </a:pPr>
            <a:r>
              <a:rPr lang="en-US" sz="2800" b="1" dirty="0">
                <a:solidFill>
                  <a:srgbClr val="FFB45E"/>
                </a:solidFill>
                <a:latin typeface="Noto Sans" pitchFamily="34" charset="0"/>
                <a:ea typeface="Noto Sans" pitchFamily="34" charset="-122"/>
                <a:cs typeface="Noto Sans" pitchFamily="34" charset="-120"/>
              </a:rPr>
              <a:t>02</a:t>
            </a:r>
            <a:endParaRPr lang="en-US" sz="2800" dirty="0"/>
          </a:p>
        </p:txBody>
      </p:sp>
      <p:sp>
        <p:nvSpPr>
          <p:cNvPr id="16" name="Text 14"/>
          <p:cNvSpPr txBox="1"/>
          <p:nvPr/>
        </p:nvSpPr>
        <p:spPr>
          <a:xfrm>
            <a:off x="1920240" y="3218688"/>
            <a:ext cx="8823960" cy="594360"/>
          </a:xfrm>
          <a:prstGeom prst="rect">
            <a:avLst/>
          </a:prstGeom>
          <a:noFill/>
          <a:ln/>
        </p:spPr>
        <p:txBody>
          <a:bodyPr wrap="square" lIns="381" tIns="381" rIns="381" bIns="381" rtlCol="0" anchor="ctr">
            <a:normAutofit/>
          </a:bodyPr>
          <a:lstStyle/>
          <a:p>
            <a:pPr marL="0" indent="0" algn="l">
              <a:buNone/>
            </a:pPr>
            <a:r>
              <a:rPr lang="en-US" sz="1700" b="1" dirty="0">
                <a:solidFill>
                  <a:srgbClr val="F3F7FC"/>
                </a:solidFill>
                <a:latin typeface="Noto Sans" pitchFamily="34" charset="0"/>
                <a:ea typeface="Noto Sans" pitchFamily="34" charset="-122"/>
                <a:cs typeface="Noto Sans" pitchFamily="34" charset="-120"/>
              </a:rPr>
              <a:t>Apa fungsi library MD_Parola?</a:t>
            </a:r>
            <a:endParaRPr lang="en-US" sz="1700" dirty="0"/>
          </a:p>
        </p:txBody>
      </p:sp>
      <p:sp>
        <p:nvSpPr>
          <p:cNvPr id="17" name="Shape 15"/>
          <p:cNvSpPr/>
          <p:nvPr/>
        </p:nvSpPr>
        <p:spPr>
          <a:xfrm>
            <a:off x="822960" y="4334256"/>
            <a:ext cx="10469880" cy="1024128"/>
          </a:xfrm>
          <a:prstGeom prst="roundRect">
            <a:avLst>
              <a:gd name="adj" fmla="val 10714"/>
            </a:avLst>
          </a:prstGeom>
          <a:solidFill>
            <a:srgbClr val="131E33"/>
          </a:solidFill>
          <a:ln w="10160">
            <a:solidFill>
              <a:srgbClr val="8FE3A1"/>
            </a:solidFill>
            <a:prstDash val="solid"/>
          </a:ln>
        </p:spPr>
      </p:sp>
      <p:sp>
        <p:nvSpPr>
          <p:cNvPr id="18" name="Text 16"/>
          <p:cNvSpPr txBox="1"/>
          <p:nvPr/>
        </p:nvSpPr>
        <p:spPr>
          <a:xfrm>
            <a:off x="1097280" y="4544568"/>
            <a:ext cx="658368" cy="420624"/>
          </a:xfrm>
          <a:prstGeom prst="rect">
            <a:avLst/>
          </a:prstGeom>
          <a:noFill/>
          <a:ln/>
        </p:spPr>
        <p:txBody>
          <a:bodyPr wrap="square" lIns="381" tIns="381" rIns="381" bIns="381" rtlCol="0" anchor="ctr">
            <a:normAutofit/>
          </a:bodyPr>
          <a:lstStyle/>
          <a:p>
            <a:pPr marL="0" indent="0" algn="l">
              <a:buNone/>
            </a:pPr>
            <a:r>
              <a:rPr lang="en-US" sz="2800" b="1" dirty="0">
                <a:solidFill>
                  <a:srgbClr val="8FE3A1"/>
                </a:solidFill>
                <a:latin typeface="Noto Sans" pitchFamily="34" charset="0"/>
                <a:ea typeface="Noto Sans" pitchFamily="34" charset="-122"/>
                <a:cs typeface="Noto Sans" pitchFamily="34" charset="-120"/>
              </a:rPr>
              <a:t>03</a:t>
            </a:r>
            <a:endParaRPr lang="en-US" sz="2800" dirty="0"/>
          </a:p>
        </p:txBody>
      </p:sp>
      <p:sp>
        <p:nvSpPr>
          <p:cNvPr id="19" name="Text 17"/>
          <p:cNvSpPr txBox="1"/>
          <p:nvPr/>
        </p:nvSpPr>
        <p:spPr>
          <a:xfrm>
            <a:off x="1920240" y="4517136"/>
            <a:ext cx="8823960" cy="594360"/>
          </a:xfrm>
          <a:prstGeom prst="rect">
            <a:avLst/>
          </a:prstGeom>
          <a:noFill/>
          <a:ln/>
        </p:spPr>
        <p:txBody>
          <a:bodyPr wrap="square" lIns="381" tIns="381" rIns="381" bIns="381" rtlCol="0" anchor="ctr">
            <a:normAutofit/>
          </a:bodyPr>
          <a:lstStyle/>
          <a:p>
            <a:pPr marL="0" indent="0" algn="l">
              <a:buNone/>
            </a:pPr>
            <a:r>
              <a:rPr lang="en-US" sz="1700" b="1" dirty="0">
                <a:solidFill>
                  <a:srgbClr val="F3F7FC"/>
                </a:solidFill>
                <a:latin typeface="Noto Sans" pitchFamily="34" charset="0"/>
                <a:ea typeface="Noto Sans" pitchFamily="34" charset="-122"/>
                <a:cs typeface="Noto Sans" pitchFamily="34" charset="-120"/>
              </a:rPr>
              <a:t>Jelaskan input, proses, dan output pada papan informasi digital buatanmu!</a:t>
            </a:r>
            <a:endParaRPr lang="en-US" sz="1700" dirty="0"/>
          </a:p>
        </p:txBody>
      </p:sp>
      <p:sp>
        <p:nvSpPr>
          <p:cNvPr id="20" name="Text 18"/>
          <p:cNvSpPr txBox="1"/>
          <p:nvPr/>
        </p:nvSpPr>
        <p:spPr>
          <a:xfrm>
            <a:off x="960120" y="5943600"/>
            <a:ext cx="10149840" cy="228600"/>
          </a:xfrm>
          <a:prstGeom prst="rect">
            <a:avLst/>
          </a:prstGeom>
          <a:noFill/>
          <a:ln/>
        </p:spPr>
        <p:txBody>
          <a:bodyPr wrap="square" lIns="381" tIns="381" rIns="381" bIns="381" rtlCol="0" anchor="ctr">
            <a:normAutofit/>
          </a:bodyPr>
          <a:lstStyle/>
          <a:p>
            <a:pPr marL="0" indent="0" algn="ctr">
              <a:buNone/>
            </a:pPr>
            <a:r>
              <a:rPr lang="en-US" sz="1100" dirty="0">
                <a:solidFill>
                  <a:srgbClr val="B7C4D8"/>
                </a:solidFill>
                <a:latin typeface="Noto Sans" pitchFamily="34" charset="0"/>
                <a:ea typeface="Noto Sans" pitchFamily="34" charset="-122"/>
                <a:cs typeface="Noto Sans" pitchFamily="34" charset="-120"/>
              </a:rPr>
              <a:t>Tulis jawaban pada lembar asesmen sesuai arahan guru.</a:t>
            </a:r>
            <a:endParaRPr lang="en-US" sz="1100" dirty="0"/>
          </a:p>
        </p:txBody>
      </p:sp>
      <p:sp>
        <p:nvSpPr>
          <p:cNvPr id="25"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ASESMEN • PEMECAHAN MASALAH</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Asesmen formatif — bagian 2</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Jelaskan alasan dan langkah perbaikan yang masuk akal.</a:t>
            </a:r>
            <a:endParaRPr lang="en-US" sz="1100" dirty="0"/>
          </a:p>
        </p:txBody>
      </p:sp>
      <p:sp>
        <p:nvSpPr>
          <p:cNvPr id="11" name="Shape 9"/>
          <p:cNvSpPr/>
          <p:nvPr/>
        </p:nvSpPr>
        <p:spPr>
          <a:xfrm>
            <a:off x="841248" y="1828800"/>
            <a:ext cx="10469880" cy="1261872"/>
          </a:xfrm>
          <a:prstGeom prst="roundRect">
            <a:avLst>
              <a:gd name="adj" fmla="val 8696"/>
            </a:avLst>
          </a:prstGeom>
          <a:solidFill>
            <a:srgbClr val="131E33"/>
          </a:solidFill>
          <a:ln w="10160">
            <a:solidFill>
              <a:srgbClr val="42E0CB"/>
            </a:solidFill>
            <a:prstDash val="solid"/>
          </a:ln>
        </p:spPr>
      </p:sp>
      <p:sp>
        <p:nvSpPr>
          <p:cNvPr id="12" name="Text 10"/>
          <p:cNvSpPr txBox="1"/>
          <p:nvPr/>
        </p:nvSpPr>
        <p:spPr>
          <a:xfrm>
            <a:off x="1115568" y="2084832"/>
            <a:ext cx="713232" cy="475488"/>
          </a:xfrm>
          <a:prstGeom prst="rect">
            <a:avLst/>
          </a:prstGeom>
          <a:noFill/>
          <a:ln/>
        </p:spPr>
        <p:txBody>
          <a:bodyPr wrap="square" lIns="381" tIns="381" rIns="381" bIns="381" rtlCol="0" anchor="ctr">
            <a:normAutofit/>
          </a:bodyPr>
          <a:lstStyle/>
          <a:p>
            <a:pPr marL="0" indent="0" algn="l">
              <a:buNone/>
            </a:pPr>
            <a:r>
              <a:rPr lang="en-US" sz="3200" b="1" dirty="0">
                <a:solidFill>
                  <a:srgbClr val="42E0CB"/>
                </a:solidFill>
                <a:latin typeface="Noto Sans" pitchFamily="34" charset="0"/>
                <a:ea typeface="Noto Sans" pitchFamily="34" charset="-122"/>
                <a:cs typeface="Noto Sans" pitchFamily="34" charset="-120"/>
              </a:rPr>
              <a:t>04</a:t>
            </a:r>
            <a:endParaRPr lang="en-US" sz="3200" dirty="0"/>
          </a:p>
        </p:txBody>
      </p:sp>
      <p:sp>
        <p:nvSpPr>
          <p:cNvPr id="13" name="Text 11"/>
          <p:cNvSpPr txBox="1"/>
          <p:nvPr/>
        </p:nvSpPr>
        <p:spPr>
          <a:xfrm>
            <a:off x="1993392" y="2011680"/>
            <a:ext cx="8778240" cy="749808"/>
          </a:xfrm>
          <a:prstGeom prst="rect">
            <a:avLst/>
          </a:prstGeom>
          <a:noFill/>
          <a:ln/>
        </p:spPr>
        <p:txBody>
          <a:bodyPr wrap="square" lIns="381" tIns="381" rIns="381" bIns="381" rtlCol="0" anchor="ctr">
            <a:normAutofit/>
          </a:bodyPr>
          <a:lstStyle/>
          <a:p>
            <a:pPr marL="0" indent="0" algn="l">
              <a:buNone/>
            </a:pPr>
            <a:r>
              <a:rPr lang="en-US" sz="1800" b="1" dirty="0">
                <a:solidFill>
                  <a:srgbClr val="F3F7FC"/>
                </a:solidFill>
                <a:latin typeface="Noto Sans" pitchFamily="34" charset="0"/>
                <a:ea typeface="Noto Sans" pitchFamily="34" charset="-122"/>
                <a:cs typeface="Noto Sans" pitchFamily="34" charset="-120"/>
              </a:rPr>
              <a:t>Parameter apa yang diubah agar tulisan bergerak lebih lambat?</a:t>
            </a:r>
            <a:endParaRPr lang="en-US" sz="1800" dirty="0"/>
          </a:p>
        </p:txBody>
      </p:sp>
      <p:sp>
        <p:nvSpPr>
          <p:cNvPr id="14" name="Shape 12"/>
          <p:cNvSpPr/>
          <p:nvPr/>
        </p:nvSpPr>
        <p:spPr>
          <a:xfrm>
            <a:off x="841248" y="3429000"/>
            <a:ext cx="10469880" cy="1261872"/>
          </a:xfrm>
          <a:prstGeom prst="roundRect">
            <a:avLst>
              <a:gd name="adj" fmla="val 8696"/>
            </a:avLst>
          </a:prstGeom>
          <a:solidFill>
            <a:srgbClr val="131E33"/>
          </a:solidFill>
          <a:ln w="10160">
            <a:solidFill>
              <a:srgbClr val="FFB45E"/>
            </a:solidFill>
            <a:prstDash val="solid"/>
          </a:ln>
        </p:spPr>
      </p:sp>
      <p:sp>
        <p:nvSpPr>
          <p:cNvPr id="15" name="Text 13"/>
          <p:cNvSpPr txBox="1"/>
          <p:nvPr/>
        </p:nvSpPr>
        <p:spPr>
          <a:xfrm>
            <a:off x="1115568" y="3685032"/>
            <a:ext cx="713232" cy="475488"/>
          </a:xfrm>
          <a:prstGeom prst="rect">
            <a:avLst/>
          </a:prstGeom>
          <a:noFill/>
          <a:ln/>
        </p:spPr>
        <p:txBody>
          <a:bodyPr wrap="square" lIns="381" tIns="381" rIns="381" bIns="381" rtlCol="0" anchor="ctr">
            <a:normAutofit/>
          </a:bodyPr>
          <a:lstStyle/>
          <a:p>
            <a:pPr marL="0" indent="0" algn="l">
              <a:buNone/>
            </a:pPr>
            <a:r>
              <a:rPr lang="en-US" sz="3200" b="1" dirty="0">
                <a:solidFill>
                  <a:srgbClr val="FFB45E"/>
                </a:solidFill>
                <a:latin typeface="Noto Sans" pitchFamily="34" charset="0"/>
                <a:ea typeface="Noto Sans" pitchFamily="34" charset="-122"/>
                <a:cs typeface="Noto Sans" pitchFamily="34" charset="-120"/>
              </a:rPr>
              <a:t>05</a:t>
            </a:r>
            <a:endParaRPr lang="en-US" sz="3200" dirty="0"/>
          </a:p>
        </p:txBody>
      </p:sp>
      <p:sp>
        <p:nvSpPr>
          <p:cNvPr id="16" name="Text 14"/>
          <p:cNvSpPr txBox="1"/>
          <p:nvPr/>
        </p:nvSpPr>
        <p:spPr>
          <a:xfrm>
            <a:off x="1993392" y="3611880"/>
            <a:ext cx="8778240" cy="749808"/>
          </a:xfrm>
          <a:prstGeom prst="rect">
            <a:avLst/>
          </a:prstGeom>
          <a:noFill/>
          <a:ln/>
        </p:spPr>
        <p:txBody>
          <a:bodyPr wrap="square" lIns="381" tIns="381" rIns="381" bIns="381" rtlCol="0" anchor="ctr">
            <a:normAutofit/>
          </a:bodyPr>
          <a:lstStyle/>
          <a:p>
            <a:pPr marL="0" indent="0" algn="l">
              <a:buNone/>
            </a:pPr>
            <a:r>
              <a:rPr lang="en-US" sz="1800" b="1" dirty="0">
                <a:solidFill>
                  <a:srgbClr val="F3F7FC"/>
                </a:solidFill>
                <a:latin typeface="Noto Sans" pitchFamily="34" charset="0"/>
                <a:ea typeface="Noto Sans" pitchFamily="34" charset="-122"/>
                <a:cs typeface="Noto Sans" pitchFamily="34" charset="-120"/>
              </a:rPr>
              <a:t>Tulisan tampil terbalik atau acak. Apa kemungkinan penyebab dan solusinya?</a:t>
            </a:r>
            <a:endParaRPr lang="en-US" sz="1800" dirty="0"/>
          </a:p>
        </p:txBody>
      </p:sp>
      <p:sp>
        <p:nvSpPr>
          <p:cNvPr id="17" name="Shape 15"/>
          <p:cNvSpPr/>
          <p:nvPr/>
        </p:nvSpPr>
        <p:spPr>
          <a:xfrm>
            <a:off x="914400" y="5349240"/>
            <a:ext cx="10332720" cy="530352"/>
          </a:xfrm>
          <a:prstGeom prst="roundRect">
            <a:avLst>
              <a:gd name="adj" fmla="val 20690"/>
            </a:avLst>
          </a:prstGeom>
          <a:solidFill>
            <a:srgbClr val="0C1928"/>
          </a:solidFill>
          <a:ln w="10160">
            <a:solidFill>
              <a:srgbClr val="2A3A54"/>
            </a:solidFill>
            <a:prstDash val="solid"/>
          </a:ln>
        </p:spPr>
      </p:sp>
      <p:sp>
        <p:nvSpPr>
          <p:cNvPr id="18" name="Text 16"/>
          <p:cNvSpPr txBox="1"/>
          <p:nvPr/>
        </p:nvSpPr>
        <p:spPr>
          <a:xfrm>
            <a:off x="1188720" y="5495544"/>
            <a:ext cx="9784080" cy="228600"/>
          </a:xfrm>
          <a:prstGeom prst="rect">
            <a:avLst/>
          </a:prstGeom>
          <a:noFill/>
          <a:ln/>
        </p:spPr>
        <p:txBody>
          <a:bodyPr wrap="square" lIns="381" tIns="381" rIns="381" bIns="381" rtlCol="0" anchor="ctr">
            <a:normAutofit/>
          </a:bodyPr>
          <a:lstStyle/>
          <a:p>
            <a:pPr marL="0" indent="0" algn="ctr">
              <a:buNone/>
            </a:pPr>
            <a:r>
              <a:rPr lang="en-US" sz="1200" b="1" dirty="0">
                <a:solidFill>
                  <a:srgbClr val="A4F5E8"/>
                </a:solidFill>
                <a:latin typeface="Noto Sans" pitchFamily="34" charset="0"/>
                <a:ea typeface="Noto Sans" pitchFamily="34" charset="-122"/>
                <a:cs typeface="Noto Sans" pitchFamily="34" charset="-120"/>
              </a:rPr>
              <a:t>Periksa kembali hasil pengujian dan gunakan bukti, bukan tebakan.</a:t>
            </a:r>
            <a:endParaRPr lang="en-US" sz="1200" dirty="0"/>
          </a:p>
        </p:txBody>
      </p:sp>
      <p:sp>
        <p:nvSpPr>
          <p:cNvPr id="25"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PJBL • TAHAP 6</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800" b="1" dirty="0">
                <a:solidFill>
                  <a:srgbClr val="F3F7FC"/>
                </a:solidFill>
                <a:latin typeface="Noto Sans" pitchFamily="34" charset="0"/>
                <a:ea typeface="Noto Sans" pitchFamily="34" charset="-122"/>
                <a:cs typeface="Noto Sans" pitchFamily="34" charset="-120"/>
              </a:rPr>
              <a:t>Simpulan dan refleksi</a:t>
            </a:r>
            <a:endParaRPr lang="en-US" sz="28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Apa yang sudah dapat kamu jelaskan, buat, uji, dan kembangkan?</a:t>
            </a:r>
            <a:endParaRPr lang="en-US" sz="1100" dirty="0"/>
          </a:p>
        </p:txBody>
      </p:sp>
      <p:sp>
        <p:nvSpPr>
          <p:cNvPr id="11" name="Shape 9"/>
          <p:cNvSpPr/>
          <p:nvPr/>
        </p:nvSpPr>
        <p:spPr>
          <a:xfrm>
            <a:off x="868680" y="1764792"/>
            <a:ext cx="82296" cy="82296"/>
          </a:xfrm>
          <a:prstGeom prst="ellipse">
            <a:avLst/>
          </a:prstGeom>
          <a:solidFill>
            <a:srgbClr val="42E0CB"/>
          </a:solidFill>
          <a:ln w="12700">
            <a:solidFill>
              <a:srgbClr val="42E0CB">
                <a:alpha val="0"/>
              </a:srgbClr>
            </a:solidFill>
            <a:prstDash val="solid"/>
          </a:ln>
        </p:spPr>
      </p:sp>
      <p:sp>
        <p:nvSpPr>
          <p:cNvPr id="12" name="Text 10"/>
          <p:cNvSpPr txBox="1"/>
          <p:nvPr/>
        </p:nvSpPr>
        <p:spPr>
          <a:xfrm>
            <a:off x="1051560" y="1664208"/>
            <a:ext cx="6583680" cy="475488"/>
          </a:xfrm>
          <a:prstGeom prst="rect">
            <a:avLst/>
          </a:prstGeom>
          <a:noFill/>
          <a:ln/>
        </p:spPr>
        <p:txBody>
          <a:bodyPr wrap="square" lIns="381" tIns="381" rIns="381" bIns="381" rtlCol="0" anchor="t">
            <a:normAutofit/>
          </a:bodyPr>
          <a:lstStyle/>
          <a:p>
            <a:pPr marL="0" indent="0" algn="l">
              <a:buNone/>
            </a:pPr>
            <a:r>
              <a:rPr lang="en-US" sz="1180" dirty="0">
                <a:solidFill>
                  <a:srgbClr val="F3F7FC"/>
                </a:solidFill>
                <a:latin typeface="Noto Sans" pitchFamily="34" charset="0"/>
                <a:ea typeface="Noto Sans" pitchFamily="34" charset="-122"/>
                <a:cs typeface="Noto Sans" pitchFamily="34" charset="-120"/>
              </a:rPr>
              <a:t>LED Matrix 8×8 membentuk huruf dari pola nyala 64 LED.</a:t>
            </a:r>
            <a:endParaRPr lang="en-US" sz="1180" dirty="0"/>
          </a:p>
        </p:txBody>
      </p:sp>
      <p:sp>
        <p:nvSpPr>
          <p:cNvPr id="13" name="Shape 11"/>
          <p:cNvSpPr/>
          <p:nvPr/>
        </p:nvSpPr>
        <p:spPr>
          <a:xfrm>
            <a:off x="868680" y="2395728"/>
            <a:ext cx="82296" cy="82296"/>
          </a:xfrm>
          <a:prstGeom prst="ellipse">
            <a:avLst/>
          </a:prstGeom>
          <a:solidFill>
            <a:srgbClr val="FFB45E"/>
          </a:solidFill>
          <a:ln w="12700">
            <a:solidFill>
              <a:srgbClr val="FFB45E">
                <a:alpha val="0"/>
              </a:srgbClr>
            </a:solidFill>
            <a:prstDash val="solid"/>
          </a:ln>
        </p:spPr>
      </p:sp>
      <p:sp>
        <p:nvSpPr>
          <p:cNvPr id="14" name="Text 12"/>
          <p:cNvSpPr txBox="1"/>
          <p:nvPr/>
        </p:nvSpPr>
        <p:spPr>
          <a:xfrm>
            <a:off x="1051560" y="2295144"/>
            <a:ext cx="6583680" cy="475488"/>
          </a:xfrm>
          <a:prstGeom prst="rect">
            <a:avLst/>
          </a:prstGeom>
          <a:noFill/>
          <a:ln/>
        </p:spPr>
        <p:txBody>
          <a:bodyPr wrap="square" lIns="381" tIns="381" rIns="381" bIns="381" rtlCol="0" anchor="t">
            <a:normAutofit/>
          </a:bodyPr>
          <a:lstStyle/>
          <a:p>
            <a:pPr marL="0" indent="0" algn="l">
              <a:buNone/>
            </a:pPr>
            <a:r>
              <a:rPr lang="en-US" sz="1180" dirty="0">
                <a:solidFill>
                  <a:srgbClr val="F3F7FC"/>
                </a:solidFill>
                <a:latin typeface="Noto Sans" pitchFamily="34" charset="0"/>
                <a:ea typeface="Noto Sans" pitchFamily="34" charset="-122"/>
                <a:cs typeface="Noto Sans" pitchFamily="34" charset="-120"/>
              </a:rPr>
              <a:t>MAX7219 membantu Arduino mengendalikan LED melalui pin DIN, CLK, dan CS.</a:t>
            </a:r>
            <a:endParaRPr lang="en-US" sz="1180" dirty="0"/>
          </a:p>
        </p:txBody>
      </p:sp>
      <p:sp>
        <p:nvSpPr>
          <p:cNvPr id="15" name="Shape 13"/>
          <p:cNvSpPr/>
          <p:nvPr/>
        </p:nvSpPr>
        <p:spPr>
          <a:xfrm>
            <a:off x="868680" y="3026664"/>
            <a:ext cx="82296" cy="82296"/>
          </a:xfrm>
          <a:prstGeom prst="ellipse">
            <a:avLst/>
          </a:prstGeom>
          <a:solidFill>
            <a:srgbClr val="8FE3A1"/>
          </a:solidFill>
          <a:ln w="12700">
            <a:solidFill>
              <a:srgbClr val="8FE3A1">
                <a:alpha val="0"/>
              </a:srgbClr>
            </a:solidFill>
            <a:prstDash val="solid"/>
          </a:ln>
        </p:spPr>
      </p:sp>
      <p:sp>
        <p:nvSpPr>
          <p:cNvPr id="16" name="Text 14"/>
          <p:cNvSpPr txBox="1"/>
          <p:nvPr/>
        </p:nvSpPr>
        <p:spPr>
          <a:xfrm>
            <a:off x="1051560" y="2926080"/>
            <a:ext cx="6583680" cy="475488"/>
          </a:xfrm>
          <a:prstGeom prst="rect">
            <a:avLst/>
          </a:prstGeom>
          <a:noFill/>
          <a:ln/>
        </p:spPr>
        <p:txBody>
          <a:bodyPr wrap="square" lIns="381" tIns="381" rIns="381" bIns="381" rtlCol="0" anchor="t">
            <a:normAutofit/>
          </a:bodyPr>
          <a:lstStyle/>
          <a:p>
            <a:pPr marL="0" indent="0" algn="l">
              <a:buNone/>
            </a:pPr>
            <a:r>
              <a:rPr lang="en-US" sz="1180" dirty="0">
                <a:solidFill>
                  <a:srgbClr val="F3F7FC"/>
                </a:solidFill>
                <a:latin typeface="Noto Sans" pitchFamily="34" charset="0"/>
                <a:ea typeface="Noto Sans" pitchFamily="34" charset="-122"/>
                <a:cs typeface="Noto Sans" pitchFamily="34" charset="-120"/>
              </a:rPr>
              <a:t>Library MD_Parola mempermudah pengaturan teks dan animasi.</a:t>
            </a:r>
            <a:endParaRPr lang="en-US" sz="1180" dirty="0"/>
          </a:p>
        </p:txBody>
      </p:sp>
      <p:sp>
        <p:nvSpPr>
          <p:cNvPr id="17" name="Shape 15"/>
          <p:cNvSpPr/>
          <p:nvPr/>
        </p:nvSpPr>
        <p:spPr>
          <a:xfrm>
            <a:off x="868680" y="3657600"/>
            <a:ext cx="82296" cy="82296"/>
          </a:xfrm>
          <a:prstGeom prst="ellipse">
            <a:avLst/>
          </a:prstGeom>
          <a:solidFill>
            <a:srgbClr val="F4D66E"/>
          </a:solidFill>
          <a:ln w="12700">
            <a:solidFill>
              <a:srgbClr val="F4D66E">
                <a:alpha val="0"/>
              </a:srgbClr>
            </a:solidFill>
            <a:prstDash val="solid"/>
          </a:ln>
        </p:spPr>
      </p:sp>
      <p:sp>
        <p:nvSpPr>
          <p:cNvPr id="18" name="Text 16"/>
          <p:cNvSpPr txBox="1"/>
          <p:nvPr/>
        </p:nvSpPr>
        <p:spPr>
          <a:xfrm>
            <a:off x="1051560" y="3557016"/>
            <a:ext cx="6583680" cy="475488"/>
          </a:xfrm>
          <a:prstGeom prst="rect">
            <a:avLst/>
          </a:prstGeom>
          <a:noFill/>
          <a:ln/>
        </p:spPr>
        <p:txBody>
          <a:bodyPr wrap="square" lIns="381" tIns="381" rIns="381" bIns="381" rtlCol="0" anchor="t">
            <a:normAutofit/>
          </a:bodyPr>
          <a:lstStyle/>
          <a:p>
            <a:pPr marL="0" indent="0" algn="l">
              <a:buNone/>
            </a:pPr>
            <a:r>
              <a:rPr lang="en-US" sz="1180" dirty="0">
                <a:solidFill>
                  <a:srgbClr val="F3F7FC"/>
                </a:solidFill>
                <a:latin typeface="Noto Sans" pitchFamily="34" charset="0"/>
                <a:ea typeface="Noto Sans" pitchFamily="34" charset="-122"/>
                <a:cs typeface="Noto Sans" pitchFamily="34" charset="-120"/>
              </a:rPr>
              <a:t>Parameter, efek, dan array membuat tampilan dapat dimodifikasi.</a:t>
            </a:r>
            <a:endParaRPr lang="en-US" sz="1180" dirty="0"/>
          </a:p>
        </p:txBody>
      </p:sp>
      <p:sp>
        <p:nvSpPr>
          <p:cNvPr id="19" name="Shape 17"/>
          <p:cNvSpPr/>
          <p:nvPr/>
        </p:nvSpPr>
        <p:spPr>
          <a:xfrm>
            <a:off x="868680" y="4288536"/>
            <a:ext cx="82296" cy="82296"/>
          </a:xfrm>
          <a:prstGeom prst="ellipse">
            <a:avLst/>
          </a:prstGeom>
          <a:solidFill>
            <a:srgbClr val="A4F5E8"/>
          </a:solidFill>
          <a:ln w="12700">
            <a:solidFill>
              <a:srgbClr val="A4F5E8">
                <a:alpha val="0"/>
              </a:srgbClr>
            </a:solidFill>
            <a:prstDash val="solid"/>
          </a:ln>
        </p:spPr>
      </p:sp>
      <p:sp>
        <p:nvSpPr>
          <p:cNvPr id="20" name="Text 18"/>
          <p:cNvSpPr txBox="1"/>
          <p:nvPr/>
        </p:nvSpPr>
        <p:spPr>
          <a:xfrm>
            <a:off x="1051560" y="4187952"/>
            <a:ext cx="6583680" cy="475488"/>
          </a:xfrm>
          <a:prstGeom prst="rect">
            <a:avLst/>
          </a:prstGeom>
          <a:noFill/>
          <a:ln/>
        </p:spPr>
        <p:txBody>
          <a:bodyPr wrap="square" lIns="381" tIns="381" rIns="381" bIns="381" rtlCol="0" anchor="t">
            <a:normAutofit/>
          </a:bodyPr>
          <a:lstStyle/>
          <a:p>
            <a:pPr marL="0" indent="0" algn="l">
              <a:buNone/>
            </a:pPr>
            <a:r>
              <a:rPr lang="en-US" sz="1180" dirty="0">
                <a:solidFill>
                  <a:srgbClr val="F3F7FC"/>
                </a:solidFill>
                <a:latin typeface="Noto Sans" pitchFamily="34" charset="0"/>
                <a:ea typeface="Noto Sans" pitchFamily="34" charset="-122"/>
                <a:cs typeface="Noto Sans" pitchFamily="34" charset="-120"/>
              </a:rPr>
              <a:t>Debugging dilakukan dengan mengamati, menguji dugaan, memperbaiki, lalu menguji ulang.</a:t>
            </a:r>
            <a:endParaRPr lang="en-US" sz="1180" dirty="0"/>
          </a:p>
        </p:txBody>
      </p:sp>
      <p:sp>
        <p:nvSpPr>
          <p:cNvPr id="21" name="Shape 19"/>
          <p:cNvSpPr/>
          <p:nvPr/>
        </p:nvSpPr>
        <p:spPr>
          <a:xfrm>
            <a:off x="8001000" y="1691640"/>
            <a:ext cx="3200400" cy="4160520"/>
          </a:xfrm>
          <a:prstGeom prst="roundRect">
            <a:avLst>
              <a:gd name="adj" fmla="val 3429"/>
            </a:avLst>
          </a:prstGeom>
          <a:solidFill>
            <a:srgbClr val="131E33"/>
          </a:solidFill>
          <a:ln w="10160">
            <a:solidFill>
              <a:srgbClr val="FFB45E"/>
            </a:solidFill>
            <a:prstDash val="solid"/>
          </a:ln>
        </p:spPr>
      </p:sp>
      <p:sp>
        <p:nvSpPr>
          <p:cNvPr id="22" name="Text 20"/>
          <p:cNvSpPr txBox="1"/>
          <p:nvPr/>
        </p:nvSpPr>
        <p:spPr>
          <a:xfrm>
            <a:off x="8302752" y="1984248"/>
            <a:ext cx="2651760" cy="347472"/>
          </a:xfrm>
          <a:prstGeom prst="rect">
            <a:avLst/>
          </a:prstGeom>
          <a:noFill/>
          <a:ln/>
        </p:spPr>
        <p:txBody>
          <a:bodyPr wrap="square" lIns="381" tIns="381" rIns="381" bIns="381" rtlCol="0" anchor="ctr">
            <a:normAutofit/>
          </a:bodyPr>
          <a:lstStyle/>
          <a:p>
            <a:pPr marL="0" indent="0" algn="ctr">
              <a:buNone/>
            </a:pPr>
            <a:r>
              <a:rPr lang="en-US" sz="1800" b="1" dirty="0">
                <a:solidFill>
                  <a:srgbClr val="FFB45E"/>
                </a:solidFill>
                <a:latin typeface="Noto Sans" pitchFamily="34" charset="0"/>
                <a:ea typeface="Noto Sans" pitchFamily="34" charset="-122"/>
                <a:cs typeface="Noto Sans" pitchFamily="34" charset="-120"/>
              </a:rPr>
              <a:t>REFLEKSI DIRI</a:t>
            </a:r>
            <a:endParaRPr lang="en-US" sz="1800" dirty="0"/>
          </a:p>
        </p:txBody>
      </p:sp>
      <p:sp>
        <p:nvSpPr>
          <p:cNvPr id="23" name="Shape 21"/>
          <p:cNvSpPr/>
          <p:nvPr/>
        </p:nvSpPr>
        <p:spPr>
          <a:xfrm>
            <a:off x="8257032" y="2724912"/>
            <a:ext cx="82296" cy="82296"/>
          </a:xfrm>
          <a:prstGeom prst="ellipse">
            <a:avLst/>
          </a:prstGeom>
          <a:solidFill>
            <a:srgbClr val="FFB45E"/>
          </a:solidFill>
          <a:ln w="12700">
            <a:solidFill>
              <a:srgbClr val="FFB45E">
                <a:alpha val="0"/>
              </a:srgbClr>
            </a:solidFill>
            <a:prstDash val="solid"/>
          </a:ln>
        </p:spPr>
      </p:sp>
      <p:sp>
        <p:nvSpPr>
          <p:cNvPr id="24" name="Text 22"/>
          <p:cNvSpPr txBox="1"/>
          <p:nvPr/>
        </p:nvSpPr>
        <p:spPr>
          <a:xfrm>
            <a:off x="8439912" y="2624328"/>
            <a:ext cx="2514600" cy="466344"/>
          </a:xfrm>
          <a:prstGeom prst="rect">
            <a:avLst/>
          </a:prstGeom>
          <a:noFill/>
          <a:ln/>
        </p:spPr>
        <p:txBody>
          <a:bodyPr wrap="square" lIns="381" tIns="381" rIns="381" bIns="381" rtlCol="0" anchor="t">
            <a:normAutofit/>
          </a:bodyPr>
          <a:lstStyle/>
          <a:p>
            <a:pPr marL="0" indent="0" algn="l">
              <a:buNone/>
            </a:pPr>
            <a:r>
              <a:rPr lang="en-US" sz="1050" dirty="0">
                <a:solidFill>
                  <a:srgbClr val="F3F7FC"/>
                </a:solidFill>
                <a:latin typeface="Noto Sans" pitchFamily="34" charset="0"/>
                <a:ea typeface="Noto Sans" pitchFamily="34" charset="-122"/>
                <a:cs typeface="Noto Sans" pitchFamily="34" charset="-120"/>
              </a:rPr>
              <a:t>Apa yang saya pelajari?</a:t>
            </a:r>
            <a:endParaRPr lang="en-US" sz="1050" dirty="0"/>
          </a:p>
        </p:txBody>
      </p:sp>
      <p:sp>
        <p:nvSpPr>
          <p:cNvPr id="25" name="Shape 23"/>
          <p:cNvSpPr/>
          <p:nvPr/>
        </p:nvSpPr>
        <p:spPr>
          <a:xfrm>
            <a:off x="8257032" y="3383280"/>
            <a:ext cx="82296" cy="82296"/>
          </a:xfrm>
          <a:prstGeom prst="ellipse">
            <a:avLst/>
          </a:prstGeom>
          <a:solidFill>
            <a:srgbClr val="FFB45E"/>
          </a:solidFill>
          <a:ln w="12700">
            <a:solidFill>
              <a:srgbClr val="FFB45E">
                <a:alpha val="0"/>
              </a:srgbClr>
            </a:solidFill>
            <a:prstDash val="solid"/>
          </a:ln>
        </p:spPr>
      </p:sp>
      <p:sp>
        <p:nvSpPr>
          <p:cNvPr id="26" name="Text 24"/>
          <p:cNvSpPr txBox="1"/>
          <p:nvPr/>
        </p:nvSpPr>
        <p:spPr>
          <a:xfrm>
            <a:off x="8439912" y="3282696"/>
            <a:ext cx="2514600" cy="466344"/>
          </a:xfrm>
          <a:prstGeom prst="rect">
            <a:avLst/>
          </a:prstGeom>
          <a:noFill/>
          <a:ln/>
        </p:spPr>
        <p:txBody>
          <a:bodyPr wrap="square" lIns="381" tIns="381" rIns="381" bIns="381" rtlCol="0" anchor="t">
            <a:normAutofit/>
          </a:bodyPr>
          <a:lstStyle/>
          <a:p>
            <a:pPr marL="0" indent="0" algn="l">
              <a:buNone/>
            </a:pPr>
            <a:r>
              <a:rPr lang="en-US" sz="1050" dirty="0">
                <a:solidFill>
                  <a:srgbClr val="F3F7FC"/>
                </a:solidFill>
                <a:latin typeface="Noto Sans" pitchFamily="34" charset="0"/>
                <a:ea typeface="Noto Sans" pitchFamily="34" charset="-122"/>
                <a:cs typeface="Noto Sans" pitchFamily="34" charset="-120"/>
              </a:rPr>
              <a:t>Bagian apa yang paling membanggakan?</a:t>
            </a:r>
            <a:endParaRPr lang="en-US" sz="1050" dirty="0"/>
          </a:p>
        </p:txBody>
      </p:sp>
      <p:sp>
        <p:nvSpPr>
          <p:cNvPr id="27" name="Shape 25"/>
          <p:cNvSpPr/>
          <p:nvPr/>
        </p:nvSpPr>
        <p:spPr>
          <a:xfrm>
            <a:off x="8257032" y="4041648"/>
            <a:ext cx="82296" cy="82296"/>
          </a:xfrm>
          <a:prstGeom prst="ellipse">
            <a:avLst/>
          </a:prstGeom>
          <a:solidFill>
            <a:srgbClr val="FFB45E"/>
          </a:solidFill>
          <a:ln w="12700">
            <a:solidFill>
              <a:srgbClr val="FFB45E">
                <a:alpha val="0"/>
              </a:srgbClr>
            </a:solidFill>
            <a:prstDash val="solid"/>
          </a:ln>
        </p:spPr>
      </p:sp>
      <p:sp>
        <p:nvSpPr>
          <p:cNvPr id="28" name="Text 26"/>
          <p:cNvSpPr txBox="1"/>
          <p:nvPr/>
        </p:nvSpPr>
        <p:spPr>
          <a:xfrm>
            <a:off x="8439912" y="3941064"/>
            <a:ext cx="2514600" cy="466344"/>
          </a:xfrm>
          <a:prstGeom prst="rect">
            <a:avLst/>
          </a:prstGeom>
          <a:noFill/>
          <a:ln/>
        </p:spPr>
        <p:txBody>
          <a:bodyPr wrap="square" lIns="381" tIns="381" rIns="381" bIns="381" rtlCol="0" anchor="t">
            <a:normAutofit/>
          </a:bodyPr>
          <a:lstStyle/>
          <a:p>
            <a:pPr marL="0" indent="0" algn="l">
              <a:buNone/>
            </a:pPr>
            <a:r>
              <a:rPr lang="en-US" sz="1050" dirty="0">
                <a:solidFill>
                  <a:srgbClr val="F3F7FC"/>
                </a:solidFill>
                <a:latin typeface="Noto Sans" pitchFamily="34" charset="0"/>
                <a:ea typeface="Noto Sans" pitchFamily="34" charset="-122"/>
                <a:cs typeface="Noto Sans" pitchFamily="34" charset="-120"/>
              </a:rPr>
              <a:t>Error apa yang paling sulit?</a:t>
            </a:r>
            <a:endParaRPr lang="en-US" sz="1050" dirty="0"/>
          </a:p>
        </p:txBody>
      </p:sp>
      <p:sp>
        <p:nvSpPr>
          <p:cNvPr id="29" name="Shape 27"/>
          <p:cNvSpPr/>
          <p:nvPr/>
        </p:nvSpPr>
        <p:spPr>
          <a:xfrm>
            <a:off x="8257032" y="4700016"/>
            <a:ext cx="82296" cy="82296"/>
          </a:xfrm>
          <a:prstGeom prst="ellipse">
            <a:avLst/>
          </a:prstGeom>
          <a:solidFill>
            <a:srgbClr val="FFB45E"/>
          </a:solidFill>
          <a:ln w="12700">
            <a:solidFill>
              <a:srgbClr val="FFB45E">
                <a:alpha val="0"/>
              </a:srgbClr>
            </a:solidFill>
            <a:prstDash val="solid"/>
          </a:ln>
        </p:spPr>
      </p:sp>
      <p:sp>
        <p:nvSpPr>
          <p:cNvPr id="30" name="Text 28"/>
          <p:cNvSpPr txBox="1"/>
          <p:nvPr/>
        </p:nvSpPr>
        <p:spPr>
          <a:xfrm>
            <a:off x="8439912" y="4599432"/>
            <a:ext cx="2514600" cy="466344"/>
          </a:xfrm>
          <a:prstGeom prst="rect">
            <a:avLst/>
          </a:prstGeom>
          <a:noFill/>
          <a:ln/>
        </p:spPr>
        <p:txBody>
          <a:bodyPr wrap="square" lIns="381" tIns="381" rIns="381" bIns="381" rtlCol="0" anchor="t">
            <a:normAutofit/>
          </a:bodyPr>
          <a:lstStyle/>
          <a:p>
            <a:pPr marL="0" indent="0" algn="l">
              <a:buNone/>
            </a:pPr>
            <a:r>
              <a:rPr lang="en-US" sz="1050" dirty="0">
                <a:solidFill>
                  <a:srgbClr val="F3F7FC"/>
                </a:solidFill>
                <a:latin typeface="Noto Sans" pitchFamily="34" charset="0"/>
                <a:ea typeface="Noto Sans" pitchFamily="34" charset="-122"/>
                <a:cs typeface="Noto Sans" pitchFamily="34" charset="-120"/>
              </a:rPr>
              <a:t>Apa yang ingin saya kembangkan?</a:t>
            </a:r>
            <a:endParaRPr lang="en-US" sz="1050" dirty="0"/>
          </a:p>
        </p:txBody>
      </p:sp>
      <p:sp>
        <p:nvSpPr>
          <p:cNvPr id="31" name="Text 29"/>
          <p:cNvSpPr txBox="1"/>
          <p:nvPr/>
        </p:nvSpPr>
        <p:spPr>
          <a:xfrm>
            <a:off x="960120" y="5879592"/>
            <a:ext cx="10058400" cy="292608"/>
          </a:xfrm>
          <a:prstGeom prst="rect">
            <a:avLst/>
          </a:prstGeom>
          <a:noFill/>
          <a:ln/>
        </p:spPr>
        <p:txBody>
          <a:bodyPr wrap="square" lIns="381" tIns="381" rIns="381" bIns="381" rtlCol="0" anchor="ctr">
            <a:normAutofit/>
          </a:bodyPr>
          <a:lstStyle/>
          <a:p>
            <a:pPr marL="0" indent="0" algn="ctr">
              <a:buNone/>
            </a:pPr>
            <a:r>
              <a:rPr lang="en-US" sz="1300" b="1" dirty="0">
                <a:solidFill>
                  <a:srgbClr val="A4F5E8"/>
                </a:solidFill>
                <a:latin typeface="Noto Sans" pitchFamily="34" charset="0"/>
                <a:ea typeface="Noto Sans" pitchFamily="34" charset="-122"/>
                <a:cs typeface="Noto Sans" pitchFamily="34" charset="-120"/>
              </a:rPr>
              <a:t>Papan informasi yang baik harus berfungsi, terbaca, dan menjawab kebutuhan nyata.</a:t>
            </a:r>
            <a:endParaRPr lang="en-US" sz="1300" dirty="0"/>
          </a:p>
        </p:txBody>
      </p:sp>
      <p:sp>
        <p:nvSpPr>
          <p:cNvPr id="32"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sp>
      <p:sp>
        <p:nvSpPr>
          <p:cNvPr id="3" name="Shape 1"/>
          <p:cNvSpPr/>
          <p:nvPr/>
        </p:nvSpPr>
        <p:spPr>
          <a:xfrm>
            <a:off x="9784080" y="0"/>
            <a:ext cx="0" cy="457200"/>
          </a:xfrm>
          <a:prstGeom prst="line">
            <a:avLst/>
          </a:prstGeom>
          <a:noFill/>
          <a:ln w="8890">
            <a:solidFill>
              <a:srgbClr val="2A3A54">
                <a:alpha val="55000"/>
              </a:srgbClr>
            </a:solidFill>
            <a:prstDash val="solid"/>
          </a:ln>
        </p:spPr>
      </p:sp>
      <p:sp>
        <p:nvSpPr>
          <p:cNvPr id="4" name="Shape 2"/>
          <p:cNvSpPr/>
          <p:nvPr/>
        </p:nvSpPr>
        <p:spPr>
          <a:xfrm>
            <a:off x="10168128" y="0"/>
            <a:ext cx="0" cy="621792"/>
          </a:xfrm>
          <a:prstGeom prst="line">
            <a:avLst/>
          </a:prstGeom>
          <a:noFill/>
          <a:ln w="8890">
            <a:solidFill>
              <a:srgbClr val="2A3A54">
                <a:alpha val="55000"/>
              </a:srgbClr>
            </a:solidFill>
            <a:prstDash val="solid"/>
          </a:ln>
        </p:spPr>
      </p:sp>
      <p:sp>
        <p:nvSpPr>
          <p:cNvPr id="5" name="Shape 3"/>
          <p:cNvSpPr/>
          <p:nvPr/>
        </p:nvSpPr>
        <p:spPr>
          <a:xfrm>
            <a:off x="10552176" y="0"/>
            <a:ext cx="0" cy="457200"/>
          </a:xfrm>
          <a:prstGeom prst="line">
            <a:avLst/>
          </a:prstGeom>
          <a:noFill/>
          <a:ln w="8890">
            <a:solidFill>
              <a:srgbClr val="2A3A54">
                <a:alpha val="55000"/>
              </a:srgbClr>
            </a:solidFill>
            <a:prstDash val="solid"/>
          </a:ln>
        </p:spPr>
      </p:sp>
      <p:sp>
        <p:nvSpPr>
          <p:cNvPr id="6" name="Shape 4"/>
          <p:cNvSpPr/>
          <p:nvPr/>
        </p:nvSpPr>
        <p:spPr>
          <a:xfrm>
            <a:off x="10936224" y="0"/>
            <a:ext cx="0" cy="621792"/>
          </a:xfrm>
          <a:prstGeom prst="line">
            <a:avLst/>
          </a:prstGeom>
          <a:noFill/>
          <a:ln w="8890">
            <a:solidFill>
              <a:srgbClr val="2A3A54">
                <a:alpha val="55000"/>
              </a:srgbClr>
            </a:solidFill>
            <a:prstDash val="solid"/>
          </a:ln>
        </p:spPr>
      </p:sp>
      <p:sp>
        <p:nvSpPr>
          <p:cNvPr id="7" name="Shape 5"/>
          <p:cNvSpPr/>
          <p:nvPr/>
        </p:nvSpPr>
        <p:spPr>
          <a:xfrm>
            <a:off x="11320272" y="0"/>
            <a:ext cx="0" cy="457200"/>
          </a:xfrm>
          <a:prstGeom prst="line">
            <a:avLst/>
          </a:prstGeom>
          <a:noFill/>
          <a:ln w="8890">
            <a:solidFill>
              <a:srgbClr val="2A3A54">
                <a:alpha val="55000"/>
              </a:srgbClr>
            </a:solidFill>
            <a:prstDash val="solid"/>
          </a:ln>
        </p:spPr>
      </p:sp>
      <p:sp>
        <p:nvSpPr>
          <p:cNvPr id="8" name="Text 6"/>
          <p:cNvSpPr/>
          <p:nvPr/>
        </p:nvSpPr>
        <p:spPr>
          <a:xfrm>
            <a:off x="612648" y="246888"/>
            <a:ext cx="3291840" cy="201168"/>
          </a:xfrm>
          <a:prstGeom prst="rect">
            <a:avLst/>
          </a:prstGeom>
          <a:noFill/>
          <a:ln/>
        </p:spPr>
        <p:txBody>
          <a:bodyPr wrap="square" lIns="0" tIns="0" rIns="0" bIns="0" rtlCol="0" anchor="ctr">
            <a:normAutofit/>
          </a:bodyPr>
          <a:lstStyle/>
          <a:p>
            <a:pPr marL="0" indent="0">
              <a:buNone/>
            </a:pPr>
            <a:r>
              <a:rPr lang="en-US" sz="900" b="1" kern="0" spc="170" dirty="0">
                <a:solidFill>
                  <a:srgbClr val="42E0CB"/>
                </a:solidFill>
                <a:latin typeface="Noto Sans" pitchFamily="34" charset="0"/>
                <a:ea typeface="Noto Sans" pitchFamily="34" charset="-122"/>
                <a:cs typeface="Noto Sans" pitchFamily="34" charset="-120"/>
              </a:rPr>
              <a:t>DIFERENSIASI</a:t>
            </a:r>
            <a:endParaRPr lang="en-US" sz="900" dirty="0"/>
          </a:p>
        </p:txBody>
      </p:sp>
      <p:sp>
        <p:nvSpPr>
          <p:cNvPr id="9" name="Text 7"/>
          <p:cNvSpPr/>
          <p:nvPr/>
        </p:nvSpPr>
        <p:spPr>
          <a:xfrm>
            <a:off x="594360" y="521208"/>
            <a:ext cx="10972800" cy="521208"/>
          </a:xfrm>
          <a:prstGeom prst="rect">
            <a:avLst/>
          </a:prstGeom>
          <a:noFill/>
          <a:ln/>
        </p:spPr>
        <p:txBody>
          <a:bodyPr wrap="square" lIns="0" tIns="0" rIns="0" bIns="0" rtlCol="0" anchor="ctr">
            <a:normAutofit/>
          </a:bodyPr>
          <a:lstStyle/>
          <a:p>
            <a:pPr marL="0" indent="0">
              <a:buNone/>
            </a:pPr>
            <a:r>
              <a:rPr lang="en-US" sz="2500" b="1" dirty="0">
                <a:solidFill>
                  <a:srgbClr val="F3F7FC"/>
                </a:solidFill>
                <a:latin typeface="Noto Sans" pitchFamily="34" charset="0"/>
                <a:ea typeface="Noto Sans" pitchFamily="34" charset="-122"/>
                <a:cs typeface="Noto Sans" pitchFamily="34" charset="-120"/>
              </a:rPr>
              <a:t>Tindak lanjut — pengayaan dan remedial</a:t>
            </a:r>
            <a:endParaRPr lang="en-US" sz="2500" dirty="0"/>
          </a:p>
        </p:txBody>
      </p:sp>
      <p:sp>
        <p:nvSpPr>
          <p:cNvPr id="10" name="Text 8"/>
          <p:cNvSpPr/>
          <p:nvPr/>
        </p:nvSpPr>
        <p:spPr>
          <a:xfrm>
            <a:off x="612648" y="1078992"/>
            <a:ext cx="10698480" cy="256032"/>
          </a:xfrm>
          <a:prstGeom prst="rect">
            <a:avLst/>
          </a:prstGeom>
          <a:noFill/>
          <a:ln/>
        </p:spPr>
        <p:txBody>
          <a:bodyPr wrap="square" lIns="0" tIns="0" rIns="0" bIns="0" rtlCol="0" anchor="ctr">
            <a:normAutofit/>
          </a:bodyPr>
          <a:lstStyle/>
          <a:p>
            <a:pPr marL="0" indent="0">
              <a:buNone/>
            </a:pPr>
            <a:r>
              <a:rPr lang="en-US" sz="1100" dirty="0">
                <a:solidFill>
                  <a:srgbClr val="B7C4D8"/>
                </a:solidFill>
                <a:latin typeface="Noto Sans" pitchFamily="34" charset="0"/>
                <a:ea typeface="Noto Sans" pitchFamily="34" charset="-122"/>
                <a:cs typeface="Noto Sans" pitchFamily="34" charset="-120"/>
              </a:rPr>
              <a:t>Pilih tantangan atau dukungan sesuai hasil asesmen dan kebutuhan belajar.</a:t>
            </a:r>
            <a:endParaRPr lang="en-US" sz="1100" dirty="0"/>
          </a:p>
        </p:txBody>
      </p:sp>
      <p:sp>
        <p:nvSpPr>
          <p:cNvPr id="11" name="Shape 9"/>
          <p:cNvSpPr/>
          <p:nvPr/>
        </p:nvSpPr>
        <p:spPr>
          <a:xfrm>
            <a:off x="777240" y="1719072"/>
            <a:ext cx="5074920" cy="4251960"/>
          </a:xfrm>
          <a:prstGeom prst="roundRect">
            <a:avLst>
              <a:gd name="adj" fmla="val 2581"/>
            </a:avLst>
          </a:prstGeom>
          <a:solidFill>
            <a:srgbClr val="131E33"/>
          </a:solidFill>
          <a:ln w="10160">
            <a:solidFill>
              <a:srgbClr val="8FE3A1"/>
            </a:solidFill>
            <a:prstDash val="solid"/>
          </a:ln>
        </p:spPr>
      </p:sp>
      <p:sp>
        <p:nvSpPr>
          <p:cNvPr id="12" name="Shape 10"/>
          <p:cNvSpPr/>
          <p:nvPr/>
        </p:nvSpPr>
        <p:spPr>
          <a:xfrm>
            <a:off x="1051560" y="1965960"/>
            <a:ext cx="2468880" cy="292608"/>
          </a:xfrm>
          <a:prstGeom prst="roundRect">
            <a:avLst>
              <a:gd name="adj" fmla="val 37500"/>
            </a:avLst>
          </a:prstGeom>
          <a:solidFill>
            <a:srgbClr val="8FE3A1">
              <a:alpha val="16000"/>
            </a:srgbClr>
          </a:solidFill>
          <a:ln w="10160">
            <a:solidFill>
              <a:srgbClr val="8FE3A1">
                <a:alpha val="80000"/>
              </a:srgbClr>
            </a:solidFill>
            <a:prstDash val="solid"/>
          </a:ln>
        </p:spPr>
      </p:sp>
      <p:sp>
        <p:nvSpPr>
          <p:cNvPr id="13" name="Text 11"/>
          <p:cNvSpPr txBox="1"/>
          <p:nvPr/>
        </p:nvSpPr>
        <p:spPr>
          <a:xfrm>
            <a:off x="1133856" y="1979676"/>
            <a:ext cx="2304288" cy="256032"/>
          </a:xfrm>
          <a:prstGeom prst="rect">
            <a:avLst/>
          </a:prstGeom>
          <a:noFill/>
          <a:ln/>
        </p:spPr>
        <p:txBody>
          <a:bodyPr wrap="square" lIns="381" tIns="381" rIns="381" bIns="381" rtlCol="0" anchor="ctr">
            <a:normAutofit/>
          </a:bodyPr>
          <a:lstStyle/>
          <a:p>
            <a:pPr marL="0" indent="0" algn="ctr">
              <a:buNone/>
            </a:pPr>
            <a:r>
              <a:rPr lang="en-US" sz="900" b="1" dirty="0">
                <a:solidFill>
                  <a:srgbClr val="8FE3A1"/>
                </a:solidFill>
                <a:latin typeface="Noto Sans" pitchFamily="34" charset="0"/>
                <a:ea typeface="Noto Sans" pitchFamily="34" charset="-122"/>
                <a:cs typeface="Noto Sans" pitchFamily="34" charset="-120"/>
              </a:rPr>
              <a:t>PENGAYAAN • NILAI ≥ KKTP</a:t>
            </a:r>
            <a:endParaRPr lang="en-US" sz="900" dirty="0"/>
          </a:p>
        </p:txBody>
      </p:sp>
      <p:sp>
        <p:nvSpPr>
          <p:cNvPr id="14" name="Text 12"/>
          <p:cNvSpPr txBox="1"/>
          <p:nvPr/>
        </p:nvSpPr>
        <p:spPr>
          <a:xfrm>
            <a:off x="1051560" y="2487168"/>
            <a:ext cx="4297680" cy="365760"/>
          </a:xfrm>
          <a:prstGeom prst="rect">
            <a:avLst/>
          </a:prstGeom>
          <a:noFill/>
          <a:ln/>
        </p:spPr>
        <p:txBody>
          <a:bodyPr wrap="square" lIns="381" tIns="381" rIns="381" bIns="381" rtlCol="0" anchor="ctr">
            <a:normAutofit/>
          </a:bodyPr>
          <a:lstStyle/>
          <a:p>
            <a:pPr marL="0" indent="0" algn="l">
              <a:buNone/>
            </a:pPr>
            <a:r>
              <a:rPr lang="en-US" sz="2100" b="1" dirty="0">
                <a:solidFill>
                  <a:srgbClr val="8FE3A1"/>
                </a:solidFill>
                <a:latin typeface="Noto Sans" pitchFamily="34" charset="0"/>
                <a:ea typeface="Noto Sans" pitchFamily="34" charset="-122"/>
                <a:cs typeface="Noto Sans" pitchFamily="34" charset="-120"/>
              </a:rPr>
              <a:t>Buat proyek lebih kaya</a:t>
            </a:r>
            <a:endParaRPr lang="en-US" sz="2100" dirty="0"/>
          </a:p>
        </p:txBody>
      </p:sp>
      <p:sp>
        <p:nvSpPr>
          <p:cNvPr id="15" name="Shape 13"/>
          <p:cNvSpPr/>
          <p:nvPr/>
        </p:nvSpPr>
        <p:spPr>
          <a:xfrm>
            <a:off x="1097280" y="3163824"/>
            <a:ext cx="82296" cy="82296"/>
          </a:xfrm>
          <a:prstGeom prst="ellipse">
            <a:avLst/>
          </a:prstGeom>
          <a:solidFill>
            <a:srgbClr val="8FE3A1"/>
          </a:solidFill>
          <a:ln w="12700">
            <a:solidFill>
              <a:srgbClr val="8FE3A1">
                <a:alpha val="0"/>
              </a:srgbClr>
            </a:solidFill>
            <a:prstDash val="solid"/>
          </a:ln>
        </p:spPr>
      </p:sp>
      <p:sp>
        <p:nvSpPr>
          <p:cNvPr id="16" name="Text 14"/>
          <p:cNvSpPr txBox="1"/>
          <p:nvPr/>
        </p:nvSpPr>
        <p:spPr>
          <a:xfrm>
            <a:off x="1280160" y="3063240"/>
            <a:ext cx="4160520" cy="493776"/>
          </a:xfrm>
          <a:prstGeom prst="rect">
            <a:avLst/>
          </a:prstGeom>
          <a:noFill/>
          <a:ln/>
        </p:spPr>
        <p:txBody>
          <a:bodyPr wrap="square" lIns="381" tIns="381" rIns="381" bIns="381" rtlCol="0" anchor="t">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Tambahkan push button pada pin 2 dengan INPUT_PULLUP untuk mengganti pesan.</a:t>
            </a:r>
            <a:endParaRPr lang="en-US" sz="1100" dirty="0"/>
          </a:p>
        </p:txBody>
      </p:sp>
      <p:sp>
        <p:nvSpPr>
          <p:cNvPr id="17" name="Shape 15"/>
          <p:cNvSpPr/>
          <p:nvPr/>
        </p:nvSpPr>
        <p:spPr>
          <a:xfrm>
            <a:off x="1097280" y="3776472"/>
            <a:ext cx="82296" cy="82296"/>
          </a:xfrm>
          <a:prstGeom prst="ellipse">
            <a:avLst/>
          </a:prstGeom>
          <a:solidFill>
            <a:srgbClr val="8FE3A1"/>
          </a:solidFill>
          <a:ln w="12700">
            <a:solidFill>
              <a:srgbClr val="8FE3A1">
                <a:alpha val="0"/>
              </a:srgbClr>
            </a:solidFill>
            <a:prstDash val="solid"/>
          </a:ln>
        </p:spPr>
      </p:sp>
      <p:sp>
        <p:nvSpPr>
          <p:cNvPr id="18" name="Text 16"/>
          <p:cNvSpPr txBox="1"/>
          <p:nvPr/>
        </p:nvSpPr>
        <p:spPr>
          <a:xfrm>
            <a:off x="1280160" y="3675888"/>
            <a:ext cx="4160520" cy="493776"/>
          </a:xfrm>
          <a:prstGeom prst="rect">
            <a:avLst/>
          </a:prstGeom>
          <a:noFill/>
          <a:ln/>
        </p:spPr>
        <p:txBody>
          <a:bodyPr wrap="square" lIns="381" tIns="381" rIns="381" bIns="381" rtlCol="0" anchor="t">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Buat papan jadwal piket: hari dan nama petugas ditampilkan bergantian.</a:t>
            </a:r>
            <a:endParaRPr lang="en-US" sz="1100" dirty="0"/>
          </a:p>
        </p:txBody>
      </p:sp>
      <p:sp>
        <p:nvSpPr>
          <p:cNvPr id="19" name="Shape 17"/>
          <p:cNvSpPr/>
          <p:nvPr/>
        </p:nvSpPr>
        <p:spPr>
          <a:xfrm>
            <a:off x="1097280" y="4389120"/>
            <a:ext cx="82296" cy="82296"/>
          </a:xfrm>
          <a:prstGeom prst="ellipse">
            <a:avLst/>
          </a:prstGeom>
          <a:solidFill>
            <a:srgbClr val="8FE3A1"/>
          </a:solidFill>
          <a:ln w="12700">
            <a:solidFill>
              <a:srgbClr val="8FE3A1">
                <a:alpha val="0"/>
              </a:srgbClr>
            </a:solidFill>
            <a:prstDash val="solid"/>
          </a:ln>
        </p:spPr>
      </p:sp>
      <p:sp>
        <p:nvSpPr>
          <p:cNvPr id="20" name="Text 18"/>
          <p:cNvSpPr txBox="1"/>
          <p:nvPr/>
        </p:nvSpPr>
        <p:spPr>
          <a:xfrm>
            <a:off x="1280160" y="4288536"/>
            <a:ext cx="4160520" cy="493776"/>
          </a:xfrm>
          <a:prstGeom prst="rect">
            <a:avLst/>
          </a:prstGeom>
          <a:noFill/>
          <a:ln/>
        </p:spPr>
        <p:txBody>
          <a:bodyPr wrap="square" lIns="381" tIns="381" rIns="381" bIns="381" rtlCol="0" anchor="t">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Tambahkan buzzer atau LED indikator pada papan informasi.</a:t>
            </a:r>
            <a:endParaRPr lang="en-US" sz="1100" dirty="0"/>
          </a:p>
        </p:txBody>
      </p:sp>
      <p:sp>
        <p:nvSpPr>
          <p:cNvPr id="21" name="Shape 19"/>
          <p:cNvSpPr/>
          <p:nvPr/>
        </p:nvSpPr>
        <p:spPr>
          <a:xfrm>
            <a:off x="1097280" y="5001768"/>
            <a:ext cx="82296" cy="82296"/>
          </a:xfrm>
          <a:prstGeom prst="ellipse">
            <a:avLst/>
          </a:prstGeom>
          <a:solidFill>
            <a:srgbClr val="8FE3A1"/>
          </a:solidFill>
          <a:ln w="12700">
            <a:solidFill>
              <a:srgbClr val="8FE3A1">
                <a:alpha val="0"/>
              </a:srgbClr>
            </a:solidFill>
            <a:prstDash val="solid"/>
          </a:ln>
        </p:spPr>
      </p:sp>
      <p:sp>
        <p:nvSpPr>
          <p:cNvPr id="22" name="Text 20"/>
          <p:cNvSpPr txBox="1"/>
          <p:nvPr/>
        </p:nvSpPr>
        <p:spPr>
          <a:xfrm>
            <a:off x="1280160" y="4901184"/>
            <a:ext cx="4160520" cy="493776"/>
          </a:xfrm>
          <a:prstGeom prst="rect">
            <a:avLst/>
          </a:prstGeom>
          <a:noFill/>
          <a:ln/>
        </p:spPr>
        <p:txBody>
          <a:bodyPr wrap="square" lIns="381" tIns="381" rIns="381" bIns="381" rtlCol="0" anchor="t">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Jadilah tutor sebaya setelah proyek sendiri stabil.</a:t>
            </a:r>
            <a:endParaRPr lang="en-US" sz="1100" dirty="0"/>
          </a:p>
        </p:txBody>
      </p:sp>
      <p:sp>
        <p:nvSpPr>
          <p:cNvPr id="23" name="Shape 21"/>
          <p:cNvSpPr/>
          <p:nvPr/>
        </p:nvSpPr>
        <p:spPr>
          <a:xfrm>
            <a:off x="6263640" y="1719072"/>
            <a:ext cx="5074920" cy="4251960"/>
          </a:xfrm>
          <a:prstGeom prst="roundRect">
            <a:avLst>
              <a:gd name="adj" fmla="val 2581"/>
            </a:avLst>
          </a:prstGeom>
          <a:solidFill>
            <a:srgbClr val="131E33"/>
          </a:solidFill>
          <a:ln w="10160">
            <a:solidFill>
              <a:srgbClr val="FFB45E"/>
            </a:solidFill>
            <a:prstDash val="solid"/>
          </a:ln>
        </p:spPr>
      </p:sp>
      <p:sp>
        <p:nvSpPr>
          <p:cNvPr id="24" name="Shape 22"/>
          <p:cNvSpPr/>
          <p:nvPr/>
        </p:nvSpPr>
        <p:spPr>
          <a:xfrm>
            <a:off x="6537960" y="1965960"/>
            <a:ext cx="2286000" cy="292608"/>
          </a:xfrm>
          <a:prstGeom prst="roundRect">
            <a:avLst>
              <a:gd name="adj" fmla="val 37500"/>
            </a:avLst>
          </a:prstGeom>
          <a:solidFill>
            <a:srgbClr val="FFB45E">
              <a:alpha val="16000"/>
            </a:srgbClr>
          </a:solidFill>
          <a:ln w="10160">
            <a:solidFill>
              <a:srgbClr val="FFB45E">
                <a:alpha val="80000"/>
              </a:srgbClr>
            </a:solidFill>
            <a:prstDash val="solid"/>
          </a:ln>
        </p:spPr>
      </p:sp>
      <p:sp>
        <p:nvSpPr>
          <p:cNvPr id="25" name="Text 23"/>
          <p:cNvSpPr txBox="1"/>
          <p:nvPr/>
        </p:nvSpPr>
        <p:spPr>
          <a:xfrm>
            <a:off x="6620256" y="1979676"/>
            <a:ext cx="2121408" cy="256032"/>
          </a:xfrm>
          <a:prstGeom prst="rect">
            <a:avLst/>
          </a:prstGeom>
          <a:noFill/>
          <a:ln/>
        </p:spPr>
        <p:txBody>
          <a:bodyPr wrap="square" lIns="381" tIns="381" rIns="381" bIns="381" rtlCol="0" anchor="ctr">
            <a:normAutofit/>
          </a:bodyPr>
          <a:lstStyle/>
          <a:p>
            <a:pPr marL="0" indent="0" algn="ctr">
              <a:buNone/>
            </a:pPr>
            <a:r>
              <a:rPr lang="en-US" sz="900" b="1" dirty="0">
                <a:solidFill>
                  <a:srgbClr val="FFB45E"/>
                </a:solidFill>
                <a:latin typeface="Noto Sans" pitchFamily="34" charset="0"/>
                <a:ea typeface="Noto Sans" pitchFamily="34" charset="-122"/>
                <a:cs typeface="Noto Sans" pitchFamily="34" charset="-120"/>
              </a:rPr>
              <a:t>REMEDIAL • NILAI &lt; KKTP</a:t>
            </a:r>
            <a:endParaRPr lang="en-US" sz="900" dirty="0"/>
          </a:p>
        </p:txBody>
      </p:sp>
      <p:sp>
        <p:nvSpPr>
          <p:cNvPr id="26" name="Text 24"/>
          <p:cNvSpPr txBox="1"/>
          <p:nvPr/>
        </p:nvSpPr>
        <p:spPr>
          <a:xfrm>
            <a:off x="6537960" y="2487168"/>
            <a:ext cx="4297680" cy="365760"/>
          </a:xfrm>
          <a:prstGeom prst="rect">
            <a:avLst/>
          </a:prstGeom>
          <a:noFill/>
          <a:ln/>
        </p:spPr>
        <p:txBody>
          <a:bodyPr wrap="square" lIns="381" tIns="381" rIns="381" bIns="381" rtlCol="0" anchor="ctr">
            <a:normAutofit/>
          </a:bodyPr>
          <a:lstStyle/>
          <a:p>
            <a:pPr marL="0" indent="0" algn="l">
              <a:buNone/>
            </a:pPr>
            <a:r>
              <a:rPr lang="en-US" sz="2100" b="1" dirty="0">
                <a:solidFill>
                  <a:srgbClr val="FFB45E"/>
                </a:solidFill>
                <a:latin typeface="Noto Sans" pitchFamily="34" charset="0"/>
                <a:ea typeface="Noto Sans" pitchFamily="34" charset="-122"/>
                <a:cs typeface="Noto Sans" pitchFamily="34" charset="-120"/>
              </a:rPr>
              <a:t>Kuatkan kembali dasar</a:t>
            </a:r>
            <a:endParaRPr lang="en-US" sz="2100" dirty="0"/>
          </a:p>
        </p:txBody>
      </p:sp>
      <p:sp>
        <p:nvSpPr>
          <p:cNvPr id="27" name="Shape 25"/>
          <p:cNvSpPr/>
          <p:nvPr/>
        </p:nvSpPr>
        <p:spPr>
          <a:xfrm>
            <a:off x="6583680" y="3163824"/>
            <a:ext cx="82296" cy="82296"/>
          </a:xfrm>
          <a:prstGeom prst="ellipse">
            <a:avLst/>
          </a:prstGeom>
          <a:solidFill>
            <a:srgbClr val="FFB45E"/>
          </a:solidFill>
          <a:ln w="12700">
            <a:solidFill>
              <a:srgbClr val="FFB45E">
                <a:alpha val="0"/>
              </a:srgbClr>
            </a:solidFill>
            <a:prstDash val="solid"/>
          </a:ln>
        </p:spPr>
      </p:sp>
      <p:sp>
        <p:nvSpPr>
          <p:cNvPr id="28" name="Text 26"/>
          <p:cNvSpPr txBox="1"/>
          <p:nvPr/>
        </p:nvSpPr>
        <p:spPr>
          <a:xfrm>
            <a:off x="6766560" y="3063240"/>
            <a:ext cx="4160520" cy="493776"/>
          </a:xfrm>
          <a:prstGeom prst="rect">
            <a:avLst/>
          </a:prstGeom>
          <a:noFill/>
          <a:ln/>
        </p:spPr>
        <p:txBody>
          <a:bodyPr wrap="square" lIns="381" tIns="381" rIns="381" bIns="381" rtlCol="0" anchor="t">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Gunakan contoh program MD_Parola yang siap pakai.</a:t>
            </a:r>
            <a:endParaRPr lang="en-US" sz="1100" dirty="0"/>
          </a:p>
        </p:txBody>
      </p:sp>
      <p:sp>
        <p:nvSpPr>
          <p:cNvPr id="29" name="Shape 27"/>
          <p:cNvSpPr/>
          <p:nvPr/>
        </p:nvSpPr>
        <p:spPr>
          <a:xfrm>
            <a:off x="6583680" y="3776472"/>
            <a:ext cx="82296" cy="82296"/>
          </a:xfrm>
          <a:prstGeom prst="ellipse">
            <a:avLst/>
          </a:prstGeom>
          <a:solidFill>
            <a:srgbClr val="FFB45E"/>
          </a:solidFill>
          <a:ln w="12700">
            <a:solidFill>
              <a:srgbClr val="FFB45E">
                <a:alpha val="0"/>
              </a:srgbClr>
            </a:solidFill>
            <a:prstDash val="solid"/>
          </a:ln>
        </p:spPr>
      </p:sp>
      <p:sp>
        <p:nvSpPr>
          <p:cNvPr id="30" name="Text 28"/>
          <p:cNvSpPr txBox="1"/>
          <p:nvPr/>
        </p:nvSpPr>
        <p:spPr>
          <a:xfrm>
            <a:off x="6766560" y="3675888"/>
            <a:ext cx="4160520" cy="493776"/>
          </a:xfrm>
          <a:prstGeom prst="rect">
            <a:avLst/>
          </a:prstGeom>
          <a:noFill/>
          <a:ln/>
        </p:spPr>
        <p:txBody>
          <a:bodyPr wrap="square" lIns="381" tIns="381" rIns="381" bIns="381" rtlCol="0" anchor="t">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Latih mengganti teks dan memperbesar nilai speed dengan pendampingan.</a:t>
            </a:r>
            <a:endParaRPr lang="en-US" sz="1100" dirty="0"/>
          </a:p>
        </p:txBody>
      </p:sp>
      <p:sp>
        <p:nvSpPr>
          <p:cNvPr id="31" name="Shape 29"/>
          <p:cNvSpPr/>
          <p:nvPr/>
        </p:nvSpPr>
        <p:spPr>
          <a:xfrm>
            <a:off x="6583680" y="4389120"/>
            <a:ext cx="82296" cy="82296"/>
          </a:xfrm>
          <a:prstGeom prst="ellipse">
            <a:avLst/>
          </a:prstGeom>
          <a:solidFill>
            <a:srgbClr val="FFB45E"/>
          </a:solidFill>
          <a:ln w="12700">
            <a:solidFill>
              <a:srgbClr val="FFB45E">
                <a:alpha val="0"/>
              </a:srgbClr>
            </a:solidFill>
            <a:prstDash val="solid"/>
          </a:ln>
        </p:spPr>
      </p:sp>
      <p:sp>
        <p:nvSpPr>
          <p:cNvPr id="32" name="Text 30"/>
          <p:cNvSpPr txBox="1"/>
          <p:nvPr/>
        </p:nvSpPr>
        <p:spPr>
          <a:xfrm>
            <a:off x="6766560" y="4288536"/>
            <a:ext cx="4160520" cy="493776"/>
          </a:xfrm>
          <a:prstGeom prst="rect">
            <a:avLst/>
          </a:prstGeom>
          <a:noFill/>
          <a:ln/>
        </p:spPr>
        <p:txBody>
          <a:bodyPr wrap="square" lIns="381" tIns="381" rIns="381" bIns="381" rtlCol="0" anchor="t">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Sederhanakan proyek menjadi satu pesan dengan satu efek.</a:t>
            </a:r>
            <a:endParaRPr lang="en-US" sz="1100" dirty="0"/>
          </a:p>
        </p:txBody>
      </p:sp>
      <p:sp>
        <p:nvSpPr>
          <p:cNvPr id="33" name="Shape 31"/>
          <p:cNvSpPr/>
          <p:nvPr/>
        </p:nvSpPr>
        <p:spPr>
          <a:xfrm>
            <a:off x="6583680" y="5001768"/>
            <a:ext cx="82296" cy="82296"/>
          </a:xfrm>
          <a:prstGeom prst="ellipse">
            <a:avLst/>
          </a:prstGeom>
          <a:solidFill>
            <a:srgbClr val="FFB45E"/>
          </a:solidFill>
          <a:ln w="12700">
            <a:solidFill>
              <a:srgbClr val="FFB45E">
                <a:alpha val="0"/>
              </a:srgbClr>
            </a:solidFill>
            <a:prstDash val="solid"/>
          </a:ln>
        </p:spPr>
      </p:sp>
      <p:sp>
        <p:nvSpPr>
          <p:cNvPr id="34" name="Text 32"/>
          <p:cNvSpPr txBox="1"/>
          <p:nvPr/>
        </p:nvSpPr>
        <p:spPr>
          <a:xfrm>
            <a:off x="6766560" y="4901184"/>
            <a:ext cx="4160520" cy="493776"/>
          </a:xfrm>
          <a:prstGeom prst="rect">
            <a:avLst/>
          </a:prstGeom>
          <a:noFill/>
          <a:ln/>
        </p:spPr>
        <p:txBody>
          <a:bodyPr wrap="square" lIns="381" tIns="381" rIns="381" bIns="381" rtlCol="0" anchor="t">
            <a:normAutofit/>
          </a:bodyPr>
          <a:lstStyle/>
          <a:p>
            <a:pPr marL="0" indent="0" algn="l">
              <a:buNone/>
            </a:pPr>
            <a:r>
              <a:rPr lang="en-US" sz="1100" dirty="0">
                <a:solidFill>
                  <a:srgbClr val="F3F7FC"/>
                </a:solidFill>
                <a:latin typeface="Noto Sans" pitchFamily="34" charset="0"/>
                <a:ea typeface="Noto Sans" pitchFamily="34" charset="-122"/>
                <a:cs typeface="Noto Sans" pitchFamily="34" charset="-120"/>
              </a:rPr>
              <a:t>Lengkapi displayAnimate() dan displayReset() pada potongan kode.</a:t>
            </a:r>
            <a:endParaRPr lang="en-US" sz="1100" dirty="0"/>
          </a:p>
        </p:txBody>
      </p:sp>
      <p:sp>
        <p:nvSpPr>
          <p:cNvPr id="35" name="Slide Number Placeholder 0"/>
          <p:cNvSpPr>
            <a:spLocks noGrp="1"/>
          </p:cNvSpPr>
          <p:nvPr>
            <p:ph type="sldNum" sz="quarter" idx="4294967295"/>
          </p:nvPr>
        </p:nvSpPr>
        <p:spPr>
          <a:xfrm>
            <a:off x="11201400" y="652881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8292A9"/>
                </a:solidFill>
                <a:latin typeface="Noto Sans"/>
                <a:ea typeface="Noto Sans"/>
                <a:cs typeface="Noto Sans"/>
              </a:defRPr>
            </a:lvl1pPr>
          </a:lstStyle>
          <a:p>
            <a:pPr algn="l"/>
            <a:fld id="{F7021451-1387-4CA6-816F-3879F97B5CBC}" type="slidenum">
              <a:rPr lang="en-US" b="0"/>
              <a:t>26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3878</Words>
  <Application>Microsoft Office PowerPoint</Application>
  <PresentationFormat>Widescreen</PresentationFormat>
  <Paragraphs>544</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DejaVu Sans Mono</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SMA Negeri Colomadu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Text LED Matrix dan Proyek Individu Berbasis Arduino Uno</dc:title>
  <dc:subject>Informatika Fase F Kelas XII - Running Text LED Matrix dan Arduino Uno</dc:subject>
  <dc:creator>Erwin Fajariansyah</dc:creator>
  <cp:lastModifiedBy>ACER</cp:lastModifiedBy>
  <cp:revision>1</cp:revision>
  <dcterms:created xsi:type="dcterms:W3CDTF">2026-10-21T03:13:15Z</dcterms:created>
  <dcterms:modified xsi:type="dcterms:W3CDTF">2026-10-21T03:42:11Z</dcterms:modified>
</cp:coreProperties>
</file>